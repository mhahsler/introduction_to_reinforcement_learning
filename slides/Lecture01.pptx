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3" r:id="rId3"/>
    <p:sldId id="263" r:id="rId4"/>
    <p:sldId id="317" r:id="rId5"/>
    <p:sldId id="265" r:id="rId6"/>
    <p:sldId id="314" r:id="rId7"/>
    <p:sldId id="315" r:id="rId8"/>
    <p:sldId id="268" r:id="rId9"/>
    <p:sldId id="269" r:id="rId10"/>
    <p:sldId id="270" r:id="rId11"/>
    <p:sldId id="316" r:id="rId12"/>
    <p:sldId id="272" r:id="rId13"/>
    <p:sldId id="273" r:id="rId14"/>
    <p:sldId id="319" r:id="rId15"/>
    <p:sldId id="318" r:id="rId16"/>
    <p:sldId id="276" r:id="rId17"/>
    <p:sldId id="320" r:id="rId18"/>
    <p:sldId id="278" r:id="rId19"/>
    <p:sldId id="279" r:id="rId20"/>
    <p:sldId id="321" r:id="rId21"/>
    <p:sldId id="281" r:id="rId22"/>
    <p:sldId id="322" r:id="rId23"/>
    <p:sldId id="323" r:id="rId24"/>
    <p:sldId id="324" r:id="rId25"/>
    <p:sldId id="325" r:id="rId26"/>
    <p:sldId id="326" r:id="rId27"/>
    <p:sldId id="327" r:id="rId28"/>
    <p:sldId id="328" r:id="rId29"/>
    <p:sldId id="329" r:id="rId30"/>
    <p:sldId id="330" r:id="rId31"/>
    <p:sldId id="331" r:id="rId32"/>
    <p:sldId id="332" r:id="rId33"/>
    <p:sldId id="333" r:id="rId34"/>
    <p:sldId id="334" r:id="rId35"/>
    <p:sldId id="335" r:id="rId36"/>
    <p:sldId id="336" r:id="rId37"/>
    <p:sldId id="337" r:id="rId38"/>
    <p:sldId id="338" r:id="rId39"/>
    <p:sldId id="339" r:id="rId40"/>
    <p:sldId id="340" r:id="rId41"/>
    <p:sldId id="341" r:id="rId42"/>
    <p:sldId id="342" r:id="rId43"/>
    <p:sldId id="344" r:id="rId44"/>
    <p:sldId id="343"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23" autoAdjust="0"/>
    <p:restoredTop sz="94660"/>
  </p:normalViewPr>
  <p:slideViewPr>
    <p:cSldViewPr snapToGrid="0">
      <p:cViewPr varScale="1">
        <p:scale>
          <a:sx n="91" d="100"/>
          <a:sy n="91" d="100"/>
        </p:scale>
        <p:origin x="34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D5558-2701-D852-1A01-0BF39B58DE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E150F4-19D6-3927-AF4C-79938CACB9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1C3DC3-6BE4-4AD5-BF83-83DBE6741D39}"/>
              </a:ext>
            </a:extLst>
          </p:cNvPr>
          <p:cNvSpPr>
            <a:spLocks noGrp="1"/>
          </p:cNvSpPr>
          <p:nvPr>
            <p:ph type="dt" sz="half" idx="10"/>
          </p:nvPr>
        </p:nvSpPr>
        <p:spPr/>
        <p:txBody>
          <a:bodyPr/>
          <a:lstStyle/>
          <a:p>
            <a:fld id="{3E22BF2E-04DA-469E-97C5-BB68A0368813}" type="datetimeFigureOut">
              <a:rPr lang="en-US" smtClean="0"/>
              <a:t>9/9/2025</a:t>
            </a:fld>
            <a:endParaRPr lang="en-US"/>
          </a:p>
        </p:txBody>
      </p:sp>
      <p:sp>
        <p:nvSpPr>
          <p:cNvPr id="5" name="Footer Placeholder 4">
            <a:extLst>
              <a:ext uri="{FF2B5EF4-FFF2-40B4-BE49-F238E27FC236}">
                <a16:creationId xmlns:a16="http://schemas.microsoft.com/office/drawing/2014/main" id="{4BCD0FF9-FEE5-7DEA-F2A0-04CD3C8E9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CCB2C-BF64-0CEB-C138-EC1E0FF17963}"/>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077380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A809-C199-A2CA-4B62-C11FD83604C0}"/>
              </a:ext>
            </a:extLst>
          </p:cNvPr>
          <p:cNvSpPr>
            <a:spLocks noGrp="1"/>
          </p:cNvSpPr>
          <p:nvPr>
            <p:ph type="title"/>
          </p:nvPr>
        </p:nvSpPr>
        <p:spPr>
          <a:xfrm>
            <a:off x="838200" y="365126"/>
            <a:ext cx="10515600" cy="75907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9ABD398-BC57-413F-4426-6AE62DCF0FF4}"/>
              </a:ext>
            </a:extLst>
          </p:cNvPr>
          <p:cNvSpPr>
            <a:spLocks noGrp="1"/>
          </p:cNvSpPr>
          <p:nvPr>
            <p:ph idx="1"/>
          </p:nvPr>
        </p:nvSpPr>
        <p:spPr>
          <a:xfrm>
            <a:off x="838200" y="1397330"/>
            <a:ext cx="10515600" cy="47796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009A95-DE70-5583-0BB6-25CA049AFAD6}"/>
              </a:ext>
            </a:extLst>
          </p:cNvPr>
          <p:cNvSpPr>
            <a:spLocks noGrp="1"/>
          </p:cNvSpPr>
          <p:nvPr>
            <p:ph type="dt" sz="half" idx="10"/>
          </p:nvPr>
        </p:nvSpPr>
        <p:spPr/>
        <p:txBody>
          <a:bodyPr/>
          <a:lstStyle/>
          <a:p>
            <a:fld id="{3E22BF2E-04DA-469E-97C5-BB68A0368813}" type="datetimeFigureOut">
              <a:rPr lang="en-US" smtClean="0"/>
              <a:t>9/9/2025</a:t>
            </a:fld>
            <a:endParaRPr lang="en-US"/>
          </a:p>
        </p:txBody>
      </p:sp>
      <p:sp>
        <p:nvSpPr>
          <p:cNvPr id="5" name="Footer Placeholder 4">
            <a:extLst>
              <a:ext uri="{FF2B5EF4-FFF2-40B4-BE49-F238E27FC236}">
                <a16:creationId xmlns:a16="http://schemas.microsoft.com/office/drawing/2014/main" id="{722F8C87-113F-3949-D291-E8101A072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8CBE1-6776-590E-6A36-B274F6F6168A}"/>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427165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B990-0C44-FE72-89C1-7BAFB2C89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BF51AA-25F1-19ED-49F4-909710D8F4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6F3394-E947-7BBC-4B4E-FC222CF9E355}"/>
              </a:ext>
            </a:extLst>
          </p:cNvPr>
          <p:cNvSpPr>
            <a:spLocks noGrp="1"/>
          </p:cNvSpPr>
          <p:nvPr>
            <p:ph type="dt" sz="half" idx="10"/>
          </p:nvPr>
        </p:nvSpPr>
        <p:spPr/>
        <p:txBody>
          <a:bodyPr/>
          <a:lstStyle/>
          <a:p>
            <a:fld id="{3E22BF2E-04DA-469E-97C5-BB68A0368813}" type="datetimeFigureOut">
              <a:rPr lang="en-US" smtClean="0"/>
              <a:t>9/9/2025</a:t>
            </a:fld>
            <a:endParaRPr lang="en-US"/>
          </a:p>
        </p:txBody>
      </p:sp>
      <p:sp>
        <p:nvSpPr>
          <p:cNvPr id="5" name="Footer Placeholder 4">
            <a:extLst>
              <a:ext uri="{FF2B5EF4-FFF2-40B4-BE49-F238E27FC236}">
                <a16:creationId xmlns:a16="http://schemas.microsoft.com/office/drawing/2014/main" id="{D0090F51-989A-F265-1B59-526B06EC07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6400B-F255-95CF-8BD8-3D8AE595A27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558337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DC8DE-D8D3-04F9-7952-B3C9B444DE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5C6199-C068-6A1D-B9C6-37C04A922F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B26636-1E6C-5A66-DCE9-40F0239C9A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85DEA3-FC5C-77B6-8AEC-BF4A26C7605A}"/>
              </a:ext>
            </a:extLst>
          </p:cNvPr>
          <p:cNvSpPr>
            <a:spLocks noGrp="1"/>
          </p:cNvSpPr>
          <p:nvPr>
            <p:ph type="dt" sz="half" idx="10"/>
          </p:nvPr>
        </p:nvSpPr>
        <p:spPr/>
        <p:txBody>
          <a:bodyPr/>
          <a:lstStyle/>
          <a:p>
            <a:fld id="{3E22BF2E-04DA-469E-97C5-BB68A0368813}" type="datetimeFigureOut">
              <a:rPr lang="en-US" smtClean="0"/>
              <a:t>9/9/2025</a:t>
            </a:fld>
            <a:endParaRPr lang="en-US"/>
          </a:p>
        </p:txBody>
      </p:sp>
      <p:sp>
        <p:nvSpPr>
          <p:cNvPr id="6" name="Footer Placeholder 5">
            <a:extLst>
              <a:ext uri="{FF2B5EF4-FFF2-40B4-BE49-F238E27FC236}">
                <a16:creationId xmlns:a16="http://schemas.microsoft.com/office/drawing/2014/main" id="{50A2BAE8-516B-EE07-0EF8-4E37D353B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D7F8D-0B8A-CA54-C5D1-DAFB9A21726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1809535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7762D-C67C-6FB4-D8AF-A2AEADD0B2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6F3E59-5CAF-AE52-066A-662EAF232F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94A81-151A-F8B5-9A7D-43577F3F69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BDED1E-7743-9D82-5A8F-215AF2DB8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3FED4-7E43-512F-BDC2-AB5A6F6A96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E71D6A-F625-133A-E751-2B967B94A668}"/>
              </a:ext>
            </a:extLst>
          </p:cNvPr>
          <p:cNvSpPr>
            <a:spLocks noGrp="1"/>
          </p:cNvSpPr>
          <p:nvPr>
            <p:ph type="dt" sz="half" idx="10"/>
          </p:nvPr>
        </p:nvSpPr>
        <p:spPr/>
        <p:txBody>
          <a:bodyPr/>
          <a:lstStyle/>
          <a:p>
            <a:fld id="{3E22BF2E-04DA-469E-97C5-BB68A0368813}" type="datetimeFigureOut">
              <a:rPr lang="en-US" smtClean="0"/>
              <a:t>9/9/2025</a:t>
            </a:fld>
            <a:endParaRPr lang="en-US"/>
          </a:p>
        </p:txBody>
      </p:sp>
      <p:sp>
        <p:nvSpPr>
          <p:cNvPr id="8" name="Footer Placeholder 7">
            <a:extLst>
              <a:ext uri="{FF2B5EF4-FFF2-40B4-BE49-F238E27FC236}">
                <a16:creationId xmlns:a16="http://schemas.microsoft.com/office/drawing/2014/main" id="{33256629-E601-1BA5-526C-36960EEBE0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65DDDF-B6D4-29FB-6B7F-C7017B4EABAD}"/>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49571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2B25A-3F20-51F4-D136-F73B176833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FF8609-CAA0-6678-FCA9-C0252974D715}"/>
              </a:ext>
            </a:extLst>
          </p:cNvPr>
          <p:cNvSpPr>
            <a:spLocks noGrp="1"/>
          </p:cNvSpPr>
          <p:nvPr>
            <p:ph type="dt" sz="half" idx="10"/>
          </p:nvPr>
        </p:nvSpPr>
        <p:spPr/>
        <p:txBody>
          <a:bodyPr/>
          <a:lstStyle/>
          <a:p>
            <a:fld id="{3E22BF2E-04DA-469E-97C5-BB68A0368813}" type="datetimeFigureOut">
              <a:rPr lang="en-US" smtClean="0"/>
              <a:t>9/9/2025</a:t>
            </a:fld>
            <a:endParaRPr lang="en-US"/>
          </a:p>
        </p:txBody>
      </p:sp>
      <p:sp>
        <p:nvSpPr>
          <p:cNvPr id="4" name="Footer Placeholder 3">
            <a:extLst>
              <a:ext uri="{FF2B5EF4-FFF2-40B4-BE49-F238E27FC236}">
                <a16:creationId xmlns:a16="http://schemas.microsoft.com/office/drawing/2014/main" id="{E911A081-E4EB-7E96-A0AA-2E4D490998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D0AC27-1467-337C-D636-190385E3976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957317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C8C3DB-E47E-C122-D7BD-AAAC105B291A}"/>
              </a:ext>
            </a:extLst>
          </p:cNvPr>
          <p:cNvSpPr>
            <a:spLocks noGrp="1"/>
          </p:cNvSpPr>
          <p:nvPr>
            <p:ph type="dt" sz="half" idx="10"/>
          </p:nvPr>
        </p:nvSpPr>
        <p:spPr/>
        <p:txBody>
          <a:bodyPr/>
          <a:lstStyle/>
          <a:p>
            <a:fld id="{3E22BF2E-04DA-469E-97C5-BB68A0368813}" type="datetimeFigureOut">
              <a:rPr lang="en-US" smtClean="0"/>
              <a:t>9/9/2025</a:t>
            </a:fld>
            <a:endParaRPr lang="en-US"/>
          </a:p>
        </p:txBody>
      </p:sp>
      <p:sp>
        <p:nvSpPr>
          <p:cNvPr id="3" name="Footer Placeholder 2">
            <a:extLst>
              <a:ext uri="{FF2B5EF4-FFF2-40B4-BE49-F238E27FC236}">
                <a16:creationId xmlns:a16="http://schemas.microsoft.com/office/drawing/2014/main" id="{12194795-A7C6-B915-9849-6DDF9E5561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BBD6E5-D6AC-7828-B9FA-162561BDB702}"/>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87587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DDA5E-FB2F-65E3-9AC6-77E9E333A2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F88CA7-EDCF-7BC9-0D50-5F550487A7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F96387-78E1-111C-2860-362080259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A170FC-BF4D-52B4-3D96-975E35B67EE0}"/>
              </a:ext>
            </a:extLst>
          </p:cNvPr>
          <p:cNvSpPr>
            <a:spLocks noGrp="1"/>
          </p:cNvSpPr>
          <p:nvPr>
            <p:ph type="dt" sz="half" idx="10"/>
          </p:nvPr>
        </p:nvSpPr>
        <p:spPr/>
        <p:txBody>
          <a:bodyPr/>
          <a:lstStyle/>
          <a:p>
            <a:fld id="{3E22BF2E-04DA-469E-97C5-BB68A0368813}" type="datetimeFigureOut">
              <a:rPr lang="en-US" smtClean="0"/>
              <a:t>9/9/2025</a:t>
            </a:fld>
            <a:endParaRPr lang="en-US"/>
          </a:p>
        </p:txBody>
      </p:sp>
      <p:sp>
        <p:nvSpPr>
          <p:cNvPr id="6" name="Footer Placeholder 5">
            <a:extLst>
              <a:ext uri="{FF2B5EF4-FFF2-40B4-BE49-F238E27FC236}">
                <a16:creationId xmlns:a16="http://schemas.microsoft.com/office/drawing/2014/main" id="{13EB24C2-CDEC-1D6D-42DB-F885EAF6C2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CA044-7F46-1F0F-A966-A66706F2D13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74319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354-EE3F-C81F-2C98-42CA24F042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37B54A-0E38-1C0F-EA90-8D9A628CC2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DF9108-1890-E2BF-7EA2-A2F28DEA6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668F02-6193-91DC-69E0-6CC09A2476EE}"/>
              </a:ext>
            </a:extLst>
          </p:cNvPr>
          <p:cNvSpPr>
            <a:spLocks noGrp="1"/>
          </p:cNvSpPr>
          <p:nvPr>
            <p:ph type="dt" sz="half" idx="10"/>
          </p:nvPr>
        </p:nvSpPr>
        <p:spPr/>
        <p:txBody>
          <a:bodyPr/>
          <a:lstStyle/>
          <a:p>
            <a:fld id="{3E22BF2E-04DA-469E-97C5-BB68A0368813}" type="datetimeFigureOut">
              <a:rPr lang="en-US" smtClean="0"/>
              <a:t>9/9/2025</a:t>
            </a:fld>
            <a:endParaRPr lang="en-US"/>
          </a:p>
        </p:txBody>
      </p:sp>
      <p:sp>
        <p:nvSpPr>
          <p:cNvPr id="6" name="Footer Placeholder 5">
            <a:extLst>
              <a:ext uri="{FF2B5EF4-FFF2-40B4-BE49-F238E27FC236}">
                <a16:creationId xmlns:a16="http://schemas.microsoft.com/office/drawing/2014/main" id="{2534B642-5606-ACB8-4ADF-6DDE8BE4B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89560E-8858-1CED-6B2E-1EF0F58F2FA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94757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A8BF-0F66-F00E-4527-03CBDE1E6F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48F7C1-32BC-0F71-0130-0DFB9C183A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C7E0-3252-37DB-73A7-7F070748FFEC}"/>
              </a:ext>
            </a:extLst>
          </p:cNvPr>
          <p:cNvSpPr>
            <a:spLocks noGrp="1"/>
          </p:cNvSpPr>
          <p:nvPr>
            <p:ph type="dt" sz="half" idx="10"/>
          </p:nvPr>
        </p:nvSpPr>
        <p:spPr/>
        <p:txBody>
          <a:bodyPr/>
          <a:lstStyle/>
          <a:p>
            <a:fld id="{3E22BF2E-04DA-469E-97C5-BB68A0368813}" type="datetimeFigureOut">
              <a:rPr lang="en-US" smtClean="0"/>
              <a:t>9/9/2025</a:t>
            </a:fld>
            <a:endParaRPr lang="en-US"/>
          </a:p>
        </p:txBody>
      </p:sp>
      <p:sp>
        <p:nvSpPr>
          <p:cNvPr id="5" name="Footer Placeholder 4">
            <a:extLst>
              <a:ext uri="{FF2B5EF4-FFF2-40B4-BE49-F238E27FC236}">
                <a16:creationId xmlns:a16="http://schemas.microsoft.com/office/drawing/2014/main" id="{A676C5EE-EAD9-8D18-3741-930600D3B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647D8-342D-AED5-3763-DD02F7C2A43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650844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D0B639-7A1F-68FA-45DD-3196E2CB57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F4F1BB-B40D-E6E4-111B-122348C261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2DAFD-560D-9508-6F31-281EC974361A}"/>
              </a:ext>
            </a:extLst>
          </p:cNvPr>
          <p:cNvSpPr>
            <a:spLocks noGrp="1"/>
          </p:cNvSpPr>
          <p:nvPr>
            <p:ph type="dt" sz="half" idx="10"/>
          </p:nvPr>
        </p:nvSpPr>
        <p:spPr/>
        <p:txBody>
          <a:bodyPr/>
          <a:lstStyle/>
          <a:p>
            <a:fld id="{3E22BF2E-04DA-469E-97C5-BB68A0368813}" type="datetimeFigureOut">
              <a:rPr lang="en-US" smtClean="0"/>
              <a:t>9/9/2025</a:t>
            </a:fld>
            <a:endParaRPr lang="en-US"/>
          </a:p>
        </p:txBody>
      </p:sp>
      <p:sp>
        <p:nvSpPr>
          <p:cNvPr id="5" name="Footer Placeholder 4">
            <a:extLst>
              <a:ext uri="{FF2B5EF4-FFF2-40B4-BE49-F238E27FC236}">
                <a16:creationId xmlns:a16="http://schemas.microsoft.com/office/drawing/2014/main" id="{F90C6320-E161-CE4A-CBDD-27072D2A1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C3E81-2AD2-5FBE-B6F5-1512F3AF971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70580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946CF1-7E31-D1FD-63E0-29688510ED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499997-F7F8-3FB5-F294-092654769C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EC26E-B485-AE94-5C91-D0E504CEB5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22BF2E-04DA-469E-97C5-BB68A0368813}" type="datetimeFigureOut">
              <a:rPr lang="en-US" smtClean="0"/>
              <a:t>9/9/2025</a:t>
            </a:fld>
            <a:endParaRPr lang="en-US"/>
          </a:p>
        </p:txBody>
      </p:sp>
      <p:sp>
        <p:nvSpPr>
          <p:cNvPr id="5" name="Footer Placeholder 4">
            <a:extLst>
              <a:ext uri="{FF2B5EF4-FFF2-40B4-BE49-F238E27FC236}">
                <a16:creationId xmlns:a16="http://schemas.microsoft.com/office/drawing/2014/main" id="{4A3ECD47-D4F5-A47B-6CA1-E8E47C1C43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C8C2B9-7B85-792D-492E-EE9D50875A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362146-1680-4254-AA84-26EEDD41027B}" type="slidenum">
              <a:rPr lang="en-US" smtClean="0"/>
              <a:t>‹#›</a:t>
            </a:fld>
            <a:endParaRPr lang="en-US"/>
          </a:p>
        </p:txBody>
      </p:sp>
    </p:spTree>
    <p:extLst>
      <p:ext uri="{BB962C8B-B14F-4D97-AF65-F5344CB8AC3E}">
        <p14:creationId xmlns:p14="http://schemas.microsoft.com/office/powerpoint/2010/main" val="958739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nc-sa/4.0/" TargetMode="External"/><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davidsilver.uk/teaching/" TargetMode="External"/><Relationship Id="rId2" Type="http://schemas.openxmlformats.org/officeDocument/2006/relationships/hyperlink" Target="http://www.incompleteideas.net/book/the-book.html" TargetMode="External"/><Relationship Id="rId1" Type="http://schemas.openxmlformats.org/officeDocument/2006/relationships/slideLayout" Target="../slideLayouts/slideLayout2.xml"/><Relationship Id="rId4" Type="http://schemas.openxmlformats.org/officeDocument/2006/relationships/hyperlink" Target="https://www.youtube.com/watch?v=2pWv7GOvuf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creativecommons.org/publicdomain/zero/1.0/deed.en" TargetMode="External"/><Relationship Id="rId7" Type="http://schemas.openxmlformats.org/officeDocument/2006/relationships/image" Target="../media/image6.png"/><Relationship Id="rId2" Type="http://schemas.openxmlformats.org/officeDocument/2006/relationships/hyperlink" Target="http://www.wikipedia.org/" TargetMode="Externa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hyperlink" Target="https://en.wikipedia.org/wiki/Reinforcemen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hyperlink" Target="https://creativecommons.org/licenses/by-nc/4.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6.xml"/><Relationship Id="rId4" Type="http://schemas.openxmlformats.org/officeDocument/2006/relationships/image" Target="../media/image31.jpeg"/></Relationships>
</file>

<file path=ppt/slides/_rels/slide13.xml.rels><?xml version="1.0" encoding="UTF-8" standalone="yes"?>
<Relationships xmlns="http://schemas.openxmlformats.org/package/2006/relationships"><Relationship Id="rId3" Type="http://schemas.openxmlformats.org/officeDocument/2006/relationships/hyperlink" Target="https://arxiv.org/abs/cs/9605103" TargetMode="External"/><Relationship Id="rId2" Type="http://schemas.openxmlformats.org/officeDocument/2006/relationships/hyperlink" Target="https://www.youtube.com/watch?v=ul6B2oFPNDM" TargetMode="External"/><Relationship Id="rId1" Type="http://schemas.openxmlformats.org/officeDocument/2006/relationships/slideLayout" Target="../slideLayouts/slideLayout2.xml"/><Relationship Id="rId5" Type="http://schemas.openxmlformats.org/officeDocument/2006/relationships/hyperlink" Target="https://www.cell.com/trends/cognitive-sciences/fulltext/S1364-6613%2819%2930061-0" TargetMode="External"/><Relationship Id="rId4" Type="http://schemas.openxmlformats.org/officeDocument/2006/relationships/hyperlink" Target="https://ieeexplore.ieee.org/document/8103164"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www.youtube.com/watch?v=9xlSy9F5WtE" TargetMode="External"/><Relationship Id="rId3" Type="http://schemas.openxmlformats.org/officeDocument/2006/relationships/hyperlink" Target="https://www.youtube.com/watch?v=Lt-KLtkDlh8" TargetMode="External"/><Relationship Id="rId7" Type="http://schemas.openxmlformats.org/officeDocument/2006/relationships/hyperlink" Target="https://www.youtube.com/watch?v=eG1Ed8PTJ18" TargetMode="External"/><Relationship Id="rId2" Type="http://schemas.openxmlformats.org/officeDocument/2006/relationships/hyperlink" Target="https://www.youtube.com/watch?v=hQ49Mc6LV78" TargetMode="External"/><Relationship Id="rId1" Type="http://schemas.openxmlformats.org/officeDocument/2006/relationships/slideLayout" Target="../slideLayouts/slideLayout2.xml"/><Relationship Id="rId6" Type="http://schemas.openxmlformats.org/officeDocument/2006/relationships/hyperlink" Target="https://www.youtube.com/watch?v=eRwTbRtnT1I" TargetMode="External"/><Relationship Id="rId5" Type="http://schemas.openxmlformats.org/officeDocument/2006/relationships/hyperlink" Target="https://www.youtube.com/watch?v=opsmd5yuBF0" TargetMode="External"/><Relationship Id="rId10" Type="http://schemas.openxmlformats.org/officeDocument/2006/relationships/hyperlink" Target="https://www.youtube.com/watch?v=VPRSBzXzavo" TargetMode="External"/><Relationship Id="rId4" Type="http://schemas.openxmlformats.org/officeDocument/2006/relationships/hyperlink" Target="https://www.youtube.com/watch?v=W_gxLKSsSIE" TargetMode="External"/><Relationship Id="rId9" Type="http://schemas.openxmlformats.org/officeDocument/2006/relationships/hyperlink" Target="https://www.youtube.com/watch?v=kvblookYjA8"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flickr.com/photos/robinhutton/16403846414/in/photostream/" TargetMode="External"/><Relationship Id="rId2" Type="http://schemas.openxmlformats.org/officeDocument/2006/relationships/image" Target="../media/image34.jpg"/><Relationship Id="rId1" Type="http://schemas.openxmlformats.org/officeDocument/2006/relationships/slideLayout" Target="../slideLayouts/slideLayout2.xml"/><Relationship Id="rId5" Type="http://schemas.openxmlformats.org/officeDocument/2006/relationships/hyperlink" Target="https://creativecommons.org/licenses/by-nc-nd/2.0/" TargetMode="External"/><Relationship Id="rId4" Type="http://schemas.openxmlformats.org/officeDocument/2006/relationships/hyperlink" Target="https://www.flickr.com/photos/robinhutton/"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hyperlink" Target="https://creativecommons.org/licenses/by-sa/3.0/deed.en" TargetMode="External"/><Relationship Id="rId4" Type="http://schemas.openxmlformats.org/officeDocument/2006/relationships/hyperlink" Target="https://en.wikipedia.org/wiki/PID_controller"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www.wikipedia.org/" TargetMode="External"/><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hyperlink" Target="https://creativecommons.org/licenses/by-sa/4.0/deed.en" TargetMode="External"/></Relationships>
</file>

<file path=ppt/slides/_rels/slide3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creativecommons.org/licenses/by-nc/4.0" TargetMode="External"/><Relationship Id="rId2" Type="http://schemas.openxmlformats.org/officeDocument/2006/relationships/image" Target="../media/image58.png"/><Relationship Id="rId1" Type="http://schemas.openxmlformats.org/officeDocument/2006/relationships/slideLayout" Target="../slideLayouts/slideLayout6.xml"/><Relationship Id="rId4" Type="http://schemas.openxmlformats.org/officeDocument/2006/relationships/image" Target="../media/image59.png"/></Relationships>
</file>

<file path=ppt/slides/_rels/slide3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hyperlink" Target="https://creativecommons.org/licenses/by-nc/4.0" TargetMode="External"/><Relationship Id="rId1" Type="http://schemas.openxmlformats.org/officeDocument/2006/relationships/slideLayout" Target="../slideLayouts/slideLayout6.xml"/><Relationship Id="rId5" Type="http://schemas.openxmlformats.org/officeDocument/2006/relationships/image" Target="../media/image61.png"/><Relationship Id="rId4" Type="http://schemas.openxmlformats.org/officeDocument/2006/relationships/image" Target="../media/image58.png"/></Relationships>
</file>

<file path=ppt/slides/_rels/slide3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hyperlink" Target="https://creativecommons.org/licenses/by-nc/4.0" TargetMode="External"/><Relationship Id="rId1" Type="http://schemas.openxmlformats.org/officeDocument/2006/relationships/slideLayout" Target="../slideLayouts/slideLayout6.xml"/><Relationship Id="rId5" Type="http://schemas.openxmlformats.org/officeDocument/2006/relationships/image" Target="../media/image63.png"/><Relationship Id="rId4" Type="http://schemas.openxmlformats.org/officeDocument/2006/relationships/image" Target="../media/image58.png"/></Relationships>
</file>

<file path=ppt/slides/_rels/slide3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hyperlink" Target="https://creativecommons.org/licenses/by-nc/4.0" TargetMode="External"/><Relationship Id="rId1" Type="http://schemas.openxmlformats.org/officeDocument/2006/relationships/slideLayout" Target="../slideLayouts/slideLayout6.xml"/><Relationship Id="rId6" Type="http://schemas.openxmlformats.org/officeDocument/2006/relationships/image" Target="../media/image66.png"/><Relationship Id="rId5" Type="http://schemas.openxmlformats.org/officeDocument/2006/relationships/image" Target="../media/image58.png"/><Relationship Id="rId4" Type="http://schemas.openxmlformats.org/officeDocument/2006/relationships/image" Target="../media/image65.png"/></Relationships>
</file>

<file path=ppt/slides/_rels/slide3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6.xml"/><Relationship Id="rId6" Type="http://schemas.openxmlformats.org/officeDocument/2006/relationships/hyperlink" Target="https://creativecommons.org/licenses/by-nc/4.0" TargetMode="External"/><Relationship Id="rId5" Type="http://schemas.openxmlformats.org/officeDocument/2006/relationships/image" Target="../media/image70.png"/><Relationship Id="rId4" Type="http://schemas.openxmlformats.org/officeDocument/2006/relationships/image" Target="../media/image6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B02EEF-8413-288E-566D-063A066A6CBC}"/>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77" r="23298" b="3714"/>
          <a:stretch>
            <a:fill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1EE42B-57B4-EB74-A37C-6675858E7D29}"/>
              </a:ext>
            </a:extLst>
          </p:cNvPr>
          <p:cNvSpPr>
            <a:spLocks noGrp="1"/>
          </p:cNvSpPr>
          <p:nvPr>
            <p:ph type="ctrTitle"/>
          </p:nvPr>
        </p:nvSpPr>
        <p:spPr>
          <a:xfrm>
            <a:off x="477981" y="1122363"/>
            <a:ext cx="4023360" cy="3204134"/>
          </a:xfrm>
        </p:spPr>
        <p:txBody>
          <a:bodyPr anchor="b">
            <a:normAutofit/>
          </a:bodyPr>
          <a:lstStyle/>
          <a:p>
            <a:pPr algn="l"/>
            <a:r>
              <a:rPr lang="en-US" sz="4800" dirty="0">
                <a:solidFill>
                  <a:schemeClr val="bg1"/>
                </a:solidFill>
              </a:rPr>
              <a:t>Reinforcement Learning</a:t>
            </a:r>
            <a:br>
              <a:rPr lang="en-US" sz="4800" dirty="0">
                <a:solidFill>
                  <a:schemeClr val="bg1"/>
                </a:solidFill>
              </a:rPr>
            </a:br>
            <a:br>
              <a:rPr lang="en-US" sz="4800" dirty="0">
                <a:solidFill>
                  <a:schemeClr val="bg1"/>
                </a:solidFill>
              </a:rPr>
            </a:br>
            <a:r>
              <a:rPr lang="en-US" sz="4800" dirty="0">
                <a:solidFill>
                  <a:schemeClr val="bg1"/>
                </a:solidFill>
              </a:rPr>
              <a:t>Introduction</a:t>
            </a:r>
          </a:p>
        </p:txBody>
      </p:sp>
      <p:sp>
        <p:nvSpPr>
          <p:cNvPr id="3" name="Subtitle 2">
            <a:extLst>
              <a:ext uri="{FF2B5EF4-FFF2-40B4-BE49-F238E27FC236}">
                <a16:creationId xmlns:a16="http://schemas.microsoft.com/office/drawing/2014/main" id="{7FFF10C2-8C10-0E89-D285-D614C36EEE69}"/>
              </a:ext>
            </a:extLst>
          </p:cNvPr>
          <p:cNvSpPr>
            <a:spLocks noGrp="1"/>
          </p:cNvSpPr>
          <p:nvPr>
            <p:ph type="subTitle" idx="1"/>
          </p:nvPr>
        </p:nvSpPr>
        <p:spPr>
          <a:xfrm>
            <a:off x="477982" y="4868822"/>
            <a:ext cx="4023359" cy="1208141"/>
          </a:xfrm>
        </p:spPr>
        <p:txBody>
          <a:bodyPr>
            <a:normAutofit lnSpcReduction="10000"/>
          </a:bodyPr>
          <a:lstStyle/>
          <a:p>
            <a:pPr algn="l"/>
            <a:r>
              <a:rPr lang="en-US" sz="1700" dirty="0">
                <a:solidFill>
                  <a:schemeClr val="bg1"/>
                </a:solidFill>
              </a:rPr>
              <a:t>Michael Hahsler, SMU</a:t>
            </a:r>
            <a:br>
              <a:rPr lang="en-US" sz="1700" dirty="0">
                <a:solidFill>
                  <a:schemeClr val="bg1"/>
                </a:solidFill>
              </a:rPr>
            </a:br>
            <a:endParaRPr lang="en-US" sz="1700" dirty="0">
              <a:solidFill>
                <a:schemeClr val="bg1"/>
              </a:solidFill>
            </a:endParaRPr>
          </a:p>
          <a:p>
            <a:pPr algn="l"/>
            <a:r>
              <a:rPr lang="en-US" sz="1300" dirty="0">
                <a:solidFill>
                  <a:schemeClr val="bg1"/>
                </a:solidFill>
              </a:rPr>
              <a:t>Based on slides by Oliver </a:t>
            </a:r>
            <a:r>
              <a:rPr lang="en-US" sz="1300" dirty="0" err="1">
                <a:solidFill>
                  <a:schemeClr val="bg1"/>
                </a:solidFill>
              </a:rPr>
              <a:t>Wallscheid</a:t>
            </a:r>
            <a:r>
              <a:rPr lang="en-US" sz="1300" dirty="0">
                <a:solidFill>
                  <a:schemeClr val="bg1"/>
                </a:solidFill>
              </a:rPr>
              <a:t> (Paderborn University) and material by David Silver (University College London)</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object 23">
            <a:hlinkClick r:id="rId3"/>
            <a:extLst>
              <a:ext uri="{FF2B5EF4-FFF2-40B4-BE49-F238E27FC236}">
                <a16:creationId xmlns:a16="http://schemas.microsoft.com/office/drawing/2014/main" id="{3CBD6548-3D4E-9A40-CA35-355261D4E92C}"/>
              </a:ext>
            </a:extLst>
          </p:cNvPr>
          <p:cNvPicPr/>
          <p:nvPr/>
        </p:nvPicPr>
        <p:blipFill>
          <a:blip r:embed="rId4" cstate="print"/>
          <a:stretch>
            <a:fillRect/>
          </a:stretch>
        </p:blipFill>
        <p:spPr>
          <a:xfrm>
            <a:off x="10961016" y="6265038"/>
            <a:ext cx="1037459" cy="383579"/>
          </a:xfrm>
          <a:prstGeom prst="rect">
            <a:avLst/>
          </a:prstGeom>
        </p:spPr>
      </p:pic>
    </p:spTree>
    <p:extLst>
      <p:ext uri="{BB962C8B-B14F-4D97-AF65-F5344CB8AC3E}">
        <p14:creationId xmlns:p14="http://schemas.microsoft.com/office/powerpoint/2010/main" val="3852752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A3493-2ED6-DF09-F569-7F3DCA81AB18}"/>
              </a:ext>
            </a:extLst>
          </p:cNvPr>
          <p:cNvSpPr>
            <a:spLocks noGrp="1"/>
          </p:cNvSpPr>
          <p:nvPr>
            <p:ph type="title"/>
          </p:nvPr>
        </p:nvSpPr>
        <p:spPr/>
        <p:txBody>
          <a:bodyPr/>
          <a:lstStyle/>
          <a:p>
            <a:r>
              <a:rPr lang="en-US" dirty="0"/>
              <a:t>Topics of This Course</a:t>
            </a:r>
          </a:p>
        </p:txBody>
      </p:sp>
      <p:sp>
        <p:nvSpPr>
          <p:cNvPr id="3" name="Content Placeholder 2">
            <a:extLst>
              <a:ext uri="{FF2B5EF4-FFF2-40B4-BE49-F238E27FC236}">
                <a16:creationId xmlns:a16="http://schemas.microsoft.com/office/drawing/2014/main" id="{8F95E019-92A5-79AC-D777-59B4926F61A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53367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6236" rIns="0" bIns="0" rtlCol="0" anchor="ctr">
            <a:spAutoFit/>
          </a:bodyPr>
          <a:lstStyle/>
          <a:p>
            <a:pPr marL="26841">
              <a:lnSpc>
                <a:spcPct val="100000"/>
              </a:lnSpc>
              <a:spcBef>
                <a:spcPts val="285"/>
              </a:spcBef>
            </a:pPr>
            <a:r>
              <a:rPr spc="-127" dirty="0"/>
              <a:t>Recommended</a:t>
            </a:r>
            <a:r>
              <a:rPr spc="-95" dirty="0"/>
              <a:t> </a:t>
            </a:r>
            <a:r>
              <a:rPr spc="-53" dirty="0"/>
              <a:t>textbooks</a:t>
            </a:r>
          </a:p>
        </p:txBody>
      </p:sp>
      <p:sp>
        <p:nvSpPr>
          <p:cNvPr id="7" name="Content Placeholder 6">
            <a:extLst>
              <a:ext uri="{FF2B5EF4-FFF2-40B4-BE49-F238E27FC236}">
                <a16:creationId xmlns:a16="http://schemas.microsoft.com/office/drawing/2014/main" id="{C6E550D2-23C5-937B-ED14-A0F805827A1B}"/>
              </a:ext>
            </a:extLst>
          </p:cNvPr>
          <p:cNvSpPr>
            <a:spLocks noGrp="1"/>
          </p:cNvSpPr>
          <p:nvPr>
            <p:ph idx="1"/>
          </p:nvPr>
        </p:nvSpPr>
        <p:spPr/>
        <p:txBody>
          <a:bodyPr>
            <a:normAutofit/>
          </a:bodyPr>
          <a:lstStyle/>
          <a:p>
            <a:pPr marL="134207">
              <a:spcBef>
                <a:spcPts val="602"/>
              </a:spcBef>
            </a:pPr>
            <a:r>
              <a:rPr lang="en-US" dirty="0"/>
              <a:t>Reinforcement learning: an introduction,</a:t>
            </a:r>
          </a:p>
          <a:p>
            <a:pPr marL="298832" indent="0">
              <a:lnSpc>
                <a:spcPts val="2536"/>
              </a:lnSpc>
              <a:spcBef>
                <a:spcPts val="370"/>
              </a:spcBef>
              <a:buNone/>
            </a:pPr>
            <a:r>
              <a:rPr lang="en-US" dirty="0"/>
              <a:t>R. Sutton and G. Barto</a:t>
            </a:r>
          </a:p>
          <a:p>
            <a:pPr marL="298832" indent="0">
              <a:lnSpc>
                <a:spcPts val="2526"/>
              </a:lnSpc>
              <a:buNone/>
            </a:pPr>
            <a:r>
              <a:rPr lang="en-US" dirty="0"/>
              <a:t>MIT Press, 2nd edition, 2018</a:t>
            </a:r>
          </a:p>
          <a:p>
            <a:pPr marL="298832" indent="0">
              <a:lnSpc>
                <a:spcPts val="2536"/>
              </a:lnSpc>
              <a:buNone/>
            </a:pPr>
            <a:r>
              <a:rPr lang="en-US" dirty="0"/>
              <a:t>Available </a:t>
            </a:r>
            <a:r>
              <a:rPr lang="en-US" dirty="0">
                <a:hlinkClick r:id="rId2"/>
              </a:rPr>
              <a:t>here</a:t>
            </a:r>
            <a:endParaRPr lang="en-US" dirty="0"/>
          </a:p>
          <a:p>
            <a:pPr>
              <a:spcBef>
                <a:spcPts val="1279"/>
              </a:spcBef>
            </a:pPr>
            <a:endParaRPr lang="en-US" dirty="0"/>
          </a:p>
          <a:p>
            <a:pPr marL="134207"/>
            <a:r>
              <a:rPr lang="en-US" dirty="0"/>
              <a:t>Reinforcement learning (lecture script)</a:t>
            </a:r>
          </a:p>
          <a:p>
            <a:pPr marL="298832" indent="0">
              <a:lnSpc>
                <a:spcPts val="2536"/>
              </a:lnSpc>
              <a:spcBef>
                <a:spcPts val="370"/>
              </a:spcBef>
              <a:buNone/>
            </a:pPr>
            <a:r>
              <a:rPr lang="en-US" dirty="0"/>
              <a:t>D. Silver</a:t>
            </a:r>
          </a:p>
          <a:p>
            <a:pPr marL="298832" indent="0">
              <a:lnSpc>
                <a:spcPts val="2526"/>
              </a:lnSpc>
              <a:buNone/>
            </a:pPr>
            <a:r>
              <a:rPr lang="en-US" dirty="0"/>
              <a:t>Entire slide set available </a:t>
            </a:r>
            <a:r>
              <a:rPr lang="en-US" dirty="0">
                <a:hlinkClick r:id="rId3"/>
              </a:rPr>
              <a:t>here</a:t>
            </a:r>
            <a:endParaRPr lang="en-US" dirty="0"/>
          </a:p>
          <a:p>
            <a:pPr marL="298832" indent="0">
              <a:lnSpc>
                <a:spcPts val="2536"/>
              </a:lnSpc>
              <a:buNone/>
            </a:pPr>
            <a:r>
              <a:rPr lang="en-US" dirty="0"/>
              <a:t>YouTube lecture series (click </a:t>
            </a:r>
            <a:r>
              <a:rPr lang="en-US" dirty="0">
                <a:hlinkClick r:id="rId4"/>
              </a:rPr>
              <a:t>here</a:t>
            </a:r>
            <a:r>
              <a:rPr lang="en-US" dirty="0"/>
              <a:t>)</a:t>
            </a:r>
          </a:p>
          <a:p>
            <a:pPr>
              <a:spcBef>
                <a:spcPts val="1279"/>
              </a:spcBef>
            </a:pPr>
            <a:endParaRPr lang="en-US" dirty="0">
              <a:latin typeface="Tahoma"/>
              <a:cs typeface="Tahoma"/>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8ADA6-11A6-73D7-7A43-6896BDED8B5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D351CA1-5415-3F1B-E7CF-BD6055D1646B}"/>
              </a:ext>
            </a:extLst>
          </p:cNvPr>
          <p:cNvSpPr>
            <a:spLocks noGrp="1"/>
          </p:cNvSpPr>
          <p:nvPr>
            <p:ph type="title"/>
          </p:nvPr>
        </p:nvSpPr>
        <p:spPr/>
        <p:txBody>
          <a:bodyPr/>
          <a:lstStyle/>
          <a:p>
            <a:r>
              <a:rPr lang="en-US" dirty="0"/>
              <a:t>Table of contents</a:t>
            </a:r>
          </a:p>
        </p:txBody>
      </p:sp>
      <p:sp>
        <p:nvSpPr>
          <p:cNvPr id="4" name="Content Placeholder 3">
            <a:extLst>
              <a:ext uri="{FF2B5EF4-FFF2-40B4-BE49-F238E27FC236}">
                <a16:creationId xmlns:a16="http://schemas.microsoft.com/office/drawing/2014/main" id="{CB1FAAD4-0126-9E8C-FBAA-9653414960B4}"/>
              </a:ext>
            </a:extLst>
          </p:cNvPr>
          <p:cNvSpPr>
            <a:spLocks noGrp="1"/>
          </p:cNvSpPr>
          <p:nvPr>
            <p:ph idx="1"/>
          </p:nvPr>
        </p:nvSpPr>
        <p:spPr/>
        <p:txBody>
          <a:bodyPr/>
          <a:lstStyle/>
          <a:p>
            <a:pPr marL="0" indent="0">
              <a:buNone/>
            </a:pPr>
            <a:r>
              <a:rPr lang="en-US" dirty="0"/>
              <a:t>Introduction to reinforcement learning </a:t>
            </a:r>
          </a:p>
          <a:p>
            <a:r>
              <a:rPr lang="en-US" dirty="0"/>
              <a:t>Course framework</a:t>
            </a:r>
          </a:p>
          <a:p>
            <a:r>
              <a:rPr lang="en-US" dirty="0"/>
              <a:t>Reinforcement learning: what is it? </a:t>
            </a:r>
          </a:p>
          <a:p>
            <a:r>
              <a:rPr lang="en-US" dirty="0"/>
              <a:t>Application examples and historic review Basic terminology</a:t>
            </a:r>
          </a:p>
          <a:p>
            <a:r>
              <a:rPr lang="en-US" dirty="0"/>
              <a:t>Main categories of reinforcement learning algorithms </a:t>
            </a:r>
          </a:p>
          <a:p>
            <a:r>
              <a:rPr lang="en-US" dirty="0"/>
              <a:t>Small comparison to model predictive control</a:t>
            </a:r>
          </a:p>
          <a:p>
            <a:endParaRPr lang="en-US" dirty="0"/>
          </a:p>
        </p:txBody>
      </p:sp>
    </p:spTree>
    <p:extLst>
      <p:ext uri="{BB962C8B-B14F-4D97-AF65-F5344CB8AC3E}">
        <p14:creationId xmlns:p14="http://schemas.microsoft.com/office/powerpoint/2010/main" val="3039270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6236" rIns="0" bIns="0" rtlCol="0" anchor="ctr">
            <a:spAutoFit/>
          </a:bodyPr>
          <a:lstStyle/>
          <a:p>
            <a:pPr marL="26841">
              <a:lnSpc>
                <a:spcPct val="100000"/>
              </a:lnSpc>
              <a:spcBef>
                <a:spcPts val="285"/>
              </a:spcBef>
            </a:pPr>
            <a:r>
              <a:rPr dirty="0"/>
              <a:t>The</a:t>
            </a:r>
            <a:r>
              <a:rPr spc="-53" dirty="0"/>
              <a:t> </a:t>
            </a:r>
            <a:r>
              <a:rPr spc="-63" dirty="0"/>
              <a:t>basic</a:t>
            </a:r>
            <a:r>
              <a:rPr spc="-42" dirty="0"/>
              <a:t> </a:t>
            </a:r>
            <a:r>
              <a:rPr spc="-116" dirty="0"/>
              <a:t>reinforcement</a:t>
            </a:r>
            <a:r>
              <a:rPr spc="-53" dirty="0"/>
              <a:t> </a:t>
            </a:r>
            <a:r>
              <a:rPr spc="-106" dirty="0"/>
              <a:t>learning</a:t>
            </a:r>
            <a:r>
              <a:rPr spc="-53" dirty="0"/>
              <a:t> </a:t>
            </a:r>
            <a:r>
              <a:rPr spc="-21" dirty="0"/>
              <a:t>structure</a:t>
            </a:r>
          </a:p>
        </p:txBody>
      </p:sp>
      <p:sp>
        <p:nvSpPr>
          <p:cNvPr id="5" name="object 5"/>
          <p:cNvSpPr txBox="1"/>
          <p:nvPr/>
        </p:nvSpPr>
        <p:spPr>
          <a:xfrm>
            <a:off x="701454" y="5125856"/>
            <a:ext cx="7451946" cy="309523"/>
          </a:xfrm>
          <a:prstGeom prst="rect">
            <a:avLst/>
          </a:prstGeom>
        </p:spPr>
        <p:txBody>
          <a:bodyPr vert="horz" wrap="square" lIns="0" tIns="32210" rIns="0" bIns="0" rtlCol="0">
            <a:spAutoFit/>
          </a:bodyPr>
          <a:lstStyle/>
          <a:p>
            <a:pPr marL="83208" marR="10737" indent="-57709">
              <a:spcBef>
                <a:spcPts val="1733"/>
              </a:spcBef>
            </a:pPr>
            <a:r>
              <a:rPr dirty="0"/>
              <a:t>The basic RL operation principle (derivative of </a:t>
            </a:r>
            <a:r>
              <a:rPr dirty="0">
                <a:hlinkClick r:id="rId2"/>
              </a:rPr>
              <a:t>www.wikipedia.org,</a:t>
            </a:r>
            <a:r>
              <a:rPr dirty="0"/>
              <a:t> </a:t>
            </a:r>
            <a:r>
              <a:rPr dirty="0">
                <a:hlinkClick r:id="rId3"/>
              </a:rPr>
              <a:t>CC0 1.0</a:t>
            </a:r>
            <a:r>
              <a:rPr dirty="0"/>
              <a:t>)</a:t>
            </a:r>
          </a:p>
        </p:txBody>
      </p:sp>
      <p:sp>
        <p:nvSpPr>
          <p:cNvPr id="11" name="object 11"/>
          <p:cNvSpPr txBox="1"/>
          <p:nvPr/>
        </p:nvSpPr>
        <p:spPr>
          <a:xfrm>
            <a:off x="7356429" y="1699814"/>
            <a:ext cx="4374791" cy="2644252"/>
          </a:xfrm>
          <a:prstGeom prst="rect">
            <a:avLst/>
          </a:prstGeom>
        </p:spPr>
        <p:txBody>
          <a:bodyPr vert="horz" wrap="square" lIns="0" tIns="189232" rIns="0" bIns="0" rtlCol="0">
            <a:spAutoFit/>
          </a:bodyPr>
          <a:lstStyle/>
          <a:p>
            <a:pPr marL="80524">
              <a:spcBef>
                <a:spcPts val="1490"/>
              </a:spcBef>
            </a:pPr>
            <a:r>
              <a:rPr dirty="0"/>
              <a:t>Key characteristics:</a:t>
            </a:r>
          </a:p>
          <a:p>
            <a:pPr marL="366274" indent="-285750">
              <a:spcBef>
                <a:spcPts val="1289"/>
              </a:spcBef>
              <a:buFont typeface="Arial" panose="020B0604020202020204" pitchFamily="34" charset="0"/>
              <a:buChar char="•"/>
            </a:pPr>
            <a:r>
              <a:rPr dirty="0"/>
              <a:t>No supervisor</a:t>
            </a:r>
          </a:p>
          <a:p>
            <a:pPr marL="366274" indent="-285750">
              <a:spcBef>
                <a:spcPts val="697"/>
              </a:spcBef>
              <a:buFont typeface="Arial" panose="020B0604020202020204" pitchFamily="34" charset="0"/>
              <a:buChar char="•"/>
            </a:pPr>
            <a:r>
              <a:rPr dirty="0"/>
              <a:t>Data-driven</a:t>
            </a:r>
          </a:p>
          <a:p>
            <a:pPr marL="366274" indent="-285750">
              <a:spcBef>
                <a:spcPts val="708"/>
              </a:spcBef>
              <a:buFont typeface="Arial" panose="020B0604020202020204" pitchFamily="34" charset="0"/>
              <a:buChar char="•"/>
            </a:pPr>
            <a:r>
              <a:rPr dirty="0"/>
              <a:t>Discrete time steps</a:t>
            </a:r>
          </a:p>
          <a:p>
            <a:pPr marL="453618" marR="64419" indent="-374438">
              <a:lnSpc>
                <a:spcPct val="102600"/>
              </a:lnSpc>
              <a:spcBef>
                <a:spcPts val="634"/>
              </a:spcBef>
              <a:buFont typeface="Arial" panose="020B0604020202020204" pitchFamily="34" charset="0"/>
              <a:buChar char="•"/>
            </a:pPr>
            <a:r>
              <a:rPr dirty="0"/>
              <a:t>Sequential data stream (not i.i.d. data)</a:t>
            </a:r>
          </a:p>
          <a:p>
            <a:pPr marL="453618" marR="214732" indent="-374438">
              <a:lnSpc>
                <a:spcPct val="102600"/>
              </a:lnSpc>
              <a:spcBef>
                <a:spcPts val="634"/>
              </a:spcBef>
              <a:buFont typeface="Arial" panose="020B0604020202020204" pitchFamily="34" charset="0"/>
              <a:buChar char="•"/>
            </a:pPr>
            <a:r>
              <a:rPr dirty="0"/>
              <a:t>Agent actions affect subsequent data (sequential decision making)</a:t>
            </a:r>
          </a:p>
        </p:txBody>
      </p:sp>
      <p:grpSp>
        <p:nvGrpSpPr>
          <p:cNvPr id="17" name="Group 16">
            <a:extLst>
              <a:ext uri="{FF2B5EF4-FFF2-40B4-BE49-F238E27FC236}">
                <a16:creationId xmlns:a16="http://schemas.microsoft.com/office/drawing/2014/main" id="{D3DEF8C9-FCEE-FF20-9525-87CE1457AADE}"/>
              </a:ext>
            </a:extLst>
          </p:cNvPr>
          <p:cNvGrpSpPr/>
          <p:nvPr/>
        </p:nvGrpSpPr>
        <p:grpSpPr>
          <a:xfrm>
            <a:off x="1677563" y="1091071"/>
            <a:ext cx="4207277" cy="4067913"/>
            <a:chOff x="1586821" y="1395043"/>
            <a:chExt cx="4207277" cy="4067913"/>
          </a:xfrm>
        </p:grpSpPr>
        <p:pic>
          <p:nvPicPr>
            <p:cNvPr id="18" name="Picture 2" descr="undefined">
              <a:extLst>
                <a:ext uri="{FF2B5EF4-FFF2-40B4-BE49-F238E27FC236}">
                  <a16:creationId xmlns:a16="http://schemas.microsoft.com/office/drawing/2014/main" id="{61B1D5C2-D35E-5F00-0240-853B509EAB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6821" y="1395043"/>
              <a:ext cx="4207277" cy="406791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6867FBE-271A-9257-38CE-C52585C3352E}"/>
                    </a:ext>
                  </a:extLst>
                </p:cNvPr>
                <p:cNvSpPr txBox="1"/>
                <p:nvPr/>
              </p:nvSpPr>
              <p:spPr>
                <a:xfrm>
                  <a:off x="4479514" y="1473120"/>
                  <a:ext cx="58109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𝑘</m:t>
                            </m:r>
                          </m:sub>
                        </m:sSub>
                      </m:oMath>
                    </m:oMathPara>
                  </a14:m>
                  <a:endParaRPr lang="en-US" dirty="0"/>
                </a:p>
              </p:txBody>
            </p:sp>
          </mc:Choice>
          <mc:Fallback xmlns="">
            <p:sp>
              <p:nvSpPr>
                <p:cNvPr id="19" name="TextBox 18">
                  <a:extLst>
                    <a:ext uri="{FF2B5EF4-FFF2-40B4-BE49-F238E27FC236}">
                      <a16:creationId xmlns:a16="http://schemas.microsoft.com/office/drawing/2014/main" id="{06867FBE-271A-9257-38CE-C52585C3352E}"/>
                    </a:ext>
                  </a:extLst>
                </p:cNvPr>
                <p:cNvSpPr txBox="1">
                  <a:spLocks noRot="1" noChangeAspect="1" noMove="1" noResize="1" noEditPoints="1" noAdjustHandles="1" noChangeArrowheads="1" noChangeShapeType="1" noTextEdit="1"/>
                </p:cNvSpPr>
                <p:nvPr/>
              </p:nvSpPr>
              <p:spPr>
                <a:xfrm>
                  <a:off x="4479514" y="1473120"/>
                  <a:ext cx="581097"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0FE9D90-5FB6-E48A-CBAD-68376E97F7D6}"/>
                    </a:ext>
                  </a:extLst>
                </p:cNvPr>
                <p:cNvSpPr txBox="1"/>
                <p:nvPr/>
              </p:nvSpPr>
              <p:spPr>
                <a:xfrm>
                  <a:off x="3823379" y="3315881"/>
                  <a:ext cx="43451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𝑟</m:t>
                            </m:r>
                          </m:e>
                          <m:sub>
                            <m:r>
                              <a:rPr lang="en-US" b="0" i="1" dirty="0" smtClean="0">
                                <a:latin typeface="Cambria Math" panose="02040503050406030204" pitchFamily="18" charset="0"/>
                              </a:rPr>
                              <m:t>𝑘</m:t>
                            </m:r>
                          </m:sub>
                        </m:sSub>
                      </m:oMath>
                    </m:oMathPara>
                  </a14:m>
                  <a:endParaRPr lang="en-US" dirty="0"/>
                </a:p>
              </p:txBody>
            </p:sp>
          </mc:Choice>
          <mc:Fallback xmlns="">
            <p:sp>
              <p:nvSpPr>
                <p:cNvPr id="20" name="TextBox 19">
                  <a:extLst>
                    <a:ext uri="{FF2B5EF4-FFF2-40B4-BE49-F238E27FC236}">
                      <a16:creationId xmlns:a16="http://schemas.microsoft.com/office/drawing/2014/main" id="{30FE9D90-5FB6-E48A-CBAD-68376E97F7D6}"/>
                    </a:ext>
                  </a:extLst>
                </p:cNvPr>
                <p:cNvSpPr txBox="1">
                  <a:spLocks noRot="1" noChangeAspect="1" noMove="1" noResize="1" noEditPoints="1" noAdjustHandles="1" noChangeArrowheads="1" noChangeShapeType="1" noTextEdit="1"/>
                </p:cNvSpPr>
                <p:nvPr/>
              </p:nvSpPr>
              <p:spPr>
                <a:xfrm>
                  <a:off x="3823379" y="3315881"/>
                  <a:ext cx="434514"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A5189FC-4808-D7C8-F400-13D8A52CDF14}"/>
                    </a:ext>
                  </a:extLst>
                </p:cNvPr>
                <p:cNvSpPr txBox="1"/>
                <p:nvPr/>
              </p:nvSpPr>
              <p:spPr>
                <a:xfrm>
                  <a:off x="3082174" y="4719479"/>
                  <a:ext cx="54619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𝑘</m:t>
                            </m:r>
                          </m:sub>
                        </m:sSub>
                      </m:oMath>
                    </m:oMathPara>
                  </a14:m>
                  <a:endParaRPr lang="en-US" dirty="0"/>
                </a:p>
              </p:txBody>
            </p:sp>
          </mc:Choice>
          <mc:Fallback xmlns="">
            <p:sp>
              <p:nvSpPr>
                <p:cNvPr id="21" name="TextBox 20">
                  <a:extLst>
                    <a:ext uri="{FF2B5EF4-FFF2-40B4-BE49-F238E27FC236}">
                      <a16:creationId xmlns:a16="http://schemas.microsoft.com/office/drawing/2014/main" id="{2A5189FC-4808-D7C8-F400-13D8A52CDF14}"/>
                    </a:ext>
                  </a:extLst>
                </p:cNvPr>
                <p:cNvSpPr txBox="1">
                  <a:spLocks noRot="1" noChangeAspect="1" noMove="1" noResize="1" noEditPoints="1" noAdjustHandles="1" noChangeArrowheads="1" noChangeShapeType="1" noTextEdit="1"/>
                </p:cNvSpPr>
                <p:nvPr/>
              </p:nvSpPr>
              <p:spPr>
                <a:xfrm>
                  <a:off x="3082174" y="4719479"/>
                  <a:ext cx="546197" cy="369332"/>
                </a:xfrm>
                <a:prstGeom prst="rect">
                  <a:avLst/>
                </a:prstGeom>
                <a:blipFill>
                  <a:blip r:embed="rId7"/>
                  <a:stretch>
                    <a:fillRect/>
                  </a:stretch>
                </a:blipFill>
              </p:spPr>
              <p:txBody>
                <a:bodyPr/>
                <a:lstStyle/>
                <a:p>
                  <a:r>
                    <a:rPr lang="en-US">
                      <a:noFill/>
                    </a:rPr>
                    <a:t> </a:t>
                  </a:r>
                </a:p>
              </p:txBody>
            </p:sp>
          </mc:Fallback>
        </mc:AlternateContent>
      </p:gr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424E3-F30E-865F-9334-60F66FE60F1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A253552-B9B3-75C4-A0B9-490BC18FD0A9}"/>
              </a:ext>
            </a:extLst>
          </p:cNvPr>
          <p:cNvSpPr txBox="1">
            <a:spLocks noGrp="1"/>
          </p:cNvSpPr>
          <p:nvPr>
            <p:ph type="title"/>
          </p:nvPr>
        </p:nvSpPr>
        <p:spPr>
          <a:xfrm>
            <a:off x="838200" y="387813"/>
            <a:ext cx="10515600" cy="713698"/>
          </a:xfrm>
          <a:prstGeom prst="rect">
            <a:avLst/>
          </a:prstGeom>
        </p:spPr>
        <p:txBody>
          <a:bodyPr vert="horz" wrap="square" lIns="0" tIns="36236" rIns="0" bIns="0" rtlCol="0" anchor="ctr">
            <a:spAutoFit/>
          </a:bodyPr>
          <a:lstStyle/>
          <a:p>
            <a:pPr marL="26841">
              <a:lnSpc>
                <a:spcPct val="100000"/>
              </a:lnSpc>
              <a:spcBef>
                <a:spcPts val="285"/>
              </a:spcBef>
            </a:pPr>
            <a:r>
              <a:rPr lang="en-US" dirty="0"/>
              <a:t>Agent and environment</a:t>
            </a:r>
            <a:endParaRPr spc="-21" dirty="0"/>
          </a:p>
        </p:txBody>
      </p:sp>
      <mc:AlternateContent xmlns:mc="http://schemas.openxmlformats.org/markup-compatibility/2006" xmlns:a14="http://schemas.microsoft.com/office/drawing/2010/main">
        <mc:Choice Requires="a14">
          <p:sp>
            <p:nvSpPr>
              <p:cNvPr id="11" name="object 11">
                <a:extLst>
                  <a:ext uri="{FF2B5EF4-FFF2-40B4-BE49-F238E27FC236}">
                    <a16:creationId xmlns:a16="http://schemas.microsoft.com/office/drawing/2014/main" id="{4627DEF9-21F2-D6D6-C5B7-157F310E33CF}"/>
                  </a:ext>
                </a:extLst>
              </p:cNvPr>
              <p:cNvSpPr txBox="1"/>
              <p:nvPr/>
            </p:nvSpPr>
            <p:spPr>
              <a:xfrm>
                <a:off x="7423541" y="1167113"/>
                <a:ext cx="4374791" cy="3709992"/>
              </a:xfrm>
              <a:prstGeom prst="rect">
                <a:avLst/>
              </a:prstGeom>
            </p:spPr>
            <p:txBody>
              <a:bodyPr vert="horz" wrap="square" lIns="0" tIns="189232" rIns="0" bIns="0" rtlCol="0">
                <a:spAutoFit/>
              </a:bodyPr>
              <a:lstStyle/>
              <a:p>
                <a:pPr marL="80524">
                  <a:spcBef>
                    <a:spcPts val="1490"/>
                  </a:spcBef>
                </a:pPr>
                <a:r>
                  <a:rPr lang="en-US" dirty="0"/>
                  <a:t>At each step </a:t>
                </a:r>
                <a14:m>
                  <m:oMath xmlns:m="http://schemas.openxmlformats.org/officeDocument/2006/math">
                    <m:r>
                      <a:rPr lang="en-US" b="0" i="1" dirty="0" smtClean="0">
                        <a:latin typeface="Cambria Math" panose="02040503050406030204" pitchFamily="18" charset="0"/>
                      </a:rPr>
                      <m:t>𝑡</m:t>
                    </m:r>
                  </m:oMath>
                </a14:m>
                <a:r>
                  <a:rPr lang="en-US" dirty="0"/>
                  <a:t> the agent:</a:t>
                </a:r>
              </a:p>
              <a:p>
                <a:pPr marL="366274" indent="-285750">
                  <a:spcBef>
                    <a:spcPts val="1289"/>
                  </a:spcBef>
                  <a:buFont typeface="Arial" panose="020B0604020202020204" pitchFamily="34" charset="0"/>
                  <a:buChar char="•"/>
                </a:pPr>
                <a:r>
                  <a:rPr lang="en-US" dirty="0"/>
                  <a:t>Picks an action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b="0" i="1" dirty="0" smtClean="0">
                            <a:latin typeface="Cambria Math" panose="02040503050406030204" pitchFamily="18" charset="0"/>
                          </a:rPr>
                          <m:t>𝑡</m:t>
                        </m:r>
                      </m:sub>
                    </m:sSub>
                  </m:oMath>
                </a14:m>
                <a:r>
                  <a:rPr lang="en-US" dirty="0"/>
                  <a:t>.</a:t>
                </a:r>
              </a:p>
              <a:p>
                <a:pPr marL="366274" indent="-285750">
                  <a:spcBef>
                    <a:spcPts val="697"/>
                  </a:spcBef>
                  <a:buFont typeface="Arial" panose="020B0604020202020204" pitchFamily="34" charset="0"/>
                  <a:buChar char="•"/>
                </a:pPr>
                <a:r>
                  <a:rPr lang="en-US" dirty="0"/>
                  <a:t>Receives the state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𝑡</m:t>
                        </m:r>
                      </m:sub>
                    </m:sSub>
                    <m:r>
                      <a:rPr lang="en-US" b="0" i="0" smtClean="0">
                        <a:latin typeface="Cambria Math" panose="02040503050406030204" pitchFamily="18" charset="0"/>
                      </a:rPr>
                      <m:t>.</m:t>
                    </m:r>
                  </m:oMath>
                </a14:m>
                <a:endParaRPr lang="en-US" dirty="0"/>
              </a:p>
              <a:p>
                <a:pPr marL="366274" indent="-285750">
                  <a:spcBef>
                    <a:spcPts val="708"/>
                  </a:spcBef>
                  <a:buFont typeface="Arial" panose="020B0604020202020204" pitchFamily="34" charset="0"/>
                  <a:buChar char="•"/>
                </a:pPr>
                <a:r>
                  <a:rPr lang="en-US" dirty="0"/>
                  <a:t>Receives a reward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𝑟</m:t>
                        </m:r>
                      </m:e>
                      <m:sub>
                        <m:r>
                          <a:rPr lang="en-US" b="0" i="1" dirty="0" smtClean="0">
                            <a:latin typeface="Cambria Math" panose="02040503050406030204" pitchFamily="18" charset="0"/>
                          </a:rPr>
                          <m:t>𝑡</m:t>
                        </m:r>
                      </m:sub>
                    </m:sSub>
                  </m:oMath>
                </a14:m>
                <a:r>
                  <a:rPr lang="en-US" dirty="0"/>
                  <a:t>.</a:t>
                </a:r>
              </a:p>
              <a:p>
                <a:pPr marL="80524">
                  <a:spcBef>
                    <a:spcPts val="1279"/>
                  </a:spcBef>
                </a:pPr>
                <a:r>
                  <a:rPr lang="en-US" dirty="0"/>
                  <a:t>At each step </a:t>
                </a:r>
                <a14:m>
                  <m:oMath xmlns:m="http://schemas.openxmlformats.org/officeDocument/2006/math">
                    <m:r>
                      <a:rPr lang="en-US" b="0" i="1" smtClean="0">
                        <a:latin typeface="Cambria Math" panose="02040503050406030204" pitchFamily="18" charset="0"/>
                      </a:rPr>
                      <m:t>𝑡</m:t>
                    </m:r>
                  </m:oMath>
                </a14:m>
                <a:r>
                  <a:rPr lang="en-US" dirty="0"/>
                  <a:t> the environment:</a:t>
                </a:r>
              </a:p>
              <a:p>
                <a:pPr marL="366274" indent="-285750">
                  <a:spcBef>
                    <a:spcPts val="1289"/>
                  </a:spcBef>
                  <a:buFont typeface="Arial" panose="020B0604020202020204" pitchFamily="34" charset="0"/>
                  <a:buChar char="•"/>
                </a:pPr>
                <a:r>
                  <a:rPr lang="en-US" dirty="0"/>
                  <a:t>Receives an action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oMath>
                </a14:m>
                <a:r>
                  <a:rPr lang="en-US" dirty="0"/>
                  <a:t>.</a:t>
                </a:r>
              </a:p>
              <a:p>
                <a:pPr marL="366274" indent="-285750">
                  <a:spcBef>
                    <a:spcPts val="706"/>
                  </a:spcBef>
                  <a:buFont typeface="Arial" panose="020B0604020202020204" pitchFamily="34" charset="0"/>
                  <a:buChar char="•"/>
                </a:pPr>
                <a:r>
                  <a:rPr lang="en-US" dirty="0"/>
                  <a:t>Emits an observation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a14:m>
                <a:r>
                  <a:rPr lang="en-US" dirty="0"/>
                  <a:t>.</a:t>
                </a:r>
              </a:p>
              <a:p>
                <a:pPr marL="366274" indent="-285750">
                  <a:spcBef>
                    <a:spcPts val="697"/>
                  </a:spcBef>
                  <a:buFont typeface="Arial" panose="020B0604020202020204" pitchFamily="34" charset="0"/>
                  <a:buChar char="•"/>
                </a:pPr>
                <a:r>
                  <a:rPr lang="en-US" dirty="0"/>
                  <a:t>Emits a reward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𝑟</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oMath>
                </a14:m>
                <a:r>
                  <a:rPr lang="en-US" dirty="0"/>
                  <a:t>.</a:t>
                </a:r>
              </a:p>
              <a:p>
                <a:pPr marL="80524">
                  <a:spcBef>
                    <a:spcPts val="1289"/>
                  </a:spcBef>
                </a:pPr>
                <a:r>
                  <a:rPr lang="en-US" dirty="0"/>
                  <a:t>The time increments </a:t>
                </a:r>
                <a14:m>
                  <m:oMath xmlns:m="http://schemas.openxmlformats.org/officeDocument/2006/math">
                    <m:r>
                      <a:rPr lang="en-US" i="1" dirty="0" smtClean="0">
                        <a:latin typeface="Cambria Math" panose="02040503050406030204" pitchFamily="18" charset="0"/>
                      </a:rPr>
                      <m:t> </m:t>
                    </m:r>
                    <m:r>
                      <a:rPr lang="en-US" b="0" i="1" dirty="0" smtClean="0">
                        <a:latin typeface="Cambria Math" panose="02040503050406030204" pitchFamily="18" charset="0"/>
                      </a:rPr>
                      <m:t>𝑡</m:t>
                    </m:r>
                    <m:r>
                      <a:rPr lang="en-US" i="1" dirty="0" smtClean="0">
                        <a:latin typeface="Cambria Math" panose="02040503050406030204" pitchFamily="18" charset="0"/>
                      </a:rPr>
                      <m:t>←</m:t>
                    </m:r>
                    <m:r>
                      <a:rPr lang="en-US" b="0" i="1" dirty="0" smtClean="0">
                        <a:latin typeface="Cambria Math" panose="02040503050406030204" pitchFamily="18" charset="0"/>
                      </a:rPr>
                      <m:t>𝑡</m:t>
                    </m:r>
                    <m:r>
                      <a:rPr lang="en-US" i="1" dirty="0" smtClean="0">
                        <a:latin typeface="Cambria Math" panose="02040503050406030204" pitchFamily="18" charset="0"/>
                      </a:rPr>
                      <m:t>+1</m:t>
                    </m:r>
                  </m:oMath>
                </a14:m>
                <a:r>
                  <a:rPr lang="en-US" dirty="0"/>
                  <a:t>.</a:t>
                </a:r>
                <a:endParaRPr dirty="0"/>
              </a:p>
            </p:txBody>
          </p:sp>
        </mc:Choice>
        <mc:Fallback xmlns="">
          <p:sp>
            <p:nvSpPr>
              <p:cNvPr id="11" name="object 11">
                <a:extLst>
                  <a:ext uri="{FF2B5EF4-FFF2-40B4-BE49-F238E27FC236}">
                    <a16:creationId xmlns:a16="http://schemas.microsoft.com/office/drawing/2014/main" id="{4627DEF9-21F2-D6D6-C5B7-157F310E33CF}"/>
                  </a:ext>
                </a:extLst>
              </p:cNvPr>
              <p:cNvSpPr txBox="1">
                <a:spLocks noRot="1" noChangeAspect="1" noMove="1" noResize="1" noEditPoints="1" noAdjustHandles="1" noChangeArrowheads="1" noChangeShapeType="1" noTextEdit="1"/>
              </p:cNvSpPr>
              <p:nvPr/>
            </p:nvSpPr>
            <p:spPr>
              <a:xfrm>
                <a:off x="7423541" y="1167113"/>
                <a:ext cx="4374791" cy="3709992"/>
              </a:xfrm>
              <a:prstGeom prst="rect">
                <a:avLst/>
              </a:prstGeom>
              <a:blipFill>
                <a:blip r:embed="rId2"/>
                <a:stretch>
                  <a:fillRect l="-1534" b="-3120"/>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86C92E10-6D65-7A59-66EB-2927D572BF5B}"/>
              </a:ext>
            </a:extLst>
          </p:cNvPr>
          <p:cNvSpPr txBox="1"/>
          <p:nvPr/>
        </p:nvSpPr>
        <p:spPr>
          <a:xfrm>
            <a:off x="591424" y="5741858"/>
            <a:ext cx="10918271" cy="64447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marL="26841" marR="10737" algn="ctr">
              <a:lnSpc>
                <a:spcPct val="101499"/>
              </a:lnSpc>
              <a:spcBef>
                <a:spcPts val="169"/>
              </a:spcBef>
            </a:pPr>
            <a:r>
              <a:rPr lang="en-US" dirty="0"/>
              <a:t>Remark on time: A one step time delay is assumed between executing the action and receiving the observation as well as reward.</a:t>
            </a:r>
          </a:p>
        </p:txBody>
      </p:sp>
      <p:grpSp>
        <p:nvGrpSpPr>
          <p:cNvPr id="20" name="Group 19">
            <a:extLst>
              <a:ext uri="{FF2B5EF4-FFF2-40B4-BE49-F238E27FC236}">
                <a16:creationId xmlns:a16="http://schemas.microsoft.com/office/drawing/2014/main" id="{594A6329-3154-A3C3-1569-C581ED57786B}"/>
              </a:ext>
            </a:extLst>
          </p:cNvPr>
          <p:cNvGrpSpPr/>
          <p:nvPr/>
        </p:nvGrpSpPr>
        <p:grpSpPr>
          <a:xfrm>
            <a:off x="1586821" y="1395043"/>
            <a:ext cx="4207277" cy="4067913"/>
            <a:chOff x="1586821" y="1395043"/>
            <a:chExt cx="4207277" cy="4067913"/>
          </a:xfrm>
        </p:grpSpPr>
        <p:pic>
          <p:nvPicPr>
            <p:cNvPr id="1026" name="Picture 2" descr="undefined">
              <a:extLst>
                <a:ext uri="{FF2B5EF4-FFF2-40B4-BE49-F238E27FC236}">
                  <a16:creationId xmlns:a16="http://schemas.microsoft.com/office/drawing/2014/main" id="{3C85739F-DA4A-3E31-59A1-72C3F0652A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6821" y="1395043"/>
              <a:ext cx="4207277" cy="406791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A59FD58-7C26-E577-7006-FA8928A785A6}"/>
                    </a:ext>
                  </a:extLst>
                </p:cNvPr>
                <p:cNvSpPr txBox="1"/>
                <p:nvPr/>
              </p:nvSpPr>
              <p:spPr>
                <a:xfrm>
                  <a:off x="4479514" y="1473120"/>
                  <a:ext cx="58109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𝑡</m:t>
                            </m:r>
                          </m:sub>
                        </m:sSub>
                      </m:oMath>
                    </m:oMathPara>
                  </a14:m>
                  <a:endParaRPr lang="en-US" dirty="0"/>
                </a:p>
              </p:txBody>
            </p:sp>
          </mc:Choice>
          <mc:Fallback xmlns="">
            <p:sp>
              <p:nvSpPr>
                <p:cNvPr id="13" name="TextBox 12">
                  <a:extLst>
                    <a:ext uri="{FF2B5EF4-FFF2-40B4-BE49-F238E27FC236}">
                      <a16:creationId xmlns:a16="http://schemas.microsoft.com/office/drawing/2014/main" id="{8A59FD58-7C26-E577-7006-FA8928A785A6}"/>
                    </a:ext>
                  </a:extLst>
                </p:cNvPr>
                <p:cNvSpPr txBox="1">
                  <a:spLocks noRot="1" noChangeAspect="1" noMove="1" noResize="1" noEditPoints="1" noAdjustHandles="1" noChangeArrowheads="1" noChangeShapeType="1" noTextEdit="1"/>
                </p:cNvSpPr>
                <p:nvPr/>
              </p:nvSpPr>
              <p:spPr>
                <a:xfrm>
                  <a:off x="4479514" y="1473120"/>
                  <a:ext cx="581097"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177E4B7-379F-1F75-E109-B93396249116}"/>
                    </a:ext>
                  </a:extLst>
                </p:cNvPr>
                <p:cNvSpPr txBox="1"/>
                <p:nvPr/>
              </p:nvSpPr>
              <p:spPr>
                <a:xfrm>
                  <a:off x="3823379" y="3315881"/>
                  <a:ext cx="43451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𝑟</m:t>
                            </m:r>
                          </m:e>
                          <m:sub>
                            <m:r>
                              <a:rPr lang="en-US" b="0" i="1" dirty="0" smtClean="0">
                                <a:latin typeface="Cambria Math" panose="02040503050406030204" pitchFamily="18" charset="0"/>
                              </a:rPr>
                              <m:t>𝑡</m:t>
                            </m:r>
                          </m:sub>
                        </m:sSub>
                      </m:oMath>
                    </m:oMathPara>
                  </a14:m>
                  <a:endParaRPr lang="en-US" dirty="0"/>
                </a:p>
              </p:txBody>
            </p:sp>
          </mc:Choice>
          <mc:Fallback xmlns="">
            <p:sp>
              <p:nvSpPr>
                <p:cNvPr id="18" name="TextBox 17">
                  <a:extLst>
                    <a:ext uri="{FF2B5EF4-FFF2-40B4-BE49-F238E27FC236}">
                      <a16:creationId xmlns:a16="http://schemas.microsoft.com/office/drawing/2014/main" id="{3177E4B7-379F-1F75-E109-B93396249116}"/>
                    </a:ext>
                  </a:extLst>
                </p:cNvPr>
                <p:cNvSpPr txBox="1">
                  <a:spLocks noRot="1" noChangeAspect="1" noMove="1" noResize="1" noEditPoints="1" noAdjustHandles="1" noChangeArrowheads="1" noChangeShapeType="1" noTextEdit="1"/>
                </p:cNvSpPr>
                <p:nvPr/>
              </p:nvSpPr>
              <p:spPr>
                <a:xfrm>
                  <a:off x="3823379" y="3315881"/>
                  <a:ext cx="43451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1DEF2A0-F256-66F2-B86C-E3B749E7BE38}"/>
                    </a:ext>
                  </a:extLst>
                </p:cNvPr>
                <p:cNvSpPr txBox="1"/>
                <p:nvPr/>
              </p:nvSpPr>
              <p:spPr>
                <a:xfrm>
                  <a:off x="3082174" y="4719479"/>
                  <a:ext cx="54619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sub>
                        </m:sSub>
                      </m:oMath>
                    </m:oMathPara>
                  </a14:m>
                  <a:endParaRPr lang="en-US" dirty="0"/>
                </a:p>
              </p:txBody>
            </p:sp>
          </mc:Choice>
          <mc:Fallback xmlns="">
            <p:sp>
              <p:nvSpPr>
                <p:cNvPr id="19" name="TextBox 18">
                  <a:extLst>
                    <a:ext uri="{FF2B5EF4-FFF2-40B4-BE49-F238E27FC236}">
                      <a16:creationId xmlns:a16="http://schemas.microsoft.com/office/drawing/2014/main" id="{B1DEF2A0-F256-66F2-B86C-E3B749E7BE38}"/>
                    </a:ext>
                  </a:extLst>
                </p:cNvPr>
                <p:cNvSpPr txBox="1">
                  <a:spLocks noRot="1" noChangeAspect="1" noMove="1" noResize="1" noEditPoints="1" noAdjustHandles="1" noChangeArrowheads="1" noChangeShapeType="1" noTextEdit="1"/>
                </p:cNvSpPr>
                <p:nvPr/>
              </p:nvSpPr>
              <p:spPr>
                <a:xfrm>
                  <a:off x="3082174" y="4719479"/>
                  <a:ext cx="546197" cy="369332"/>
                </a:xfrm>
                <a:prstGeom prst="rect">
                  <a:avLst/>
                </a:prstGeom>
                <a:blipFill>
                  <a:blip r:embed="rId6"/>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903026899"/>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05EB0-193A-D51B-78D7-E2CE2BEED187}"/>
              </a:ext>
            </a:extLst>
          </p:cNvPr>
          <p:cNvSpPr>
            <a:spLocks noGrp="1"/>
          </p:cNvSpPr>
          <p:nvPr>
            <p:ph type="title"/>
          </p:nvPr>
        </p:nvSpPr>
        <p:spPr/>
        <p:txBody>
          <a:bodyPr/>
          <a:lstStyle/>
          <a:p>
            <a:r>
              <a:rPr lang="en-US" spc="-74" dirty="0"/>
              <a:t>Some</a:t>
            </a:r>
            <a:r>
              <a:rPr lang="en-US" spc="-148" dirty="0"/>
              <a:t> </a:t>
            </a:r>
            <a:r>
              <a:rPr lang="en-US" spc="-63" dirty="0"/>
              <a:t>basic</a:t>
            </a:r>
            <a:r>
              <a:rPr lang="en-US" spc="-148" dirty="0"/>
              <a:t> </a:t>
            </a:r>
            <a:r>
              <a:rPr lang="en-US" spc="-74" dirty="0"/>
              <a:t>definitions</a:t>
            </a:r>
            <a:r>
              <a:rPr lang="en-US" spc="-137" dirty="0"/>
              <a:t> </a:t>
            </a:r>
            <a:r>
              <a:rPr lang="en-US" spc="-42" dirty="0"/>
              <a:t>from</a:t>
            </a:r>
            <a:r>
              <a:rPr lang="en-US" spc="-148" dirty="0"/>
              <a:t> </a:t>
            </a:r>
            <a:r>
              <a:rPr lang="en-US" dirty="0"/>
              <a:t>the</a:t>
            </a:r>
            <a:r>
              <a:rPr lang="en-US" spc="-137" dirty="0"/>
              <a:t> </a:t>
            </a:r>
            <a:r>
              <a:rPr lang="en-US" spc="-42" dirty="0"/>
              <a:t>literature</a:t>
            </a:r>
            <a:endParaRPr lang="en-US" dirty="0"/>
          </a:p>
        </p:txBody>
      </p:sp>
      <p:sp>
        <p:nvSpPr>
          <p:cNvPr id="3" name="Content Placeholder 2">
            <a:extLst>
              <a:ext uri="{FF2B5EF4-FFF2-40B4-BE49-F238E27FC236}">
                <a16:creationId xmlns:a16="http://schemas.microsoft.com/office/drawing/2014/main" id="{E923154B-1DC1-01E5-8E34-9C2E86845547}"/>
              </a:ext>
            </a:extLst>
          </p:cNvPr>
          <p:cNvSpPr>
            <a:spLocks noGrp="1"/>
          </p:cNvSpPr>
          <p:nvPr>
            <p:ph idx="1"/>
          </p:nvPr>
        </p:nvSpPr>
        <p:spPr/>
        <p:txBody>
          <a:bodyPr>
            <a:normAutofit/>
          </a:bodyPr>
          <a:lstStyle/>
          <a:p>
            <a:r>
              <a:rPr lang="en-US" dirty="0"/>
              <a:t>What is reinforcement?</a:t>
            </a:r>
          </a:p>
          <a:p>
            <a:pPr lvl="1"/>
            <a:r>
              <a:rPr lang="en-US" dirty="0"/>
              <a:t>“Reinforcement refers to consequences that increase the likelihood of an organism’s future behavior, typically in the presence of a particular antecedent stimulus.[...] Reinforcers serve to increase behaviors whereas punishers serve to decrease behaviors; thus, positive reinforcers are stimuli that the subject will work to attain, and negative reinforcers are stimuli that the subject will work to be rid of or to end.”, source: </a:t>
            </a:r>
            <a:r>
              <a:rPr lang="en-US" dirty="0">
                <a:hlinkClick r:id="rId2"/>
              </a:rPr>
              <a:t>wikipedia.org</a:t>
            </a:r>
            <a:r>
              <a:rPr lang="en-US" dirty="0"/>
              <a:t> (obtained 2025-03-19)</a:t>
            </a:r>
          </a:p>
          <a:p>
            <a:r>
              <a:rPr lang="en-US" dirty="0"/>
              <a:t>What is learning?</a:t>
            </a:r>
          </a:p>
          <a:p>
            <a:pPr lvl="1"/>
            <a:r>
              <a:rPr lang="en-US" dirty="0"/>
              <a:t>“Acquiring knowledge and skills and having them readily available from memory so you can make sense of future problems and opportunities.”, source: Make It Stick: The Science of Successful Learning, Brown et al., Harvard Press, 2014</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828801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6236" rIns="0" bIns="0" rtlCol="0" anchor="ctr">
            <a:spAutoFit/>
          </a:bodyPr>
          <a:lstStyle/>
          <a:p>
            <a:pPr marL="26841">
              <a:lnSpc>
                <a:spcPct val="100000"/>
              </a:lnSpc>
              <a:spcBef>
                <a:spcPts val="285"/>
              </a:spcBef>
            </a:pPr>
            <a:r>
              <a:rPr spc="-21" dirty="0"/>
              <a:t>Context</a:t>
            </a:r>
            <a:r>
              <a:rPr spc="-106" dirty="0"/>
              <a:t> </a:t>
            </a:r>
            <a:r>
              <a:rPr spc="-95" dirty="0"/>
              <a:t>around</a:t>
            </a:r>
            <a:r>
              <a:rPr spc="-85" dirty="0"/>
              <a:t> </a:t>
            </a:r>
            <a:r>
              <a:rPr spc="-116" dirty="0"/>
              <a:t>reinforcement</a:t>
            </a:r>
            <a:r>
              <a:rPr spc="-95" dirty="0"/>
              <a:t> </a:t>
            </a:r>
            <a:r>
              <a:rPr spc="-74" dirty="0"/>
              <a:t>learning</a:t>
            </a:r>
          </a:p>
        </p:txBody>
      </p:sp>
      <p:grpSp>
        <p:nvGrpSpPr>
          <p:cNvPr id="3" name="object 3"/>
          <p:cNvGrpSpPr/>
          <p:nvPr/>
        </p:nvGrpSpPr>
        <p:grpSpPr>
          <a:xfrm>
            <a:off x="5342545" y="1393146"/>
            <a:ext cx="2179529" cy="1405152"/>
            <a:chOff x="2526404" y="470632"/>
            <a:chExt cx="1031240" cy="664845"/>
          </a:xfrm>
        </p:grpSpPr>
        <p:sp>
          <p:nvSpPr>
            <p:cNvPr id="4" name="object 4"/>
            <p:cNvSpPr/>
            <p:nvPr/>
          </p:nvSpPr>
          <p:spPr>
            <a:xfrm>
              <a:off x="2610407" y="733845"/>
              <a:ext cx="855344" cy="364490"/>
            </a:xfrm>
            <a:custGeom>
              <a:avLst/>
              <a:gdLst/>
              <a:ahLst/>
              <a:cxnLst/>
              <a:rect l="l" t="t" r="r" b="b"/>
              <a:pathLst>
                <a:path w="855345" h="364490">
                  <a:moveTo>
                    <a:pt x="761548" y="364429"/>
                  </a:moveTo>
                  <a:lnTo>
                    <a:pt x="93719" y="364429"/>
                  </a:lnTo>
                  <a:lnTo>
                    <a:pt x="57166" y="357090"/>
                  </a:lnTo>
                  <a:lnTo>
                    <a:pt x="27385" y="337051"/>
                  </a:lnTo>
                  <a:lnTo>
                    <a:pt x="7340" y="307275"/>
                  </a:lnTo>
                  <a:lnTo>
                    <a:pt x="0" y="270724"/>
                  </a:lnTo>
                  <a:lnTo>
                    <a:pt x="0" y="93704"/>
                  </a:lnTo>
                  <a:lnTo>
                    <a:pt x="7340" y="57154"/>
                  </a:lnTo>
                  <a:lnTo>
                    <a:pt x="27385" y="27377"/>
                  </a:lnTo>
                  <a:lnTo>
                    <a:pt x="57166" y="7338"/>
                  </a:lnTo>
                  <a:lnTo>
                    <a:pt x="93719" y="0"/>
                  </a:lnTo>
                  <a:lnTo>
                    <a:pt x="761548" y="0"/>
                  </a:lnTo>
                  <a:lnTo>
                    <a:pt x="798099" y="7338"/>
                  </a:lnTo>
                  <a:lnTo>
                    <a:pt x="827875" y="27377"/>
                  </a:lnTo>
                  <a:lnTo>
                    <a:pt x="847915" y="57154"/>
                  </a:lnTo>
                  <a:lnTo>
                    <a:pt x="855253" y="93704"/>
                  </a:lnTo>
                  <a:lnTo>
                    <a:pt x="855253" y="270724"/>
                  </a:lnTo>
                  <a:lnTo>
                    <a:pt x="847915" y="307275"/>
                  </a:lnTo>
                  <a:lnTo>
                    <a:pt x="827875" y="337051"/>
                  </a:lnTo>
                  <a:lnTo>
                    <a:pt x="798099" y="357090"/>
                  </a:lnTo>
                  <a:lnTo>
                    <a:pt x="761548" y="364429"/>
                  </a:lnTo>
                  <a:close/>
                </a:path>
              </a:pathLst>
            </a:custGeom>
            <a:solidFill>
              <a:srgbClr val="C7C7C7">
                <a:alpha val="98999"/>
              </a:srgbClr>
            </a:solidFill>
          </p:spPr>
          <p:txBody>
            <a:bodyPr wrap="square" lIns="0" tIns="0" rIns="0" bIns="0" rtlCol="0"/>
            <a:lstStyle/>
            <a:p>
              <a:endParaRPr sz="3804"/>
            </a:p>
          </p:txBody>
        </p:sp>
        <p:sp>
          <p:nvSpPr>
            <p:cNvPr id="5" name="object 5"/>
            <p:cNvSpPr/>
            <p:nvPr/>
          </p:nvSpPr>
          <p:spPr>
            <a:xfrm>
              <a:off x="2530849" y="475077"/>
              <a:ext cx="1022350" cy="655955"/>
            </a:xfrm>
            <a:custGeom>
              <a:avLst/>
              <a:gdLst/>
              <a:ahLst/>
              <a:cxnLst/>
              <a:rect l="l" t="t" r="r" b="b"/>
              <a:pathLst>
                <a:path w="1022350" h="655955">
                  <a:moveTo>
                    <a:pt x="928574" y="0"/>
                  </a:moveTo>
                  <a:lnTo>
                    <a:pt x="93704" y="0"/>
                  </a:lnTo>
                  <a:lnTo>
                    <a:pt x="57154" y="7346"/>
                  </a:lnTo>
                  <a:lnTo>
                    <a:pt x="27377" y="27400"/>
                  </a:lnTo>
                  <a:lnTo>
                    <a:pt x="7338" y="57179"/>
                  </a:lnTo>
                  <a:lnTo>
                    <a:pt x="0" y="93704"/>
                  </a:lnTo>
                  <a:lnTo>
                    <a:pt x="0" y="562121"/>
                  </a:lnTo>
                  <a:lnTo>
                    <a:pt x="7338" y="598672"/>
                  </a:lnTo>
                  <a:lnTo>
                    <a:pt x="27377" y="628449"/>
                  </a:lnTo>
                  <a:lnTo>
                    <a:pt x="57154" y="648488"/>
                  </a:lnTo>
                  <a:lnTo>
                    <a:pt x="93704" y="655826"/>
                  </a:lnTo>
                  <a:lnTo>
                    <a:pt x="928574" y="655826"/>
                  </a:lnTo>
                  <a:lnTo>
                    <a:pt x="965134" y="648488"/>
                  </a:lnTo>
                  <a:lnTo>
                    <a:pt x="994931" y="628449"/>
                  </a:lnTo>
                  <a:lnTo>
                    <a:pt x="1014992" y="598672"/>
                  </a:lnTo>
                  <a:lnTo>
                    <a:pt x="1022339" y="562121"/>
                  </a:lnTo>
                  <a:lnTo>
                    <a:pt x="1022339" y="93704"/>
                  </a:lnTo>
                  <a:lnTo>
                    <a:pt x="1014992" y="57179"/>
                  </a:lnTo>
                  <a:lnTo>
                    <a:pt x="994931" y="27400"/>
                  </a:lnTo>
                  <a:lnTo>
                    <a:pt x="965134" y="7346"/>
                  </a:lnTo>
                  <a:lnTo>
                    <a:pt x="928574" y="0"/>
                  </a:lnTo>
                  <a:close/>
                </a:path>
              </a:pathLst>
            </a:custGeom>
            <a:ln w="8625">
              <a:solidFill>
                <a:srgbClr val="000016"/>
              </a:solidFill>
            </a:ln>
          </p:spPr>
          <p:txBody>
            <a:bodyPr wrap="square" lIns="0" tIns="0" rIns="0" bIns="0" rtlCol="0"/>
            <a:lstStyle/>
            <a:p>
              <a:endParaRPr sz="3804"/>
            </a:p>
          </p:txBody>
        </p:sp>
      </p:grpSp>
      <p:sp>
        <p:nvSpPr>
          <p:cNvPr id="6" name="object 6"/>
          <p:cNvSpPr txBox="1"/>
          <p:nvPr/>
        </p:nvSpPr>
        <p:spPr>
          <a:xfrm>
            <a:off x="2162264" y="3220446"/>
            <a:ext cx="1409178" cy="748713"/>
          </a:xfrm>
          <a:prstGeom prst="rect">
            <a:avLst/>
          </a:prstGeom>
        </p:spPr>
        <p:txBody>
          <a:bodyPr vert="horz" wrap="square" lIns="0" tIns="96629" rIns="0" bIns="0" rtlCol="0">
            <a:spAutoFit/>
          </a:bodyPr>
          <a:lstStyle/>
          <a:p>
            <a:pPr marL="26841" marR="10737" indent="34894">
              <a:lnSpc>
                <a:spcPts val="2473"/>
              </a:lnSpc>
              <a:spcBef>
                <a:spcPts val="761"/>
              </a:spcBef>
            </a:pPr>
            <a:r>
              <a:rPr sz="2536" b="1" spc="-21" dirty="0">
                <a:cs typeface="Arial"/>
              </a:rPr>
              <a:t>Machine Learning</a:t>
            </a:r>
            <a:endParaRPr sz="2536" dirty="0">
              <a:cs typeface="Arial"/>
            </a:endParaRPr>
          </a:p>
        </p:txBody>
      </p:sp>
      <p:sp>
        <p:nvSpPr>
          <p:cNvPr id="7" name="object 7"/>
          <p:cNvSpPr txBox="1"/>
          <p:nvPr/>
        </p:nvSpPr>
        <p:spPr>
          <a:xfrm>
            <a:off x="5619129" y="1429407"/>
            <a:ext cx="1582306" cy="1195797"/>
          </a:xfrm>
          <a:prstGeom prst="rect">
            <a:avLst/>
          </a:prstGeom>
        </p:spPr>
        <p:txBody>
          <a:bodyPr vert="horz" wrap="square" lIns="0" tIns="42946" rIns="0" bIns="0" rtlCol="0">
            <a:spAutoFit/>
          </a:bodyPr>
          <a:lstStyle/>
          <a:p>
            <a:pPr marL="151654" marR="136889" algn="ctr">
              <a:lnSpc>
                <a:spcPts val="1731"/>
              </a:lnSpc>
              <a:spcBef>
                <a:spcPts val="338"/>
              </a:spcBef>
            </a:pPr>
            <a:r>
              <a:rPr sz="1479" b="1" spc="-21" dirty="0">
                <a:cs typeface="Arial"/>
              </a:rPr>
              <a:t>Unsupervised</a:t>
            </a:r>
            <a:r>
              <a:rPr sz="1479" b="1" spc="1057" dirty="0">
                <a:cs typeface="Arial"/>
              </a:rPr>
              <a:t> </a:t>
            </a:r>
            <a:r>
              <a:rPr sz="1479" b="1" spc="-21" dirty="0">
                <a:cs typeface="Arial"/>
              </a:rPr>
              <a:t>Learning</a:t>
            </a:r>
            <a:endParaRPr sz="1479">
              <a:cs typeface="Arial"/>
            </a:endParaRPr>
          </a:p>
          <a:p>
            <a:pPr marL="26841" marR="10737" algn="ctr">
              <a:lnSpc>
                <a:spcPct val="104000"/>
              </a:lnSpc>
              <a:spcBef>
                <a:spcPts val="782"/>
              </a:spcBef>
            </a:pPr>
            <a:r>
              <a:rPr sz="1268" spc="-21" dirty="0">
                <a:cs typeface="Arial"/>
              </a:rPr>
              <a:t>Process </a:t>
            </a:r>
            <a:r>
              <a:rPr sz="1268" dirty="0">
                <a:cs typeface="Arial"/>
              </a:rPr>
              <a:t>and</a:t>
            </a:r>
            <a:r>
              <a:rPr sz="1268" spc="-11" dirty="0">
                <a:cs typeface="Arial"/>
              </a:rPr>
              <a:t> </a:t>
            </a:r>
            <a:r>
              <a:rPr sz="1268" spc="-21" dirty="0">
                <a:cs typeface="Arial"/>
              </a:rPr>
              <a:t>interpret</a:t>
            </a:r>
            <a:r>
              <a:rPr sz="1268" spc="1057" dirty="0">
                <a:cs typeface="Arial"/>
              </a:rPr>
              <a:t> </a:t>
            </a:r>
            <a:r>
              <a:rPr sz="1268" dirty="0">
                <a:cs typeface="Arial"/>
              </a:rPr>
              <a:t>data</a:t>
            </a:r>
            <a:r>
              <a:rPr sz="1268" spc="-42" dirty="0">
                <a:cs typeface="Arial"/>
              </a:rPr>
              <a:t> </a:t>
            </a:r>
            <a:r>
              <a:rPr sz="1268" spc="-21" dirty="0">
                <a:cs typeface="Arial"/>
              </a:rPr>
              <a:t>based</a:t>
            </a:r>
            <a:r>
              <a:rPr sz="1268" spc="-42" dirty="0">
                <a:cs typeface="Arial"/>
              </a:rPr>
              <a:t> only</a:t>
            </a:r>
            <a:endParaRPr sz="1268">
              <a:cs typeface="Arial"/>
            </a:endParaRPr>
          </a:p>
          <a:p>
            <a:pPr algn="ctr">
              <a:spcBef>
                <a:spcPts val="53"/>
              </a:spcBef>
            </a:pPr>
            <a:r>
              <a:rPr sz="1268" dirty="0">
                <a:cs typeface="Arial"/>
              </a:rPr>
              <a:t>on</a:t>
            </a:r>
            <a:r>
              <a:rPr sz="1268" spc="-53" dirty="0">
                <a:cs typeface="Arial"/>
              </a:rPr>
              <a:t> </a:t>
            </a:r>
            <a:r>
              <a:rPr sz="1268" dirty="0">
                <a:cs typeface="Arial"/>
              </a:rPr>
              <a:t>the</a:t>
            </a:r>
            <a:r>
              <a:rPr sz="1268" spc="-53" dirty="0">
                <a:cs typeface="Arial"/>
              </a:rPr>
              <a:t> </a:t>
            </a:r>
            <a:r>
              <a:rPr sz="1268" spc="-21" dirty="0">
                <a:cs typeface="Arial"/>
              </a:rPr>
              <a:t>input</a:t>
            </a:r>
            <a:endParaRPr sz="1268">
              <a:cs typeface="Arial"/>
            </a:endParaRPr>
          </a:p>
        </p:txBody>
      </p:sp>
      <p:grpSp>
        <p:nvGrpSpPr>
          <p:cNvPr id="8" name="object 8"/>
          <p:cNvGrpSpPr/>
          <p:nvPr/>
        </p:nvGrpSpPr>
        <p:grpSpPr>
          <a:xfrm>
            <a:off x="5342545" y="2914236"/>
            <a:ext cx="2179529" cy="1405152"/>
            <a:chOff x="2526404" y="1190333"/>
            <a:chExt cx="1031240" cy="664845"/>
          </a:xfrm>
        </p:grpSpPr>
        <p:sp>
          <p:nvSpPr>
            <p:cNvPr id="9" name="object 9"/>
            <p:cNvSpPr/>
            <p:nvPr/>
          </p:nvSpPr>
          <p:spPr>
            <a:xfrm>
              <a:off x="2610407" y="1453500"/>
              <a:ext cx="855344" cy="364490"/>
            </a:xfrm>
            <a:custGeom>
              <a:avLst/>
              <a:gdLst/>
              <a:ahLst/>
              <a:cxnLst/>
              <a:rect l="l" t="t" r="r" b="b"/>
              <a:pathLst>
                <a:path w="855345" h="364489">
                  <a:moveTo>
                    <a:pt x="761548" y="364490"/>
                  </a:moveTo>
                  <a:lnTo>
                    <a:pt x="93719" y="364490"/>
                  </a:lnTo>
                  <a:lnTo>
                    <a:pt x="57166" y="357143"/>
                  </a:lnTo>
                  <a:lnTo>
                    <a:pt x="27385" y="337089"/>
                  </a:lnTo>
                  <a:lnTo>
                    <a:pt x="7340" y="307310"/>
                  </a:lnTo>
                  <a:lnTo>
                    <a:pt x="0" y="270785"/>
                  </a:lnTo>
                  <a:lnTo>
                    <a:pt x="0" y="93704"/>
                  </a:lnTo>
                  <a:lnTo>
                    <a:pt x="7340" y="57154"/>
                  </a:lnTo>
                  <a:lnTo>
                    <a:pt x="27385" y="27377"/>
                  </a:lnTo>
                  <a:lnTo>
                    <a:pt x="57166" y="7338"/>
                  </a:lnTo>
                  <a:lnTo>
                    <a:pt x="93719" y="0"/>
                  </a:lnTo>
                  <a:lnTo>
                    <a:pt x="761548" y="0"/>
                  </a:lnTo>
                  <a:lnTo>
                    <a:pt x="798099" y="7338"/>
                  </a:lnTo>
                  <a:lnTo>
                    <a:pt x="827875" y="27377"/>
                  </a:lnTo>
                  <a:lnTo>
                    <a:pt x="847915" y="57154"/>
                  </a:lnTo>
                  <a:lnTo>
                    <a:pt x="855253" y="93704"/>
                  </a:lnTo>
                  <a:lnTo>
                    <a:pt x="855253" y="270785"/>
                  </a:lnTo>
                  <a:lnTo>
                    <a:pt x="847915" y="307310"/>
                  </a:lnTo>
                  <a:lnTo>
                    <a:pt x="827875" y="337089"/>
                  </a:lnTo>
                  <a:lnTo>
                    <a:pt x="798099" y="357143"/>
                  </a:lnTo>
                  <a:lnTo>
                    <a:pt x="761548" y="364490"/>
                  </a:lnTo>
                  <a:close/>
                </a:path>
              </a:pathLst>
            </a:custGeom>
            <a:solidFill>
              <a:srgbClr val="C7C7C7">
                <a:alpha val="98999"/>
              </a:srgbClr>
            </a:solidFill>
          </p:spPr>
          <p:txBody>
            <a:bodyPr wrap="square" lIns="0" tIns="0" rIns="0" bIns="0" rtlCol="0"/>
            <a:lstStyle/>
            <a:p>
              <a:endParaRPr sz="3804"/>
            </a:p>
          </p:txBody>
        </p:sp>
        <p:sp>
          <p:nvSpPr>
            <p:cNvPr id="10" name="object 10"/>
            <p:cNvSpPr/>
            <p:nvPr/>
          </p:nvSpPr>
          <p:spPr>
            <a:xfrm>
              <a:off x="2530849" y="1194778"/>
              <a:ext cx="1022350" cy="655955"/>
            </a:xfrm>
            <a:custGeom>
              <a:avLst/>
              <a:gdLst/>
              <a:ahLst/>
              <a:cxnLst/>
              <a:rect l="l" t="t" r="r" b="b"/>
              <a:pathLst>
                <a:path w="1022350" h="655955">
                  <a:moveTo>
                    <a:pt x="928574" y="0"/>
                  </a:moveTo>
                  <a:lnTo>
                    <a:pt x="93704" y="0"/>
                  </a:lnTo>
                  <a:lnTo>
                    <a:pt x="57154" y="7338"/>
                  </a:lnTo>
                  <a:lnTo>
                    <a:pt x="27377" y="27377"/>
                  </a:lnTo>
                  <a:lnTo>
                    <a:pt x="7338" y="57154"/>
                  </a:lnTo>
                  <a:lnTo>
                    <a:pt x="0" y="93704"/>
                  </a:lnTo>
                  <a:lnTo>
                    <a:pt x="0" y="562061"/>
                  </a:lnTo>
                  <a:lnTo>
                    <a:pt x="7338" y="598611"/>
                  </a:lnTo>
                  <a:lnTo>
                    <a:pt x="27377" y="628388"/>
                  </a:lnTo>
                  <a:lnTo>
                    <a:pt x="57154" y="648427"/>
                  </a:lnTo>
                  <a:lnTo>
                    <a:pt x="93704" y="655765"/>
                  </a:lnTo>
                  <a:lnTo>
                    <a:pt x="928574" y="655765"/>
                  </a:lnTo>
                  <a:lnTo>
                    <a:pt x="965134" y="648427"/>
                  </a:lnTo>
                  <a:lnTo>
                    <a:pt x="994931" y="628388"/>
                  </a:lnTo>
                  <a:lnTo>
                    <a:pt x="1014992" y="598611"/>
                  </a:lnTo>
                  <a:lnTo>
                    <a:pt x="1022339" y="562061"/>
                  </a:lnTo>
                  <a:lnTo>
                    <a:pt x="1022339" y="93704"/>
                  </a:lnTo>
                  <a:lnTo>
                    <a:pt x="1014992" y="57154"/>
                  </a:lnTo>
                  <a:lnTo>
                    <a:pt x="994931" y="27377"/>
                  </a:lnTo>
                  <a:lnTo>
                    <a:pt x="965134" y="7338"/>
                  </a:lnTo>
                  <a:lnTo>
                    <a:pt x="928574" y="0"/>
                  </a:lnTo>
                  <a:close/>
                </a:path>
              </a:pathLst>
            </a:custGeom>
            <a:ln w="8625">
              <a:solidFill>
                <a:srgbClr val="000016"/>
              </a:solidFill>
            </a:ln>
          </p:spPr>
          <p:txBody>
            <a:bodyPr wrap="square" lIns="0" tIns="0" rIns="0" bIns="0" rtlCol="0"/>
            <a:lstStyle/>
            <a:p>
              <a:endParaRPr sz="3804"/>
            </a:p>
          </p:txBody>
        </p:sp>
      </p:grpSp>
      <p:sp>
        <p:nvSpPr>
          <p:cNvPr id="11" name="object 11"/>
          <p:cNvSpPr txBox="1"/>
          <p:nvPr/>
        </p:nvSpPr>
        <p:spPr>
          <a:xfrm>
            <a:off x="5806881" y="2950440"/>
            <a:ext cx="1210551" cy="1177074"/>
          </a:xfrm>
          <a:prstGeom prst="rect">
            <a:avLst/>
          </a:prstGeom>
        </p:spPr>
        <p:txBody>
          <a:bodyPr vert="horz" wrap="square" lIns="0" tIns="42946" rIns="0" bIns="0" rtlCol="0">
            <a:spAutoFit/>
          </a:bodyPr>
          <a:lstStyle/>
          <a:p>
            <a:pPr marL="81866" marR="69788" algn="ctr">
              <a:lnSpc>
                <a:spcPts val="1731"/>
              </a:lnSpc>
              <a:spcBef>
                <a:spcPts val="338"/>
              </a:spcBef>
            </a:pPr>
            <a:r>
              <a:rPr sz="1479" b="1" spc="-21" dirty="0">
                <a:cs typeface="Arial"/>
              </a:rPr>
              <a:t>Supervised</a:t>
            </a:r>
            <a:r>
              <a:rPr sz="1479" b="1" spc="1057" dirty="0">
                <a:cs typeface="Arial"/>
              </a:rPr>
              <a:t> </a:t>
            </a:r>
            <a:r>
              <a:rPr sz="1479" b="1" spc="-21" dirty="0">
                <a:cs typeface="Arial"/>
              </a:rPr>
              <a:t>Learning</a:t>
            </a:r>
            <a:endParaRPr sz="1479">
              <a:cs typeface="Arial"/>
            </a:endParaRPr>
          </a:p>
          <a:p>
            <a:pPr marL="26841" marR="10737" indent="-4026" algn="ctr">
              <a:lnSpc>
                <a:spcPct val="104000"/>
              </a:lnSpc>
              <a:spcBef>
                <a:spcPts val="782"/>
              </a:spcBef>
            </a:pPr>
            <a:r>
              <a:rPr sz="1268" spc="-21" dirty="0">
                <a:cs typeface="Arial"/>
              </a:rPr>
              <a:t>Develop</a:t>
            </a:r>
            <a:r>
              <a:rPr sz="1268" spc="-11" dirty="0">
                <a:cs typeface="Arial"/>
              </a:rPr>
              <a:t> </a:t>
            </a:r>
            <a:r>
              <a:rPr sz="1268" spc="-21" dirty="0">
                <a:cs typeface="Arial"/>
              </a:rPr>
              <a:t>models</a:t>
            </a:r>
            <a:r>
              <a:rPr sz="1268" spc="1057" dirty="0">
                <a:cs typeface="Arial"/>
              </a:rPr>
              <a:t> </a:t>
            </a:r>
            <a:r>
              <a:rPr sz="1268" dirty="0">
                <a:cs typeface="Arial"/>
              </a:rPr>
              <a:t>to</a:t>
            </a:r>
            <a:r>
              <a:rPr sz="1268" spc="-53" dirty="0">
                <a:cs typeface="Arial"/>
              </a:rPr>
              <a:t> </a:t>
            </a:r>
            <a:r>
              <a:rPr sz="1268" dirty="0">
                <a:cs typeface="Arial"/>
              </a:rPr>
              <a:t>map</a:t>
            </a:r>
            <a:r>
              <a:rPr sz="1268" spc="-42" dirty="0">
                <a:cs typeface="Arial"/>
              </a:rPr>
              <a:t> </a:t>
            </a:r>
            <a:r>
              <a:rPr sz="1268" spc="-21" dirty="0">
                <a:cs typeface="Arial"/>
              </a:rPr>
              <a:t>input</a:t>
            </a:r>
            <a:r>
              <a:rPr sz="1268" spc="1057" dirty="0">
                <a:cs typeface="Arial"/>
              </a:rPr>
              <a:t> </a:t>
            </a:r>
            <a:r>
              <a:rPr sz="1268" dirty="0">
                <a:cs typeface="Arial"/>
              </a:rPr>
              <a:t>and</a:t>
            </a:r>
            <a:r>
              <a:rPr sz="1268" spc="-32" dirty="0">
                <a:cs typeface="Arial"/>
              </a:rPr>
              <a:t> </a:t>
            </a:r>
            <a:r>
              <a:rPr sz="1268" spc="-21" dirty="0">
                <a:cs typeface="Arial"/>
              </a:rPr>
              <a:t>output </a:t>
            </a:r>
            <a:r>
              <a:rPr sz="1268" spc="-42" dirty="0">
                <a:cs typeface="Arial"/>
              </a:rPr>
              <a:t>data</a:t>
            </a:r>
            <a:endParaRPr sz="1268">
              <a:cs typeface="Arial"/>
            </a:endParaRPr>
          </a:p>
        </p:txBody>
      </p:sp>
      <p:grpSp>
        <p:nvGrpSpPr>
          <p:cNvPr id="12" name="object 12"/>
          <p:cNvGrpSpPr/>
          <p:nvPr/>
        </p:nvGrpSpPr>
        <p:grpSpPr>
          <a:xfrm>
            <a:off x="5342545" y="4460467"/>
            <a:ext cx="2179529" cy="1405152"/>
            <a:chOff x="2526404" y="1921929"/>
            <a:chExt cx="1031240" cy="664845"/>
          </a:xfrm>
        </p:grpSpPr>
        <p:sp>
          <p:nvSpPr>
            <p:cNvPr id="13" name="object 13"/>
            <p:cNvSpPr/>
            <p:nvPr/>
          </p:nvSpPr>
          <p:spPr>
            <a:xfrm>
              <a:off x="2610407" y="2185096"/>
              <a:ext cx="855344" cy="364490"/>
            </a:xfrm>
            <a:custGeom>
              <a:avLst/>
              <a:gdLst/>
              <a:ahLst/>
              <a:cxnLst/>
              <a:rect l="l" t="t" r="r" b="b"/>
              <a:pathLst>
                <a:path w="855345" h="364489">
                  <a:moveTo>
                    <a:pt x="761548" y="364490"/>
                  </a:moveTo>
                  <a:lnTo>
                    <a:pt x="93719" y="364490"/>
                  </a:lnTo>
                  <a:lnTo>
                    <a:pt x="57166" y="357149"/>
                  </a:lnTo>
                  <a:lnTo>
                    <a:pt x="27385" y="337105"/>
                  </a:lnTo>
                  <a:lnTo>
                    <a:pt x="7340" y="307323"/>
                  </a:lnTo>
                  <a:lnTo>
                    <a:pt x="0" y="270770"/>
                  </a:lnTo>
                  <a:lnTo>
                    <a:pt x="0" y="93765"/>
                  </a:lnTo>
                  <a:lnTo>
                    <a:pt x="7340" y="57205"/>
                  </a:lnTo>
                  <a:lnTo>
                    <a:pt x="27385" y="27407"/>
                  </a:lnTo>
                  <a:lnTo>
                    <a:pt x="57166" y="7347"/>
                  </a:lnTo>
                  <a:lnTo>
                    <a:pt x="93719" y="0"/>
                  </a:lnTo>
                  <a:lnTo>
                    <a:pt x="761548" y="0"/>
                  </a:lnTo>
                  <a:lnTo>
                    <a:pt x="798099" y="7347"/>
                  </a:lnTo>
                  <a:lnTo>
                    <a:pt x="827875" y="27407"/>
                  </a:lnTo>
                  <a:lnTo>
                    <a:pt x="847915" y="57205"/>
                  </a:lnTo>
                  <a:lnTo>
                    <a:pt x="855253" y="93765"/>
                  </a:lnTo>
                  <a:lnTo>
                    <a:pt x="855253" y="270770"/>
                  </a:lnTo>
                  <a:lnTo>
                    <a:pt x="847915" y="307323"/>
                  </a:lnTo>
                  <a:lnTo>
                    <a:pt x="827875" y="337105"/>
                  </a:lnTo>
                  <a:lnTo>
                    <a:pt x="798099" y="357149"/>
                  </a:lnTo>
                  <a:lnTo>
                    <a:pt x="761548" y="364490"/>
                  </a:lnTo>
                  <a:close/>
                </a:path>
              </a:pathLst>
            </a:custGeom>
            <a:solidFill>
              <a:srgbClr val="C7C7C7">
                <a:alpha val="98999"/>
              </a:srgbClr>
            </a:solidFill>
          </p:spPr>
          <p:txBody>
            <a:bodyPr wrap="square" lIns="0" tIns="0" rIns="0" bIns="0" rtlCol="0"/>
            <a:lstStyle/>
            <a:p>
              <a:endParaRPr sz="3804"/>
            </a:p>
          </p:txBody>
        </p:sp>
        <p:sp>
          <p:nvSpPr>
            <p:cNvPr id="14" name="object 14"/>
            <p:cNvSpPr/>
            <p:nvPr/>
          </p:nvSpPr>
          <p:spPr>
            <a:xfrm>
              <a:off x="2530849" y="1926374"/>
              <a:ext cx="1022350" cy="655955"/>
            </a:xfrm>
            <a:custGeom>
              <a:avLst/>
              <a:gdLst/>
              <a:ahLst/>
              <a:cxnLst/>
              <a:rect l="l" t="t" r="r" b="b"/>
              <a:pathLst>
                <a:path w="1022350" h="655955">
                  <a:moveTo>
                    <a:pt x="928574" y="0"/>
                  </a:moveTo>
                  <a:lnTo>
                    <a:pt x="93704" y="0"/>
                  </a:lnTo>
                  <a:lnTo>
                    <a:pt x="57154" y="7346"/>
                  </a:lnTo>
                  <a:lnTo>
                    <a:pt x="27377" y="27400"/>
                  </a:lnTo>
                  <a:lnTo>
                    <a:pt x="7338" y="57179"/>
                  </a:lnTo>
                  <a:lnTo>
                    <a:pt x="0" y="93704"/>
                  </a:lnTo>
                  <a:lnTo>
                    <a:pt x="0" y="562121"/>
                  </a:lnTo>
                  <a:lnTo>
                    <a:pt x="7338" y="598646"/>
                  </a:lnTo>
                  <a:lnTo>
                    <a:pt x="27377" y="628426"/>
                  </a:lnTo>
                  <a:lnTo>
                    <a:pt x="57154" y="648479"/>
                  </a:lnTo>
                  <a:lnTo>
                    <a:pt x="93704" y="655826"/>
                  </a:lnTo>
                  <a:lnTo>
                    <a:pt x="928574" y="655826"/>
                  </a:lnTo>
                  <a:lnTo>
                    <a:pt x="965134" y="648479"/>
                  </a:lnTo>
                  <a:lnTo>
                    <a:pt x="994931" y="628426"/>
                  </a:lnTo>
                  <a:lnTo>
                    <a:pt x="1014992" y="598646"/>
                  </a:lnTo>
                  <a:lnTo>
                    <a:pt x="1022339" y="562121"/>
                  </a:lnTo>
                  <a:lnTo>
                    <a:pt x="1022339" y="93704"/>
                  </a:lnTo>
                  <a:lnTo>
                    <a:pt x="1014992" y="57179"/>
                  </a:lnTo>
                  <a:lnTo>
                    <a:pt x="994931" y="27400"/>
                  </a:lnTo>
                  <a:lnTo>
                    <a:pt x="965134" y="7346"/>
                  </a:lnTo>
                  <a:lnTo>
                    <a:pt x="928574" y="0"/>
                  </a:lnTo>
                  <a:close/>
                </a:path>
              </a:pathLst>
            </a:custGeom>
            <a:ln w="8625">
              <a:solidFill>
                <a:srgbClr val="000016"/>
              </a:solidFill>
            </a:ln>
          </p:spPr>
          <p:txBody>
            <a:bodyPr wrap="square" lIns="0" tIns="0" rIns="0" bIns="0" rtlCol="0"/>
            <a:lstStyle/>
            <a:p>
              <a:endParaRPr sz="3804"/>
            </a:p>
          </p:txBody>
        </p:sp>
      </p:grpSp>
      <p:sp>
        <p:nvSpPr>
          <p:cNvPr id="15" name="object 15"/>
          <p:cNvSpPr txBox="1"/>
          <p:nvPr/>
        </p:nvSpPr>
        <p:spPr>
          <a:xfrm>
            <a:off x="5632474" y="4496718"/>
            <a:ext cx="1555464" cy="1177074"/>
          </a:xfrm>
          <a:prstGeom prst="rect">
            <a:avLst/>
          </a:prstGeom>
        </p:spPr>
        <p:txBody>
          <a:bodyPr vert="horz" wrap="square" lIns="0" tIns="42946" rIns="0" bIns="0" rtlCol="0">
            <a:spAutoFit/>
          </a:bodyPr>
          <a:lstStyle/>
          <a:p>
            <a:pPr marL="100655" marR="85893" algn="ctr">
              <a:lnSpc>
                <a:spcPts val="1731"/>
              </a:lnSpc>
              <a:spcBef>
                <a:spcPts val="338"/>
              </a:spcBef>
            </a:pPr>
            <a:r>
              <a:rPr sz="1479" b="1" spc="-21" dirty="0">
                <a:cs typeface="Arial"/>
              </a:rPr>
              <a:t>Reinforcement</a:t>
            </a:r>
            <a:r>
              <a:rPr sz="1479" b="1" spc="1057" dirty="0">
                <a:cs typeface="Arial"/>
              </a:rPr>
              <a:t> </a:t>
            </a:r>
            <a:r>
              <a:rPr sz="1479" b="1" spc="-21" dirty="0">
                <a:cs typeface="Arial"/>
              </a:rPr>
              <a:t>Learning</a:t>
            </a:r>
            <a:endParaRPr sz="1479">
              <a:cs typeface="Arial"/>
            </a:endParaRPr>
          </a:p>
          <a:p>
            <a:pPr marL="25499" marR="10737" algn="ctr">
              <a:lnSpc>
                <a:spcPct val="104000"/>
              </a:lnSpc>
              <a:spcBef>
                <a:spcPts val="782"/>
              </a:spcBef>
            </a:pPr>
            <a:r>
              <a:rPr sz="1268" spc="-21" dirty="0">
                <a:cs typeface="Arial"/>
              </a:rPr>
              <a:t>Learn</a:t>
            </a:r>
            <a:r>
              <a:rPr sz="1268" spc="11" dirty="0">
                <a:cs typeface="Arial"/>
              </a:rPr>
              <a:t> </a:t>
            </a:r>
            <a:r>
              <a:rPr sz="1268" spc="-21" dirty="0">
                <a:cs typeface="Arial"/>
              </a:rPr>
              <a:t>optimal</a:t>
            </a:r>
            <a:r>
              <a:rPr sz="1268" spc="11" dirty="0">
                <a:cs typeface="Arial"/>
              </a:rPr>
              <a:t> </a:t>
            </a:r>
            <a:r>
              <a:rPr sz="1268" spc="-21" dirty="0">
                <a:cs typeface="Arial"/>
              </a:rPr>
              <a:t>control</a:t>
            </a:r>
            <a:r>
              <a:rPr sz="1268" spc="1057" dirty="0">
                <a:cs typeface="Arial"/>
              </a:rPr>
              <a:t> </a:t>
            </a:r>
            <a:r>
              <a:rPr sz="1268" dirty="0">
                <a:cs typeface="Arial"/>
              </a:rPr>
              <a:t>actions</a:t>
            </a:r>
            <a:r>
              <a:rPr sz="1268" spc="-42" dirty="0">
                <a:cs typeface="Arial"/>
              </a:rPr>
              <a:t> </a:t>
            </a:r>
            <a:r>
              <a:rPr sz="1268" dirty="0">
                <a:cs typeface="Arial"/>
              </a:rPr>
              <a:t>to</a:t>
            </a:r>
            <a:r>
              <a:rPr sz="1268" spc="-42" dirty="0">
                <a:cs typeface="Arial"/>
              </a:rPr>
              <a:t> </a:t>
            </a:r>
            <a:r>
              <a:rPr sz="1268" spc="-21" dirty="0">
                <a:cs typeface="Arial"/>
              </a:rPr>
              <a:t>maximize</a:t>
            </a:r>
            <a:r>
              <a:rPr sz="1268" spc="1057" dirty="0">
                <a:cs typeface="Arial"/>
              </a:rPr>
              <a:t> </a:t>
            </a:r>
            <a:r>
              <a:rPr sz="1268" spc="-21" dirty="0">
                <a:cs typeface="Arial"/>
              </a:rPr>
              <a:t>long-</a:t>
            </a:r>
            <a:r>
              <a:rPr sz="1268" dirty="0">
                <a:cs typeface="Arial"/>
              </a:rPr>
              <a:t>term</a:t>
            </a:r>
            <a:r>
              <a:rPr sz="1268" spc="11" dirty="0">
                <a:cs typeface="Arial"/>
              </a:rPr>
              <a:t> </a:t>
            </a:r>
            <a:r>
              <a:rPr sz="1268" spc="-21" dirty="0">
                <a:cs typeface="Arial"/>
              </a:rPr>
              <a:t>reward</a:t>
            </a:r>
            <a:endParaRPr sz="1268">
              <a:cs typeface="Arial"/>
            </a:endParaRPr>
          </a:p>
        </p:txBody>
      </p:sp>
      <p:grpSp>
        <p:nvGrpSpPr>
          <p:cNvPr id="16" name="object 16"/>
          <p:cNvGrpSpPr/>
          <p:nvPr/>
        </p:nvGrpSpPr>
        <p:grpSpPr>
          <a:xfrm>
            <a:off x="1774741" y="1394751"/>
            <a:ext cx="8586590" cy="3729623"/>
            <a:chOff x="838304" y="471392"/>
            <a:chExt cx="4062729" cy="1764664"/>
          </a:xfrm>
        </p:grpSpPr>
        <p:sp>
          <p:nvSpPr>
            <p:cNvPr id="17" name="object 17"/>
            <p:cNvSpPr/>
            <p:nvPr/>
          </p:nvSpPr>
          <p:spPr>
            <a:xfrm>
              <a:off x="842749" y="1336673"/>
              <a:ext cx="1022350" cy="379730"/>
            </a:xfrm>
            <a:custGeom>
              <a:avLst/>
              <a:gdLst/>
              <a:ahLst/>
              <a:cxnLst/>
              <a:rect l="l" t="t" r="r" b="b"/>
              <a:pathLst>
                <a:path w="1022350" h="379730">
                  <a:moveTo>
                    <a:pt x="928574" y="0"/>
                  </a:moveTo>
                  <a:lnTo>
                    <a:pt x="93704" y="0"/>
                  </a:lnTo>
                  <a:lnTo>
                    <a:pt x="57154" y="7338"/>
                  </a:lnTo>
                  <a:lnTo>
                    <a:pt x="27377" y="27377"/>
                  </a:lnTo>
                  <a:lnTo>
                    <a:pt x="7338" y="57154"/>
                  </a:lnTo>
                  <a:lnTo>
                    <a:pt x="0" y="93704"/>
                  </a:lnTo>
                  <a:lnTo>
                    <a:pt x="0" y="285692"/>
                  </a:lnTo>
                  <a:lnTo>
                    <a:pt x="7338" y="322253"/>
                  </a:lnTo>
                  <a:lnTo>
                    <a:pt x="27377" y="352050"/>
                  </a:lnTo>
                  <a:lnTo>
                    <a:pt x="57154" y="372110"/>
                  </a:lnTo>
                  <a:lnTo>
                    <a:pt x="93704" y="379458"/>
                  </a:lnTo>
                  <a:lnTo>
                    <a:pt x="928574" y="379458"/>
                  </a:lnTo>
                  <a:lnTo>
                    <a:pt x="965124" y="372110"/>
                  </a:lnTo>
                  <a:lnTo>
                    <a:pt x="994901" y="352050"/>
                  </a:lnTo>
                  <a:lnTo>
                    <a:pt x="1014940" y="322253"/>
                  </a:lnTo>
                  <a:lnTo>
                    <a:pt x="1022279" y="285692"/>
                  </a:lnTo>
                  <a:lnTo>
                    <a:pt x="1022279" y="93704"/>
                  </a:lnTo>
                  <a:lnTo>
                    <a:pt x="1014940" y="57154"/>
                  </a:lnTo>
                  <a:lnTo>
                    <a:pt x="994901" y="27377"/>
                  </a:lnTo>
                  <a:lnTo>
                    <a:pt x="965124" y="7338"/>
                  </a:lnTo>
                  <a:lnTo>
                    <a:pt x="928574" y="0"/>
                  </a:lnTo>
                  <a:close/>
                </a:path>
              </a:pathLst>
            </a:custGeom>
            <a:ln w="8625">
              <a:solidFill>
                <a:srgbClr val="000016"/>
              </a:solidFill>
            </a:ln>
          </p:spPr>
          <p:txBody>
            <a:bodyPr wrap="square" lIns="0" tIns="0" rIns="0" bIns="0" rtlCol="0"/>
            <a:lstStyle/>
            <a:p>
              <a:endParaRPr sz="3804"/>
            </a:p>
          </p:txBody>
        </p:sp>
        <p:sp>
          <p:nvSpPr>
            <p:cNvPr id="18" name="object 18"/>
            <p:cNvSpPr/>
            <p:nvPr/>
          </p:nvSpPr>
          <p:spPr>
            <a:xfrm>
              <a:off x="1868542" y="878418"/>
              <a:ext cx="560705" cy="455930"/>
            </a:xfrm>
            <a:custGeom>
              <a:avLst/>
              <a:gdLst/>
              <a:ahLst/>
              <a:cxnLst/>
              <a:rect l="l" t="t" r="r" b="b"/>
              <a:pathLst>
                <a:path w="560705" h="455930">
                  <a:moveTo>
                    <a:pt x="0" y="455350"/>
                  </a:moveTo>
                  <a:lnTo>
                    <a:pt x="560342" y="0"/>
                  </a:lnTo>
                </a:path>
              </a:pathLst>
            </a:custGeom>
            <a:ln w="37299">
              <a:solidFill>
                <a:srgbClr val="001F5B"/>
              </a:solidFill>
            </a:ln>
          </p:spPr>
          <p:txBody>
            <a:bodyPr wrap="square" lIns="0" tIns="0" rIns="0" bIns="0" rtlCol="0"/>
            <a:lstStyle/>
            <a:p>
              <a:endParaRPr sz="3804"/>
            </a:p>
          </p:txBody>
        </p:sp>
        <p:pic>
          <p:nvPicPr>
            <p:cNvPr id="19" name="object 19"/>
            <p:cNvPicPr/>
            <p:nvPr/>
          </p:nvPicPr>
          <p:blipFill>
            <a:blip r:embed="rId2" cstate="print"/>
            <a:stretch>
              <a:fillRect/>
            </a:stretch>
          </p:blipFill>
          <p:spPr>
            <a:xfrm>
              <a:off x="2338539" y="814167"/>
              <a:ext cx="167138" cy="159170"/>
            </a:xfrm>
            <a:prstGeom prst="rect">
              <a:avLst/>
            </a:prstGeom>
          </p:spPr>
        </p:pic>
        <p:pic>
          <p:nvPicPr>
            <p:cNvPr id="20" name="object 20"/>
            <p:cNvPicPr/>
            <p:nvPr/>
          </p:nvPicPr>
          <p:blipFill>
            <a:blip r:embed="rId3" cstate="print"/>
            <a:stretch>
              <a:fillRect/>
            </a:stretch>
          </p:blipFill>
          <p:spPr>
            <a:xfrm>
              <a:off x="3571527" y="752220"/>
              <a:ext cx="265623" cy="97723"/>
            </a:xfrm>
            <a:prstGeom prst="rect">
              <a:avLst/>
            </a:prstGeom>
          </p:spPr>
        </p:pic>
        <p:sp>
          <p:nvSpPr>
            <p:cNvPr id="21" name="object 21"/>
            <p:cNvSpPr/>
            <p:nvPr/>
          </p:nvSpPr>
          <p:spPr>
            <a:xfrm>
              <a:off x="1865028" y="1716132"/>
              <a:ext cx="560705" cy="455930"/>
            </a:xfrm>
            <a:custGeom>
              <a:avLst/>
              <a:gdLst/>
              <a:ahLst/>
              <a:cxnLst/>
              <a:rect l="l" t="t" r="r" b="b"/>
              <a:pathLst>
                <a:path w="560705" h="455930">
                  <a:moveTo>
                    <a:pt x="0" y="0"/>
                  </a:moveTo>
                  <a:lnTo>
                    <a:pt x="560402" y="455411"/>
                  </a:lnTo>
                </a:path>
              </a:pathLst>
            </a:custGeom>
            <a:ln w="37299">
              <a:solidFill>
                <a:srgbClr val="001F5B"/>
              </a:solidFill>
            </a:ln>
          </p:spPr>
          <p:txBody>
            <a:bodyPr wrap="square" lIns="0" tIns="0" rIns="0" bIns="0" rtlCol="0"/>
            <a:lstStyle/>
            <a:p>
              <a:endParaRPr sz="3804"/>
            </a:p>
          </p:txBody>
        </p:sp>
        <p:pic>
          <p:nvPicPr>
            <p:cNvPr id="22" name="object 22"/>
            <p:cNvPicPr/>
            <p:nvPr/>
          </p:nvPicPr>
          <p:blipFill>
            <a:blip r:embed="rId4" cstate="print"/>
            <a:stretch>
              <a:fillRect/>
            </a:stretch>
          </p:blipFill>
          <p:spPr>
            <a:xfrm>
              <a:off x="2335096" y="2076551"/>
              <a:ext cx="167071" cy="159198"/>
            </a:xfrm>
            <a:prstGeom prst="rect">
              <a:avLst/>
            </a:prstGeom>
          </p:spPr>
        </p:pic>
        <p:sp>
          <p:nvSpPr>
            <p:cNvPr id="23" name="object 23"/>
            <p:cNvSpPr/>
            <p:nvPr/>
          </p:nvSpPr>
          <p:spPr>
            <a:xfrm>
              <a:off x="3874188" y="475837"/>
              <a:ext cx="1022350" cy="198755"/>
            </a:xfrm>
            <a:custGeom>
              <a:avLst/>
              <a:gdLst/>
              <a:ahLst/>
              <a:cxnLst/>
              <a:rect l="l" t="t" r="r" b="b"/>
              <a:pathLst>
                <a:path w="1022350" h="198754">
                  <a:moveTo>
                    <a:pt x="955955" y="0"/>
                  </a:moveTo>
                  <a:lnTo>
                    <a:pt x="66308" y="0"/>
                  </a:lnTo>
                  <a:lnTo>
                    <a:pt x="40455" y="4208"/>
                  </a:lnTo>
                  <a:lnTo>
                    <a:pt x="19383" y="15700"/>
                  </a:lnTo>
                  <a:lnTo>
                    <a:pt x="5196" y="32774"/>
                  </a:lnTo>
                  <a:lnTo>
                    <a:pt x="0" y="53728"/>
                  </a:lnTo>
                  <a:lnTo>
                    <a:pt x="0" y="144633"/>
                  </a:lnTo>
                  <a:lnTo>
                    <a:pt x="5196" y="165585"/>
                  </a:lnTo>
                  <a:lnTo>
                    <a:pt x="19383" y="182653"/>
                  </a:lnTo>
                  <a:lnTo>
                    <a:pt x="40455" y="194140"/>
                  </a:lnTo>
                  <a:lnTo>
                    <a:pt x="66308" y="198346"/>
                  </a:lnTo>
                  <a:lnTo>
                    <a:pt x="955955" y="198346"/>
                  </a:lnTo>
                  <a:lnTo>
                    <a:pt x="981845" y="194140"/>
                  </a:lnTo>
                  <a:lnTo>
                    <a:pt x="1002941" y="182653"/>
                  </a:lnTo>
                  <a:lnTo>
                    <a:pt x="1017139" y="165585"/>
                  </a:lnTo>
                  <a:lnTo>
                    <a:pt x="1022339" y="144633"/>
                  </a:lnTo>
                  <a:lnTo>
                    <a:pt x="1022339" y="53728"/>
                  </a:lnTo>
                  <a:lnTo>
                    <a:pt x="1017139" y="32774"/>
                  </a:lnTo>
                  <a:lnTo>
                    <a:pt x="1002941" y="15700"/>
                  </a:lnTo>
                  <a:lnTo>
                    <a:pt x="981845" y="4208"/>
                  </a:lnTo>
                  <a:lnTo>
                    <a:pt x="955955" y="0"/>
                  </a:lnTo>
                  <a:close/>
                </a:path>
              </a:pathLst>
            </a:custGeom>
            <a:ln w="8625">
              <a:solidFill>
                <a:srgbClr val="000016"/>
              </a:solidFill>
            </a:ln>
          </p:spPr>
          <p:txBody>
            <a:bodyPr wrap="square" lIns="0" tIns="0" rIns="0" bIns="0" rtlCol="0"/>
            <a:lstStyle/>
            <a:p>
              <a:endParaRPr sz="3804"/>
            </a:p>
          </p:txBody>
        </p:sp>
        <p:sp>
          <p:nvSpPr>
            <p:cNvPr id="24" name="object 24"/>
            <p:cNvSpPr/>
            <p:nvPr/>
          </p:nvSpPr>
          <p:spPr>
            <a:xfrm>
              <a:off x="3874188" y="701580"/>
              <a:ext cx="1022350" cy="198755"/>
            </a:xfrm>
            <a:custGeom>
              <a:avLst/>
              <a:gdLst/>
              <a:ahLst/>
              <a:cxnLst/>
              <a:rect l="l" t="t" r="r" b="b"/>
              <a:pathLst>
                <a:path w="1022350" h="198755">
                  <a:moveTo>
                    <a:pt x="955955" y="0"/>
                  </a:moveTo>
                  <a:lnTo>
                    <a:pt x="66308" y="0"/>
                  </a:lnTo>
                  <a:lnTo>
                    <a:pt x="40455" y="4206"/>
                  </a:lnTo>
                  <a:lnTo>
                    <a:pt x="19383" y="15692"/>
                  </a:lnTo>
                  <a:lnTo>
                    <a:pt x="5196" y="32761"/>
                  </a:lnTo>
                  <a:lnTo>
                    <a:pt x="0" y="53712"/>
                  </a:lnTo>
                  <a:lnTo>
                    <a:pt x="0" y="144633"/>
                  </a:lnTo>
                  <a:lnTo>
                    <a:pt x="5196" y="165585"/>
                  </a:lnTo>
                  <a:lnTo>
                    <a:pt x="19383" y="182653"/>
                  </a:lnTo>
                  <a:lnTo>
                    <a:pt x="40455" y="194140"/>
                  </a:lnTo>
                  <a:lnTo>
                    <a:pt x="66308" y="198346"/>
                  </a:lnTo>
                  <a:lnTo>
                    <a:pt x="955955" y="198346"/>
                  </a:lnTo>
                  <a:lnTo>
                    <a:pt x="981845" y="194140"/>
                  </a:lnTo>
                  <a:lnTo>
                    <a:pt x="1002941" y="182653"/>
                  </a:lnTo>
                  <a:lnTo>
                    <a:pt x="1017139" y="165585"/>
                  </a:lnTo>
                  <a:lnTo>
                    <a:pt x="1022339" y="144633"/>
                  </a:lnTo>
                  <a:lnTo>
                    <a:pt x="1022339" y="53712"/>
                  </a:lnTo>
                  <a:lnTo>
                    <a:pt x="1017139" y="32761"/>
                  </a:lnTo>
                  <a:lnTo>
                    <a:pt x="1002941" y="15692"/>
                  </a:lnTo>
                  <a:lnTo>
                    <a:pt x="981845" y="4206"/>
                  </a:lnTo>
                  <a:lnTo>
                    <a:pt x="955955" y="0"/>
                  </a:lnTo>
                  <a:close/>
                </a:path>
              </a:pathLst>
            </a:custGeom>
            <a:ln w="8625">
              <a:solidFill>
                <a:srgbClr val="000016"/>
              </a:solidFill>
            </a:ln>
          </p:spPr>
          <p:txBody>
            <a:bodyPr wrap="square" lIns="0" tIns="0" rIns="0" bIns="0" rtlCol="0"/>
            <a:lstStyle/>
            <a:p>
              <a:endParaRPr sz="3804"/>
            </a:p>
          </p:txBody>
        </p:sp>
        <p:sp>
          <p:nvSpPr>
            <p:cNvPr id="25" name="object 25"/>
            <p:cNvSpPr/>
            <p:nvPr/>
          </p:nvSpPr>
          <p:spPr>
            <a:xfrm>
              <a:off x="3874188" y="930123"/>
              <a:ext cx="1022350" cy="198755"/>
            </a:xfrm>
            <a:custGeom>
              <a:avLst/>
              <a:gdLst/>
              <a:ahLst/>
              <a:cxnLst/>
              <a:rect l="l" t="t" r="r" b="b"/>
              <a:pathLst>
                <a:path w="1022350" h="198755">
                  <a:moveTo>
                    <a:pt x="955955" y="0"/>
                  </a:moveTo>
                  <a:lnTo>
                    <a:pt x="66308" y="0"/>
                  </a:lnTo>
                  <a:lnTo>
                    <a:pt x="40455" y="4214"/>
                  </a:lnTo>
                  <a:lnTo>
                    <a:pt x="19383" y="15715"/>
                  </a:lnTo>
                  <a:lnTo>
                    <a:pt x="5196" y="32786"/>
                  </a:lnTo>
                  <a:lnTo>
                    <a:pt x="0" y="53712"/>
                  </a:lnTo>
                  <a:lnTo>
                    <a:pt x="0" y="144679"/>
                  </a:lnTo>
                  <a:lnTo>
                    <a:pt x="5196" y="165598"/>
                  </a:lnTo>
                  <a:lnTo>
                    <a:pt x="19383" y="182653"/>
                  </a:lnTo>
                  <a:lnTo>
                    <a:pt x="40455" y="194139"/>
                  </a:lnTo>
                  <a:lnTo>
                    <a:pt x="66308" y="198346"/>
                  </a:lnTo>
                  <a:lnTo>
                    <a:pt x="955955" y="198346"/>
                  </a:lnTo>
                  <a:lnTo>
                    <a:pt x="981845" y="194139"/>
                  </a:lnTo>
                  <a:lnTo>
                    <a:pt x="1002941" y="182653"/>
                  </a:lnTo>
                  <a:lnTo>
                    <a:pt x="1017139" y="165598"/>
                  </a:lnTo>
                  <a:lnTo>
                    <a:pt x="1022339" y="144679"/>
                  </a:lnTo>
                  <a:lnTo>
                    <a:pt x="1022339" y="53712"/>
                  </a:lnTo>
                  <a:lnTo>
                    <a:pt x="1017139" y="32786"/>
                  </a:lnTo>
                  <a:lnTo>
                    <a:pt x="1002941" y="15715"/>
                  </a:lnTo>
                  <a:lnTo>
                    <a:pt x="981845" y="4214"/>
                  </a:lnTo>
                  <a:lnTo>
                    <a:pt x="955955" y="0"/>
                  </a:lnTo>
                  <a:close/>
                </a:path>
              </a:pathLst>
            </a:custGeom>
            <a:ln w="8625">
              <a:solidFill>
                <a:srgbClr val="000016"/>
              </a:solidFill>
            </a:ln>
          </p:spPr>
          <p:txBody>
            <a:bodyPr wrap="square" lIns="0" tIns="0" rIns="0" bIns="0" rtlCol="0"/>
            <a:lstStyle/>
            <a:p>
              <a:endParaRPr sz="3804"/>
            </a:p>
          </p:txBody>
        </p:sp>
      </p:grpSp>
      <p:sp>
        <p:nvSpPr>
          <p:cNvPr id="26" name="object 26"/>
          <p:cNvSpPr txBox="1"/>
          <p:nvPr/>
        </p:nvSpPr>
        <p:spPr>
          <a:xfrm>
            <a:off x="8811729" y="1462377"/>
            <a:ext cx="923347" cy="258794"/>
          </a:xfrm>
          <a:prstGeom prst="rect">
            <a:avLst/>
          </a:prstGeom>
        </p:spPr>
        <p:txBody>
          <a:bodyPr vert="horz" wrap="square" lIns="0" tIns="30866" rIns="0" bIns="0" rtlCol="0">
            <a:spAutoFit/>
          </a:bodyPr>
          <a:lstStyle/>
          <a:p>
            <a:pPr marL="26841">
              <a:spcBef>
                <a:spcPts val="241"/>
              </a:spcBef>
            </a:pPr>
            <a:r>
              <a:rPr sz="1479" spc="-21" dirty="0">
                <a:cs typeface="Arial"/>
              </a:rPr>
              <a:t>Clustering</a:t>
            </a:r>
            <a:endParaRPr sz="1479">
              <a:cs typeface="Arial"/>
            </a:endParaRPr>
          </a:p>
        </p:txBody>
      </p:sp>
      <p:sp>
        <p:nvSpPr>
          <p:cNvPr id="27" name="object 27"/>
          <p:cNvSpPr txBox="1"/>
          <p:nvPr/>
        </p:nvSpPr>
        <p:spPr>
          <a:xfrm>
            <a:off x="8330632" y="1938651"/>
            <a:ext cx="1888297" cy="258794"/>
          </a:xfrm>
          <a:prstGeom prst="rect">
            <a:avLst/>
          </a:prstGeom>
        </p:spPr>
        <p:txBody>
          <a:bodyPr vert="horz" wrap="square" lIns="0" tIns="30866" rIns="0" bIns="0" rtlCol="0">
            <a:spAutoFit/>
          </a:bodyPr>
          <a:lstStyle/>
          <a:p>
            <a:pPr marL="26841">
              <a:spcBef>
                <a:spcPts val="241"/>
              </a:spcBef>
            </a:pPr>
            <a:r>
              <a:rPr sz="1479" dirty="0">
                <a:cs typeface="Arial"/>
              </a:rPr>
              <a:t>Dimension</a:t>
            </a:r>
            <a:r>
              <a:rPr sz="1479" spc="127" dirty="0">
                <a:cs typeface="Arial"/>
              </a:rPr>
              <a:t> </a:t>
            </a:r>
            <a:r>
              <a:rPr sz="1479" spc="-21" dirty="0">
                <a:cs typeface="Arial"/>
              </a:rPr>
              <a:t>Reduction</a:t>
            </a:r>
            <a:endParaRPr sz="1479">
              <a:cs typeface="Arial"/>
            </a:endParaRPr>
          </a:p>
        </p:txBody>
      </p:sp>
      <p:grpSp>
        <p:nvGrpSpPr>
          <p:cNvPr id="28" name="object 28"/>
          <p:cNvGrpSpPr/>
          <p:nvPr/>
        </p:nvGrpSpPr>
        <p:grpSpPr>
          <a:xfrm>
            <a:off x="8181695" y="2526497"/>
            <a:ext cx="2179529" cy="1797038"/>
            <a:chOff x="3869743" y="1006875"/>
            <a:chExt cx="1031240" cy="850265"/>
          </a:xfrm>
        </p:grpSpPr>
        <p:sp>
          <p:nvSpPr>
            <p:cNvPr id="29" name="object 29"/>
            <p:cNvSpPr/>
            <p:nvPr/>
          </p:nvSpPr>
          <p:spPr>
            <a:xfrm>
              <a:off x="4248946" y="1025729"/>
              <a:ext cx="19685" cy="19685"/>
            </a:xfrm>
            <a:custGeom>
              <a:avLst/>
              <a:gdLst/>
              <a:ahLst/>
              <a:cxnLst/>
              <a:rect l="l" t="t" r="r" b="b"/>
              <a:pathLst>
                <a:path w="19685" h="19684">
                  <a:moveTo>
                    <a:pt x="19136" y="9568"/>
                  </a:moveTo>
                  <a:lnTo>
                    <a:pt x="19136" y="14846"/>
                  </a:lnTo>
                  <a:lnTo>
                    <a:pt x="14861" y="19136"/>
                  </a:lnTo>
                  <a:lnTo>
                    <a:pt x="9568" y="19136"/>
                  </a:lnTo>
                  <a:lnTo>
                    <a:pt x="4289" y="19136"/>
                  </a:lnTo>
                  <a:lnTo>
                    <a:pt x="0" y="14846"/>
                  </a:lnTo>
                  <a:lnTo>
                    <a:pt x="0" y="9568"/>
                  </a:lnTo>
                  <a:lnTo>
                    <a:pt x="0" y="4274"/>
                  </a:lnTo>
                  <a:lnTo>
                    <a:pt x="4289" y="0"/>
                  </a:lnTo>
                  <a:lnTo>
                    <a:pt x="9568" y="0"/>
                  </a:lnTo>
                  <a:lnTo>
                    <a:pt x="14861" y="0"/>
                  </a:lnTo>
                  <a:lnTo>
                    <a:pt x="19136" y="4274"/>
                  </a:lnTo>
                  <a:lnTo>
                    <a:pt x="19136" y="9568"/>
                  </a:lnTo>
                  <a:close/>
                </a:path>
              </a:pathLst>
            </a:custGeom>
            <a:ln w="37299">
              <a:solidFill>
                <a:srgbClr val="000000"/>
              </a:solidFill>
            </a:ln>
          </p:spPr>
          <p:txBody>
            <a:bodyPr wrap="square" lIns="0" tIns="0" rIns="0" bIns="0" rtlCol="0"/>
            <a:lstStyle/>
            <a:p>
              <a:endParaRPr sz="3804"/>
            </a:p>
          </p:txBody>
        </p:sp>
        <p:sp>
          <p:nvSpPr>
            <p:cNvPr id="30" name="object 30"/>
            <p:cNvSpPr/>
            <p:nvPr/>
          </p:nvSpPr>
          <p:spPr>
            <a:xfrm>
              <a:off x="4248946" y="1025729"/>
              <a:ext cx="19685" cy="19685"/>
            </a:xfrm>
            <a:custGeom>
              <a:avLst/>
              <a:gdLst/>
              <a:ahLst/>
              <a:cxnLst/>
              <a:rect l="l" t="t" r="r" b="b"/>
              <a:pathLst>
                <a:path w="19685" h="19684">
                  <a:moveTo>
                    <a:pt x="14861" y="19136"/>
                  </a:moveTo>
                  <a:lnTo>
                    <a:pt x="4289" y="19136"/>
                  </a:lnTo>
                  <a:lnTo>
                    <a:pt x="0" y="14846"/>
                  </a:lnTo>
                  <a:lnTo>
                    <a:pt x="0" y="4274"/>
                  </a:lnTo>
                  <a:lnTo>
                    <a:pt x="4289" y="0"/>
                  </a:lnTo>
                  <a:lnTo>
                    <a:pt x="14861" y="0"/>
                  </a:lnTo>
                  <a:lnTo>
                    <a:pt x="19136" y="4274"/>
                  </a:lnTo>
                  <a:lnTo>
                    <a:pt x="19136" y="9568"/>
                  </a:lnTo>
                  <a:lnTo>
                    <a:pt x="19136" y="14846"/>
                  </a:lnTo>
                  <a:lnTo>
                    <a:pt x="14861" y="19136"/>
                  </a:lnTo>
                  <a:close/>
                </a:path>
              </a:pathLst>
            </a:custGeom>
            <a:solidFill>
              <a:srgbClr val="000000">
                <a:alpha val="98999"/>
              </a:srgbClr>
            </a:solidFill>
          </p:spPr>
          <p:txBody>
            <a:bodyPr wrap="square" lIns="0" tIns="0" rIns="0" bIns="0" rtlCol="0"/>
            <a:lstStyle/>
            <a:p>
              <a:endParaRPr sz="3804"/>
            </a:p>
          </p:txBody>
        </p:sp>
        <p:sp>
          <p:nvSpPr>
            <p:cNvPr id="31" name="object 31"/>
            <p:cNvSpPr/>
            <p:nvPr/>
          </p:nvSpPr>
          <p:spPr>
            <a:xfrm>
              <a:off x="4248353" y="1026550"/>
              <a:ext cx="19685" cy="19685"/>
            </a:xfrm>
            <a:custGeom>
              <a:avLst/>
              <a:gdLst/>
              <a:ahLst/>
              <a:cxnLst/>
              <a:rect l="l" t="t" r="r" b="b"/>
              <a:pathLst>
                <a:path w="19685" h="19684">
                  <a:moveTo>
                    <a:pt x="19136" y="9568"/>
                  </a:moveTo>
                  <a:lnTo>
                    <a:pt x="19136" y="14861"/>
                  </a:lnTo>
                  <a:lnTo>
                    <a:pt x="14861" y="19136"/>
                  </a:lnTo>
                  <a:lnTo>
                    <a:pt x="9568" y="19136"/>
                  </a:lnTo>
                  <a:lnTo>
                    <a:pt x="4274" y="19136"/>
                  </a:lnTo>
                  <a:lnTo>
                    <a:pt x="0" y="14861"/>
                  </a:lnTo>
                  <a:lnTo>
                    <a:pt x="0" y="9568"/>
                  </a:lnTo>
                  <a:lnTo>
                    <a:pt x="0" y="4289"/>
                  </a:lnTo>
                  <a:lnTo>
                    <a:pt x="4274" y="0"/>
                  </a:lnTo>
                  <a:lnTo>
                    <a:pt x="9568" y="0"/>
                  </a:lnTo>
                  <a:lnTo>
                    <a:pt x="14861" y="0"/>
                  </a:lnTo>
                  <a:lnTo>
                    <a:pt x="19136" y="4289"/>
                  </a:lnTo>
                  <a:lnTo>
                    <a:pt x="19136" y="9568"/>
                  </a:lnTo>
                  <a:close/>
                </a:path>
              </a:pathLst>
            </a:custGeom>
            <a:ln w="37299">
              <a:solidFill>
                <a:srgbClr val="000000"/>
              </a:solidFill>
            </a:ln>
          </p:spPr>
          <p:txBody>
            <a:bodyPr wrap="square" lIns="0" tIns="0" rIns="0" bIns="0" rtlCol="0"/>
            <a:lstStyle/>
            <a:p>
              <a:endParaRPr sz="3804"/>
            </a:p>
          </p:txBody>
        </p:sp>
        <p:sp>
          <p:nvSpPr>
            <p:cNvPr id="32" name="object 32"/>
            <p:cNvSpPr/>
            <p:nvPr/>
          </p:nvSpPr>
          <p:spPr>
            <a:xfrm>
              <a:off x="4248353" y="1026550"/>
              <a:ext cx="19685" cy="19685"/>
            </a:xfrm>
            <a:custGeom>
              <a:avLst/>
              <a:gdLst/>
              <a:ahLst/>
              <a:cxnLst/>
              <a:rect l="l" t="t" r="r" b="b"/>
              <a:pathLst>
                <a:path w="19685" h="19684">
                  <a:moveTo>
                    <a:pt x="14861" y="19136"/>
                  </a:moveTo>
                  <a:lnTo>
                    <a:pt x="4274" y="19136"/>
                  </a:lnTo>
                  <a:lnTo>
                    <a:pt x="0" y="14861"/>
                  </a:lnTo>
                  <a:lnTo>
                    <a:pt x="0" y="4289"/>
                  </a:lnTo>
                  <a:lnTo>
                    <a:pt x="4274" y="0"/>
                  </a:lnTo>
                  <a:lnTo>
                    <a:pt x="14861" y="0"/>
                  </a:lnTo>
                  <a:lnTo>
                    <a:pt x="19136" y="4289"/>
                  </a:lnTo>
                  <a:lnTo>
                    <a:pt x="19136" y="9568"/>
                  </a:lnTo>
                  <a:lnTo>
                    <a:pt x="19136" y="14861"/>
                  </a:lnTo>
                  <a:lnTo>
                    <a:pt x="14861" y="19136"/>
                  </a:lnTo>
                  <a:close/>
                </a:path>
              </a:pathLst>
            </a:custGeom>
            <a:solidFill>
              <a:srgbClr val="000000">
                <a:alpha val="98999"/>
              </a:srgbClr>
            </a:solidFill>
          </p:spPr>
          <p:txBody>
            <a:bodyPr wrap="square" lIns="0" tIns="0" rIns="0" bIns="0" rtlCol="0"/>
            <a:lstStyle/>
            <a:p>
              <a:endParaRPr sz="3804"/>
            </a:p>
          </p:txBody>
        </p:sp>
        <p:sp>
          <p:nvSpPr>
            <p:cNvPr id="33" name="object 33"/>
            <p:cNvSpPr/>
            <p:nvPr/>
          </p:nvSpPr>
          <p:spPr>
            <a:xfrm>
              <a:off x="4378247" y="1025607"/>
              <a:ext cx="19685" cy="19685"/>
            </a:xfrm>
            <a:custGeom>
              <a:avLst/>
              <a:gdLst/>
              <a:ahLst/>
              <a:cxnLst/>
              <a:rect l="l" t="t" r="r" b="b"/>
              <a:pathLst>
                <a:path w="19685" h="19684">
                  <a:moveTo>
                    <a:pt x="19136" y="9568"/>
                  </a:moveTo>
                  <a:lnTo>
                    <a:pt x="19136" y="14846"/>
                  </a:lnTo>
                  <a:lnTo>
                    <a:pt x="14861" y="19136"/>
                  </a:lnTo>
                  <a:lnTo>
                    <a:pt x="9568" y="19136"/>
                  </a:lnTo>
                  <a:lnTo>
                    <a:pt x="4289" y="19136"/>
                  </a:lnTo>
                  <a:lnTo>
                    <a:pt x="0" y="14846"/>
                  </a:lnTo>
                  <a:lnTo>
                    <a:pt x="0" y="9568"/>
                  </a:lnTo>
                  <a:lnTo>
                    <a:pt x="0" y="4274"/>
                  </a:lnTo>
                  <a:lnTo>
                    <a:pt x="4289" y="0"/>
                  </a:lnTo>
                  <a:lnTo>
                    <a:pt x="9568" y="0"/>
                  </a:lnTo>
                  <a:lnTo>
                    <a:pt x="14861" y="0"/>
                  </a:lnTo>
                  <a:lnTo>
                    <a:pt x="19136" y="4274"/>
                  </a:lnTo>
                  <a:lnTo>
                    <a:pt x="19136" y="9568"/>
                  </a:lnTo>
                  <a:close/>
                </a:path>
              </a:pathLst>
            </a:custGeom>
            <a:ln w="37299">
              <a:solidFill>
                <a:srgbClr val="000000"/>
              </a:solidFill>
            </a:ln>
          </p:spPr>
          <p:txBody>
            <a:bodyPr wrap="square" lIns="0" tIns="0" rIns="0" bIns="0" rtlCol="0"/>
            <a:lstStyle/>
            <a:p>
              <a:endParaRPr sz="3804"/>
            </a:p>
          </p:txBody>
        </p:sp>
        <p:sp>
          <p:nvSpPr>
            <p:cNvPr id="34" name="object 34"/>
            <p:cNvSpPr/>
            <p:nvPr/>
          </p:nvSpPr>
          <p:spPr>
            <a:xfrm>
              <a:off x="4378247" y="1025607"/>
              <a:ext cx="19685" cy="19685"/>
            </a:xfrm>
            <a:custGeom>
              <a:avLst/>
              <a:gdLst/>
              <a:ahLst/>
              <a:cxnLst/>
              <a:rect l="l" t="t" r="r" b="b"/>
              <a:pathLst>
                <a:path w="19685" h="19684">
                  <a:moveTo>
                    <a:pt x="14861" y="19136"/>
                  </a:moveTo>
                  <a:lnTo>
                    <a:pt x="4289" y="19136"/>
                  </a:lnTo>
                  <a:lnTo>
                    <a:pt x="0" y="14846"/>
                  </a:lnTo>
                  <a:lnTo>
                    <a:pt x="0" y="4274"/>
                  </a:lnTo>
                  <a:lnTo>
                    <a:pt x="4289" y="0"/>
                  </a:lnTo>
                  <a:lnTo>
                    <a:pt x="14861" y="0"/>
                  </a:lnTo>
                  <a:lnTo>
                    <a:pt x="19136" y="4274"/>
                  </a:lnTo>
                  <a:lnTo>
                    <a:pt x="19136" y="9568"/>
                  </a:lnTo>
                  <a:lnTo>
                    <a:pt x="19136" y="14846"/>
                  </a:lnTo>
                  <a:lnTo>
                    <a:pt x="14861" y="19136"/>
                  </a:lnTo>
                  <a:close/>
                </a:path>
              </a:pathLst>
            </a:custGeom>
            <a:solidFill>
              <a:srgbClr val="000000">
                <a:alpha val="98999"/>
              </a:srgbClr>
            </a:solidFill>
          </p:spPr>
          <p:txBody>
            <a:bodyPr wrap="square" lIns="0" tIns="0" rIns="0" bIns="0" rtlCol="0"/>
            <a:lstStyle/>
            <a:p>
              <a:endParaRPr sz="3804"/>
            </a:p>
          </p:txBody>
        </p:sp>
        <p:sp>
          <p:nvSpPr>
            <p:cNvPr id="35" name="object 35"/>
            <p:cNvSpPr/>
            <p:nvPr/>
          </p:nvSpPr>
          <p:spPr>
            <a:xfrm>
              <a:off x="4515153" y="1025607"/>
              <a:ext cx="19685" cy="19685"/>
            </a:xfrm>
            <a:custGeom>
              <a:avLst/>
              <a:gdLst/>
              <a:ahLst/>
              <a:cxnLst/>
              <a:rect l="l" t="t" r="r" b="b"/>
              <a:pathLst>
                <a:path w="19685" h="19684">
                  <a:moveTo>
                    <a:pt x="19136" y="9568"/>
                  </a:moveTo>
                  <a:lnTo>
                    <a:pt x="19136" y="14846"/>
                  </a:lnTo>
                  <a:lnTo>
                    <a:pt x="14861" y="19136"/>
                  </a:lnTo>
                  <a:lnTo>
                    <a:pt x="9568" y="19136"/>
                  </a:lnTo>
                  <a:lnTo>
                    <a:pt x="4289" y="19136"/>
                  </a:lnTo>
                  <a:lnTo>
                    <a:pt x="0" y="14846"/>
                  </a:lnTo>
                  <a:lnTo>
                    <a:pt x="0" y="9568"/>
                  </a:lnTo>
                  <a:lnTo>
                    <a:pt x="0" y="4274"/>
                  </a:lnTo>
                  <a:lnTo>
                    <a:pt x="4289" y="0"/>
                  </a:lnTo>
                  <a:lnTo>
                    <a:pt x="9568" y="0"/>
                  </a:lnTo>
                  <a:lnTo>
                    <a:pt x="14861" y="0"/>
                  </a:lnTo>
                  <a:lnTo>
                    <a:pt x="19136" y="4274"/>
                  </a:lnTo>
                  <a:lnTo>
                    <a:pt x="19136" y="9568"/>
                  </a:lnTo>
                  <a:close/>
                </a:path>
              </a:pathLst>
            </a:custGeom>
            <a:ln w="37299">
              <a:solidFill>
                <a:srgbClr val="000000"/>
              </a:solidFill>
            </a:ln>
          </p:spPr>
          <p:txBody>
            <a:bodyPr wrap="square" lIns="0" tIns="0" rIns="0" bIns="0" rtlCol="0"/>
            <a:lstStyle/>
            <a:p>
              <a:endParaRPr sz="3804"/>
            </a:p>
          </p:txBody>
        </p:sp>
        <p:sp>
          <p:nvSpPr>
            <p:cNvPr id="36" name="object 36"/>
            <p:cNvSpPr/>
            <p:nvPr/>
          </p:nvSpPr>
          <p:spPr>
            <a:xfrm>
              <a:off x="4515153" y="1025607"/>
              <a:ext cx="19685" cy="19685"/>
            </a:xfrm>
            <a:custGeom>
              <a:avLst/>
              <a:gdLst/>
              <a:ahLst/>
              <a:cxnLst/>
              <a:rect l="l" t="t" r="r" b="b"/>
              <a:pathLst>
                <a:path w="19685" h="19684">
                  <a:moveTo>
                    <a:pt x="14861" y="19136"/>
                  </a:moveTo>
                  <a:lnTo>
                    <a:pt x="4289" y="19136"/>
                  </a:lnTo>
                  <a:lnTo>
                    <a:pt x="0" y="14846"/>
                  </a:lnTo>
                  <a:lnTo>
                    <a:pt x="0" y="4274"/>
                  </a:lnTo>
                  <a:lnTo>
                    <a:pt x="4289" y="0"/>
                  </a:lnTo>
                  <a:lnTo>
                    <a:pt x="14861" y="0"/>
                  </a:lnTo>
                  <a:lnTo>
                    <a:pt x="19136" y="4274"/>
                  </a:lnTo>
                  <a:lnTo>
                    <a:pt x="19136" y="9568"/>
                  </a:lnTo>
                  <a:lnTo>
                    <a:pt x="19136" y="14846"/>
                  </a:lnTo>
                  <a:lnTo>
                    <a:pt x="14861" y="19136"/>
                  </a:lnTo>
                  <a:close/>
                </a:path>
              </a:pathLst>
            </a:custGeom>
            <a:solidFill>
              <a:srgbClr val="000000">
                <a:alpha val="98999"/>
              </a:srgbClr>
            </a:solidFill>
          </p:spPr>
          <p:txBody>
            <a:bodyPr wrap="square" lIns="0" tIns="0" rIns="0" bIns="0" rtlCol="0"/>
            <a:lstStyle/>
            <a:p>
              <a:endParaRPr sz="3804"/>
            </a:p>
          </p:txBody>
        </p:sp>
        <p:sp>
          <p:nvSpPr>
            <p:cNvPr id="37" name="object 37"/>
            <p:cNvSpPr/>
            <p:nvPr/>
          </p:nvSpPr>
          <p:spPr>
            <a:xfrm>
              <a:off x="3874188" y="1199828"/>
              <a:ext cx="1022350" cy="198755"/>
            </a:xfrm>
            <a:custGeom>
              <a:avLst/>
              <a:gdLst/>
              <a:ahLst/>
              <a:cxnLst/>
              <a:rect l="l" t="t" r="r" b="b"/>
              <a:pathLst>
                <a:path w="1022350" h="198755">
                  <a:moveTo>
                    <a:pt x="955955" y="0"/>
                  </a:moveTo>
                  <a:lnTo>
                    <a:pt x="66308" y="0"/>
                  </a:lnTo>
                  <a:lnTo>
                    <a:pt x="40455" y="4206"/>
                  </a:lnTo>
                  <a:lnTo>
                    <a:pt x="19383" y="15692"/>
                  </a:lnTo>
                  <a:lnTo>
                    <a:pt x="5196" y="32761"/>
                  </a:lnTo>
                  <a:lnTo>
                    <a:pt x="0" y="53712"/>
                  </a:lnTo>
                  <a:lnTo>
                    <a:pt x="0" y="144633"/>
                  </a:lnTo>
                  <a:lnTo>
                    <a:pt x="5196" y="165585"/>
                  </a:lnTo>
                  <a:lnTo>
                    <a:pt x="19383" y="182653"/>
                  </a:lnTo>
                  <a:lnTo>
                    <a:pt x="40455" y="194140"/>
                  </a:lnTo>
                  <a:lnTo>
                    <a:pt x="66308" y="198346"/>
                  </a:lnTo>
                  <a:lnTo>
                    <a:pt x="955955" y="198346"/>
                  </a:lnTo>
                  <a:lnTo>
                    <a:pt x="981845" y="194140"/>
                  </a:lnTo>
                  <a:lnTo>
                    <a:pt x="1002941" y="182653"/>
                  </a:lnTo>
                  <a:lnTo>
                    <a:pt x="1017139" y="165585"/>
                  </a:lnTo>
                  <a:lnTo>
                    <a:pt x="1022339" y="144633"/>
                  </a:lnTo>
                  <a:lnTo>
                    <a:pt x="1022339" y="53712"/>
                  </a:lnTo>
                  <a:lnTo>
                    <a:pt x="1017139" y="32761"/>
                  </a:lnTo>
                  <a:lnTo>
                    <a:pt x="1002941" y="15692"/>
                  </a:lnTo>
                  <a:lnTo>
                    <a:pt x="981845" y="4206"/>
                  </a:lnTo>
                  <a:lnTo>
                    <a:pt x="955955" y="0"/>
                  </a:lnTo>
                  <a:close/>
                </a:path>
              </a:pathLst>
            </a:custGeom>
            <a:ln w="8625">
              <a:solidFill>
                <a:srgbClr val="000016"/>
              </a:solidFill>
            </a:ln>
          </p:spPr>
          <p:txBody>
            <a:bodyPr wrap="square" lIns="0" tIns="0" rIns="0" bIns="0" rtlCol="0"/>
            <a:lstStyle/>
            <a:p>
              <a:endParaRPr sz="3804"/>
            </a:p>
          </p:txBody>
        </p:sp>
        <p:sp>
          <p:nvSpPr>
            <p:cNvPr id="38" name="object 38"/>
            <p:cNvSpPr/>
            <p:nvPr/>
          </p:nvSpPr>
          <p:spPr>
            <a:xfrm>
              <a:off x="3874188" y="1425632"/>
              <a:ext cx="1022350" cy="198755"/>
            </a:xfrm>
            <a:custGeom>
              <a:avLst/>
              <a:gdLst/>
              <a:ahLst/>
              <a:cxnLst/>
              <a:rect l="l" t="t" r="r" b="b"/>
              <a:pathLst>
                <a:path w="1022350" h="198755">
                  <a:moveTo>
                    <a:pt x="955955" y="0"/>
                  </a:moveTo>
                  <a:lnTo>
                    <a:pt x="66308" y="0"/>
                  </a:lnTo>
                  <a:lnTo>
                    <a:pt x="40455" y="4206"/>
                  </a:lnTo>
                  <a:lnTo>
                    <a:pt x="19383" y="15692"/>
                  </a:lnTo>
                  <a:lnTo>
                    <a:pt x="5196" y="32761"/>
                  </a:lnTo>
                  <a:lnTo>
                    <a:pt x="0" y="53712"/>
                  </a:lnTo>
                  <a:lnTo>
                    <a:pt x="0" y="144633"/>
                  </a:lnTo>
                  <a:lnTo>
                    <a:pt x="5196" y="165585"/>
                  </a:lnTo>
                  <a:lnTo>
                    <a:pt x="19383" y="182653"/>
                  </a:lnTo>
                  <a:lnTo>
                    <a:pt x="40455" y="194140"/>
                  </a:lnTo>
                  <a:lnTo>
                    <a:pt x="66308" y="198346"/>
                  </a:lnTo>
                  <a:lnTo>
                    <a:pt x="955955" y="198346"/>
                  </a:lnTo>
                  <a:lnTo>
                    <a:pt x="981845" y="194140"/>
                  </a:lnTo>
                  <a:lnTo>
                    <a:pt x="1002941" y="182653"/>
                  </a:lnTo>
                  <a:lnTo>
                    <a:pt x="1017139" y="165585"/>
                  </a:lnTo>
                  <a:lnTo>
                    <a:pt x="1022339" y="144633"/>
                  </a:lnTo>
                  <a:lnTo>
                    <a:pt x="1022339" y="53712"/>
                  </a:lnTo>
                  <a:lnTo>
                    <a:pt x="1017139" y="32761"/>
                  </a:lnTo>
                  <a:lnTo>
                    <a:pt x="1002941" y="15692"/>
                  </a:lnTo>
                  <a:lnTo>
                    <a:pt x="981845" y="4206"/>
                  </a:lnTo>
                  <a:lnTo>
                    <a:pt x="955955" y="0"/>
                  </a:lnTo>
                  <a:close/>
                </a:path>
              </a:pathLst>
            </a:custGeom>
            <a:ln w="8625">
              <a:solidFill>
                <a:srgbClr val="000016"/>
              </a:solidFill>
            </a:ln>
          </p:spPr>
          <p:txBody>
            <a:bodyPr wrap="square" lIns="0" tIns="0" rIns="0" bIns="0" rtlCol="0"/>
            <a:lstStyle/>
            <a:p>
              <a:endParaRPr sz="3804"/>
            </a:p>
          </p:txBody>
        </p:sp>
        <p:sp>
          <p:nvSpPr>
            <p:cNvPr id="39" name="object 39"/>
            <p:cNvSpPr/>
            <p:nvPr/>
          </p:nvSpPr>
          <p:spPr>
            <a:xfrm>
              <a:off x="3874188" y="1654159"/>
              <a:ext cx="1022350" cy="198755"/>
            </a:xfrm>
            <a:custGeom>
              <a:avLst/>
              <a:gdLst/>
              <a:ahLst/>
              <a:cxnLst/>
              <a:rect l="l" t="t" r="r" b="b"/>
              <a:pathLst>
                <a:path w="1022350" h="198755">
                  <a:moveTo>
                    <a:pt x="955955" y="0"/>
                  </a:moveTo>
                  <a:lnTo>
                    <a:pt x="66308" y="0"/>
                  </a:lnTo>
                  <a:lnTo>
                    <a:pt x="40455" y="4206"/>
                  </a:lnTo>
                  <a:lnTo>
                    <a:pt x="19383" y="15692"/>
                  </a:lnTo>
                  <a:lnTo>
                    <a:pt x="5196" y="32761"/>
                  </a:lnTo>
                  <a:lnTo>
                    <a:pt x="0" y="53712"/>
                  </a:lnTo>
                  <a:lnTo>
                    <a:pt x="0" y="144633"/>
                  </a:lnTo>
                  <a:lnTo>
                    <a:pt x="5196" y="165585"/>
                  </a:lnTo>
                  <a:lnTo>
                    <a:pt x="19383" y="182653"/>
                  </a:lnTo>
                  <a:lnTo>
                    <a:pt x="40455" y="194140"/>
                  </a:lnTo>
                  <a:lnTo>
                    <a:pt x="66308" y="198346"/>
                  </a:lnTo>
                  <a:lnTo>
                    <a:pt x="955955" y="198346"/>
                  </a:lnTo>
                  <a:lnTo>
                    <a:pt x="981845" y="194140"/>
                  </a:lnTo>
                  <a:lnTo>
                    <a:pt x="1002941" y="182653"/>
                  </a:lnTo>
                  <a:lnTo>
                    <a:pt x="1017139" y="165585"/>
                  </a:lnTo>
                  <a:lnTo>
                    <a:pt x="1022339" y="144633"/>
                  </a:lnTo>
                  <a:lnTo>
                    <a:pt x="1022339" y="53712"/>
                  </a:lnTo>
                  <a:lnTo>
                    <a:pt x="1017139" y="32761"/>
                  </a:lnTo>
                  <a:lnTo>
                    <a:pt x="1002941" y="15692"/>
                  </a:lnTo>
                  <a:lnTo>
                    <a:pt x="981845" y="4206"/>
                  </a:lnTo>
                  <a:lnTo>
                    <a:pt x="955955" y="0"/>
                  </a:lnTo>
                  <a:close/>
                </a:path>
              </a:pathLst>
            </a:custGeom>
            <a:ln w="8625">
              <a:solidFill>
                <a:srgbClr val="000016"/>
              </a:solidFill>
            </a:ln>
          </p:spPr>
          <p:txBody>
            <a:bodyPr wrap="square" lIns="0" tIns="0" rIns="0" bIns="0" rtlCol="0"/>
            <a:lstStyle/>
            <a:p>
              <a:endParaRPr sz="3804"/>
            </a:p>
          </p:txBody>
        </p:sp>
      </p:grpSp>
      <p:sp>
        <p:nvSpPr>
          <p:cNvPr id="40" name="object 40"/>
          <p:cNvSpPr txBox="1"/>
          <p:nvPr/>
        </p:nvSpPr>
        <p:spPr>
          <a:xfrm>
            <a:off x="8758042" y="2992600"/>
            <a:ext cx="1030713" cy="258794"/>
          </a:xfrm>
          <a:prstGeom prst="rect">
            <a:avLst/>
          </a:prstGeom>
        </p:spPr>
        <p:txBody>
          <a:bodyPr vert="horz" wrap="square" lIns="0" tIns="30866" rIns="0" bIns="0" rtlCol="0">
            <a:spAutoFit/>
          </a:bodyPr>
          <a:lstStyle/>
          <a:p>
            <a:pPr marL="26841">
              <a:spcBef>
                <a:spcPts val="241"/>
              </a:spcBef>
            </a:pPr>
            <a:r>
              <a:rPr sz="1479" spc="-21" dirty="0">
                <a:cs typeface="Arial"/>
              </a:rPr>
              <a:t>Regression</a:t>
            </a:r>
            <a:endParaRPr sz="1479">
              <a:cs typeface="Arial"/>
            </a:endParaRPr>
          </a:p>
        </p:txBody>
      </p:sp>
      <p:sp>
        <p:nvSpPr>
          <p:cNvPr id="41" name="object 41"/>
          <p:cNvSpPr txBox="1"/>
          <p:nvPr/>
        </p:nvSpPr>
        <p:spPr>
          <a:xfrm>
            <a:off x="8679530" y="3468873"/>
            <a:ext cx="1190420" cy="258794"/>
          </a:xfrm>
          <a:prstGeom prst="rect">
            <a:avLst/>
          </a:prstGeom>
        </p:spPr>
        <p:txBody>
          <a:bodyPr vert="horz" wrap="square" lIns="0" tIns="30866" rIns="0" bIns="0" rtlCol="0">
            <a:spAutoFit/>
          </a:bodyPr>
          <a:lstStyle/>
          <a:p>
            <a:pPr marL="26841">
              <a:spcBef>
                <a:spcPts val="241"/>
              </a:spcBef>
            </a:pPr>
            <a:r>
              <a:rPr sz="1479" spc="-21" dirty="0">
                <a:cs typeface="Arial"/>
              </a:rPr>
              <a:t>Classification</a:t>
            </a:r>
            <a:endParaRPr sz="1479">
              <a:cs typeface="Arial"/>
            </a:endParaRPr>
          </a:p>
        </p:txBody>
      </p:sp>
      <p:grpSp>
        <p:nvGrpSpPr>
          <p:cNvPr id="42" name="object 42"/>
          <p:cNvGrpSpPr/>
          <p:nvPr/>
        </p:nvGrpSpPr>
        <p:grpSpPr>
          <a:xfrm>
            <a:off x="8181695" y="4056781"/>
            <a:ext cx="2179529" cy="1799722"/>
            <a:chOff x="3869743" y="1730926"/>
            <a:chExt cx="1031240" cy="851535"/>
          </a:xfrm>
        </p:grpSpPr>
        <p:sp>
          <p:nvSpPr>
            <p:cNvPr id="43" name="object 43"/>
            <p:cNvSpPr/>
            <p:nvPr/>
          </p:nvSpPr>
          <p:spPr>
            <a:xfrm>
              <a:off x="4248946" y="1749765"/>
              <a:ext cx="19685" cy="19685"/>
            </a:xfrm>
            <a:custGeom>
              <a:avLst/>
              <a:gdLst/>
              <a:ahLst/>
              <a:cxnLst/>
              <a:rect l="l" t="t" r="r" b="b"/>
              <a:pathLst>
                <a:path w="19685" h="19685">
                  <a:moveTo>
                    <a:pt x="19136" y="9507"/>
                  </a:moveTo>
                  <a:lnTo>
                    <a:pt x="19136" y="14801"/>
                  </a:lnTo>
                  <a:lnTo>
                    <a:pt x="14861" y="19075"/>
                  </a:lnTo>
                  <a:lnTo>
                    <a:pt x="9568" y="19075"/>
                  </a:lnTo>
                  <a:lnTo>
                    <a:pt x="4289" y="19075"/>
                  </a:lnTo>
                  <a:lnTo>
                    <a:pt x="0" y="14801"/>
                  </a:lnTo>
                  <a:lnTo>
                    <a:pt x="0" y="9507"/>
                  </a:lnTo>
                  <a:lnTo>
                    <a:pt x="0" y="4289"/>
                  </a:lnTo>
                  <a:lnTo>
                    <a:pt x="4289" y="0"/>
                  </a:lnTo>
                  <a:lnTo>
                    <a:pt x="9568" y="0"/>
                  </a:lnTo>
                  <a:lnTo>
                    <a:pt x="14861" y="0"/>
                  </a:lnTo>
                  <a:lnTo>
                    <a:pt x="19136" y="4289"/>
                  </a:lnTo>
                  <a:lnTo>
                    <a:pt x="19136" y="9507"/>
                  </a:lnTo>
                  <a:close/>
                </a:path>
              </a:pathLst>
            </a:custGeom>
            <a:ln w="37299">
              <a:solidFill>
                <a:srgbClr val="000000"/>
              </a:solidFill>
            </a:ln>
          </p:spPr>
          <p:txBody>
            <a:bodyPr wrap="square" lIns="0" tIns="0" rIns="0" bIns="0" rtlCol="0"/>
            <a:lstStyle/>
            <a:p>
              <a:endParaRPr sz="3804"/>
            </a:p>
          </p:txBody>
        </p:sp>
        <p:sp>
          <p:nvSpPr>
            <p:cNvPr id="44" name="object 44"/>
            <p:cNvSpPr/>
            <p:nvPr/>
          </p:nvSpPr>
          <p:spPr>
            <a:xfrm>
              <a:off x="4248946" y="1749765"/>
              <a:ext cx="19685" cy="19685"/>
            </a:xfrm>
            <a:custGeom>
              <a:avLst/>
              <a:gdLst/>
              <a:ahLst/>
              <a:cxnLst/>
              <a:rect l="l" t="t" r="r" b="b"/>
              <a:pathLst>
                <a:path w="19685" h="19685">
                  <a:moveTo>
                    <a:pt x="14861" y="19075"/>
                  </a:moveTo>
                  <a:lnTo>
                    <a:pt x="4289" y="19075"/>
                  </a:lnTo>
                  <a:lnTo>
                    <a:pt x="0" y="14801"/>
                  </a:lnTo>
                  <a:lnTo>
                    <a:pt x="0" y="4289"/>
                  </a:lnTo>
                  <a:lnTo>
                    <a:pt x="4289" y="0"/>
                  </a:lnTo>
                  <a:lnTo>
                    <a:pt x="14861" y="0"/>
                  </a:lnTo>
                  <a:lnTo>
                    <a:pt x="19136" y="4289"/>
                  </a:lnTo>
                  <a:lnTo>
                    <a:pt x="19136" y="9507"/>
                  </a:lnTo>
                  <a:lnTo>
                    <a:pt x="19136" y="14801"/>
                  </a:lnTo>
                  <a:lnTo>
                    <a:pt x="14861" y="19075"/>
                  </a:lnTo>
                  <a:close/>
                </a:path>
              </a:pathLst>
            </a:custGeom>
            <a:solidFill>
              <a:srgbClr val="000000">
                <a:alpha val="98999"/>
              </a:srgbClr>
            </a:solidFill>
          </p:spPr>
          <p:txBody>
            <a:bodyPr wrap="square" lIns="0" tIns="0" rIns="0" bIns="0" rtlCol="0"/>
            <a:lstStyle/>
            <a:p>
              <a:endParaRPr sz="3804"/>
            </a:p>
          </p:txBody>
        </p:sp>
        <p:sp>
          <p:nvSpPr>
            <p:cNvPr id="45" name="object 45"/>
            <p:cNvSpPr/>
            <p:nvPr/>
          </p:nvSpPr>
          <p:spPr>
            <a:xfrm>
              <a:off x="4248353" y="1750602"/>
              <a:ext cx="19685" cy="19685"/>
            </a:xfrm>
            <a:custGeom>
              <a:avLst/>
              <a:gdLst/>
              <a:ahLst/>
              <a:cxnLst/>
              <a:rect l="l" t="t" r="r" b="b"/>
              <a:pathLst>
                <a:path w="19685" h="19685">
                  <a:moveTo>
                    <a:pt x="19136" y="9507"/>
                  </a:moveTo>
                  <a:lnTo>
                    <a:pt x="19136" y="14801"/>
                  </a:lnTo>
                  <a:lnTo>
                    <a:pt x="14861" y="19075"/>
                  </a:lnTo>
                  <a:lnTo>
                    <a:pt x="9568" y="19075"/>
                  </a:lnTo>
                  <a:lnTo>
                    <a:pt x="4274" y="19075"/>
                  </a:lnTo>
                  <a:lnTo>
                    <a:pt x="0" y="14801"/>
                  </a:lnTo>
                  <a:lnTo>
                    <a:pt x="0" y="9507"/>
                  </a:lnTo>
                  <a:lnTo>
                    <a:pt x="0" y="4274"/>
                  </a:lnTo>
                  <a:lnTo>
                    <a:pt x="4274" y="0"/>
                  </a:lnTo>
                  <a:lnTo>
                    <a:pt x="9568" y="0"/>
                  </a:lnTo>
                  <a:lnTo>
                    <a:pt x="14861" y="0"/>
                  </a:lnTo>
                  <a:lnTo>
                    <a:pt x="19136" y="4274"/>
                  </a:lnTo>
                  <a:lnTo>
                    <a:pt x="19136" y="9507"/>
                  </a:lnTo>
                  <a:close/>
                </a:path>
              </a:pathLst>
            </a:custGeom>
            <a:ln w="37299">
              <a:solidFill>
                <a:srgbClr val="000000"/>
              </a:solidFill>
            </a:ln>
          </p:spPr>
          <p:txBody>
            <a:bodyPr wrap="square" lIns="0" tIns="0" rIns="0" bIns="0" rtlCol="0"/>
            <a:lstStyle/>
            <a:p>
              <a:endParaRPr sz="3804"/>
            </a:p>
          </p:txBody>
        </p:sp>
        <p:sp>
          <p:nvSpPr>
            <p:cNvPr id="46" name="object 46"/>
            <p:cNvSpPr/>
            <p:nvPr/>
          </p:nvSpPr>
          <p:spPr>
            <a:xfrm>
              <a:off x="4248353" y="1750602"/>
              <a:ext cx="19685" cy="19685"/>
            </a:xfrm>
            <a:custGeom>
              <a:avLst/>
              <a:gdLst/>
              <a:ahLst/>
              <a:cxnLst/>
              <a:rect l="l" t="t" r="r" b="b"/>
              <a:pathLst>
                <a:path w="19685" h="19685">
                  <a:moveTo>
                    <a:pt x="14861" y="19075"/>
                  </a:moveTo>
                  <a:lnTo>
                    <a:pt x="4274" y="19075"/>
                  </a:lnTo>
                  <a:lnTo>
                    <a:pt x="0" y="14801"/>
                  </a:lnTo>
                  <a:lnTo>
                    <a:pt x="0" y="4274"/>
                  </a:lnTo>
                  <a:lnTo>
                    <a:pt x="4274" y="0"/>
                  </a:lnTo>
                  <a:lnTo>
                    <a:pt x="14861" y="0"/>
                  </a:lnTo>
                  <a:lnTo>
                    <a:pt x="19136" y="4274"/>
                  </a:lnTo>
                  <a:lnTo>
                    <a:pt x="19136" y="9507"/>
                  </a:lnTo>
                  <a:lnTo>
                    <a:pt x="19136" y="14801"/>
                  </a:lnTo>
                  <a:lnTo>
                    <a:pt x="14861" y="19075"/>
                  </a:lnTo>
                  <a:close/>
                </a:path>
              </a:pathLst>
            </a:custGeom>
            <a:solidFill>
              <a:srgbClr val="000000">
                <a:alpha val="98999"/>
              </a:srgbClr>
            </a:solidFill>
          </p:spPr>
          <p:txBody>
            <a:bodyPr wrap="square" lIns="0" tIns="0" rIns="0" bIns="0" rtlCol="0"/>
            <a:lstStyle/>
            <a:p>
              <a:endParaRPr sz="3804"/>
            </a:p>
          </p:txBody>
        </p:sp>
        <p:sp>
          <p:nvSpPr>
            <p:cNvPr id="47" name="object 47"/>
            <p:cNvSpPr/>
            <p:nvPr/>
          </p:nvSpPr>
          <p:spPr>
            <a:xfrm>
              <a:off x="4378247" y="1749659"/>
              <a:ext cx="19685" cy="19685"/>
            </a:xfrm>
            <a:custGeom>
              <a:avLst/>
              <a:gdLst/>
              <a:ahLst/>
              <a:cxnLst/>
              <a:rect l="l" t="t" r="r" b="b"/>
              <a:pathLst>
                <a:path w="19685" h="19685">
                  <a:moveTo>
                    <a:pt x="19136" y="9553"/>
                  </a:moveTo>
                  <a:lnTo>
                    <a:pt x="19136" y="14846"/>
                  </a:lnTo>
                  <a:lnTo>
                    <a:pt x="14861" y="19121"/>
                  </a:lnTo>
                  <a:lnTo>
                    <a:pt x="9568" y="19121"/>
                  </a:lnTo>
                  <a:lnTo>
                    <a:pt x="4289" y="19121"/>
                  </a:lnTo>
                  <a:lnTo>
                    <a:pt x="0" y="14846"/>
                  </a:lnTo>
                  <a:lnTo>
                    <a:pt x="0" y="9553"/>
                  </a:lnTo>
                  <a:lnTo>
                    <a:pt x="0" y="4274"/>
                  </a:lnTo>
                  <a:lnTo>
                    <a:pt x="4289" y="0"/>
                  </a:lnTo>
                  <a:lnTo>
                    <a:pt x="9568" y="0"/>
                  </a:lnTo>
                  <a:lnTo>
                    <a:pt x="14861" y="0"/>
                  </a:lnTo>
                  <a:lnTo>
                    <a:pt x="19136" y="4274"/>
                  </a:lnTo>
                  <a:lnTo>
                    <a:pt x="19136" y="9553"/>
                  </a:lnTo>
                  <a:close/>
                </a:path>
              </a:pathLst>
            </a:custGeom>
            <a:ln w="37299">
              <a:solidFill>
                <a:srgbClr val="000000"/>
              </a:solidFill>
            </a:ln>
          </p:spPr>
          <p:txBody>
            <a:bodyPr wrap="square" lIns="0" tIns="0" rIns="0" bIns="0" rtlCol="0"/>
            <a:lstStyle/>
            <a:p>
              <a:endParaRPr sz="3804"/>
            </a:p>
          </p:txBody>
        </p:sp>
        <p:sp>
          <p:nvSpPr>
            <p:cNvPr id="48" name="object 48"/>
            <p:cNvSpPr/>
            <p:nvPr/>
          </p:nvSpPr>
          <p:spPr>
            <a:xfrm>
              <a:off x="4378247" y="1749659"/>
              <a:ext cx="19685" cy="19685"/>
            </a:xfrm>
            <a:custGeom>
              <a:avLst/>
              <a:gdLst/>
              <a:ahLst/>
              <a:cxnLst/>
              <a:rect l="l" t="t" r="r" b="b"/>
              <a:pathLst>
                <a:path w="19685" h="19685">
                  <a:moveTo>
                    <a:pt x="14861" y="19121"/>
                  </a:moveTo>
                  <a:lnTo>
                    <a:pt x="4289" y="19121"/>
                  </a:lnTo>
                  <a:lnTo>
                    <a:pt x="0" y="14846"/>
                  </a:lnTo>
                  <a:lnTo>
                    <a:pt x="0" y="4274"/>
                  </a:lnTo>
                  <a:lnTo>
                    <a:pt x="4289" y="0"/>
                  </a:lnTo>
                  <a:lnTo>
                    <a:pt x="14861" y="0"/>
                  </a:lnTo>
                  <a:lnTo>
                    <a:pt x="19136" y="4274"/>
                  </a:lnTo>
                  <a:lnTo>
                    <a:pt x="19136" y="9553"/>
                  </a:lnTo>
                  <a:lnTo>
                    <a:pt x="19136" y="14846"/>
                  </a:lnTo>
                  <a:lnTo>
                    <a:pt x="14861" y="19121"/>
                  </a:lnTo>
                  <a:close/>
                </a:path>
              </a:pathLst>
            </a:custGeom>
            <a:solidFill>
              <a:srgbClr val="000000">
                <a:alpha val="98999"/>
              </a:srgbClr>
            </a:solidFill>
          </p:spPr>
          <p:txBody>
            <a:bodyPr wrap="square" lIns="0" tIns="0" rIns="0" bIns="0" rtlCol="0"/>
            <a:lstStyle/>
            <a:p>
              <a:endParaRPr sz="3804"/>
            </a:p>
          </p:txBody>
        </p:sp>
        <p:sp>
          <p:nvSpPr>
            <p:cNvPr id="49" name="object 49"/>
            <p:cNvSpPr/>
            <p:nvPr/>
          </p:nvSpPr>
          <p:spPr>
            <a:xfrm>
              <a:off x="4515153" y="1749659"/>
              <a:ext cx="19685" cy="19685"/>
            </a:xfrm>
            <a:custGeom>
              <a:avLst/>
              <a:gdLst/>
              <a:ahLst/>
              <a:cxnLst/>
              <a:rect l="l" t="t" r="r" b="b"/>
              <a:pathLst>
                <a:path w="19685" h="19685">
                  <a:moveTo>
                    <a:pt x="19136" y="9553"/>
                  </a:moveTo>
                  <a:lnTo>
                    <a:pt x="19136" y="14846"/>
                  </a:lnTo>
                  <a:lnTo>
                    <a:pt x="14861" y="19121"/>
                  </a:lnTo>
                  <a:lnTo>
                    <a:pt x="9568" y="19121"/>
                  </a:lnTo>
                  <a:lnTo>
                    <a:pt x="4289" y="19121"/>
                  </a:lnTo>
                  <a:lnTo>
                    <a:pt x="0" y="14846"/>
                  </a:lnTo>
                  <a:lnTo>
                    <a:pt x="0" y="9553"/>
                  </a:lnTo>
                  <a:lnTo>
                    <a:pt x="0" y="4274"/>
                  </a:lnTo>
                  <a:lnTo>
                    <a:pt x="4289" y="0"/>
                  </a:lnTo>
                  <a:lnTo>
                    <a:pt x="9568" y="0"/>
                  </a:lnTo>
                  <a:lnTo>
                    <a:pt x="14861" y="0"/>
                  </a:lnTo>
                  <a:lnTo>
                    <a:pt x="19136" y="4274"/>
                  </a:lnTo>
                  <a:lnTo>
                    <a:pt x="19136" y="9553"/>
                  </a:lnTo>
                  <a:close/>
                </a:path>
              </a:pathLst>
            </a:custGeom>
            <a:ln w="37299">
              <a:solidFill>
                <a:srgbClr val="000000"/>
              </a:solidFill>
            </a:ln>
          </p:spPr>
          <p:txBody>
            <a:bodyPr wrap="square" lIns="0" tIns="0" rIns="0" bIns="0" rtlCol="0"/>
            <a:lstStyle/>
            <a:p>
              <a:endParaRPr sz="3804"/>
            </a:p>
          </p:txBody>
        </p:sp>
        <p:sp>
          <p:nvSpPr>
            <p:cNvPr id="50" name="object 50"/>
            <p:cNvSpPr/>
            <p:nvPr/>
          </p:nvSpPr>
          <p:spPr>
            <a:xfrm>
              <a:off x="4515153" y="1749659"/>
              <a:ext cx="19685" cy="19685"/>
            </a:xfrm>
            <a:custGeom>
              <a:avLst/>
              <a:gdLst/>
              <a:ahLst/>
              <a:cxnLst/>
              <a:rect l="l" t="t" r="r" b="b"/>
              <a:pathLst>
                <a:path w="19685" h="19685">
                  <a:moveTo>
                    <a:pt x="14861" y="19121"/>
                  </a:moveTo>
                  <a:lnTo>
                    <a:pt x="4289" y="19121"/>
                  </a:lnTo>
                  <a:lnTo>
                    <a:pt x="0" y="14846"/>
                  </a:lnTo>
                  <a:lnTo>
                    <a:pt x="0" y="4274"/>
                  </a:lnTo>
                  <a:lnTo>
                    <a:pt x="4289" y="0"/>
                  </a:lnTo>
                  <a:lnTo>
                    <a:pt x="14861" y="0"/>
                  </a:lnTo>
                  <a:lnTo>
                    <a:pt x="19136" y="4274"/>
                  </a:lnTo>
                  <a:lnTo>
                    <a:pt x="19136" y="9553"/>
                  </a:lnTo>
                  <a:lnTo>
                    <a:pt x="19136" y="14846"/>
                  </a:lnTo>
                  <a:lnTo>
                    <a:pt x="14861" y="19121"/>
                  </a:lnTo>
                  <a:close/>
                </a:path>
              </a:pathLst>
            </a:custGeom>
            <a:solidFill>
              <a:srgbClr val="000000">
                <a:alpha val="98999"/>
              </a:srgbClr>
            </a:solidFill>
          </p:spPr>
          <p:txBody>
            <a:bodyPr wrap="square" lIns="0" tIns="0" rIns="0" bIns="0" rtlCol="0"/>
            <a:lstStyle/>
            <a:p>
              <a:endParaRPr sz="3804"/>
            </a:p>
          </p:txBody>
        </p:sp>
        <p:sp>
          <p:nvSpPr>
            <p:cNvPr id="51" name="object 51"/>
            <p:cNvSpPr/>
            <p:nvPr/>
          </p:nvSpPr>
          <p:spPr>
            <a:xfrm>
              <a:off x="3874188" y="1925127"/>
              <a:ext cx="1022350" cy="198755"/>
            </a:xfrm>
            <a:custGeom>
              <a:avLst/>
              <a:gdLst/>
              <a:ahLst/>
              <a:cxnLst/>
              <a:rect l="l" t="t" r="r" b="b"/>
              <a:pathLst>
                <a:path w="1022350" h="198755">
                  <a:moveTo>
                    <a:pt x="955955" y="0"/>
                  </a:moveTo>
                  <a:lnTo>
                    <a:pt x="66308" y="0"/>
                  </a:lnTo>
                  <a:lnTo>
                    <a:pt x="40455" y="4206"/>
                  </a:lnTo>
                  <a:lnTo>
                    <a:pt x="19383" y="15692"/>
                  </a:lnTo>
                  <a:lnTo>
                    <a:pt x="5196" y="32761"/>
                  </a:lnTo>
                  <a:lnTo>
                    <a:pt x="0" y="53712"/>
                  </a:lnTo>
                  <a:lnTo>
                    <a:pt x="0" y="144633"/>
                  </a:lnTo>
                  <a:lnTo>
                    <a:pt x="5196" y="165585"/>
                  </a:lnTo>
                  <a:lnTo>
                    <a:pt x="19383" y="182653"/>
                  </a:lnTo>
                  <a:lnTo>
                    <a:pt x="40455" y="194140"/>
                  </a:lnTo>
                  <a:lnTo>
                    <a:pt x="66308" y="198346"/>
                  </a:lnTo>
                  <a:lnTo>
                    <a:pt x="955955" y="198346"/>
                  </a:lnTo>
                  <a:lnTo>
                    <a:pt x="981845" y="194140"/>
                  </a:lnTo>
                  <a:lnTo>
                    <a:pt x="1002941" y="182653"/>
                  </a:lnTo>
                  <a:lnTo>
                    <a:pt x="1017139" y="165585"/>
                  </a:lnTo>
                  <a:lnTo>
                    <a:pt x="1022339" y="144633"/>
                  </a:lnTo>
                  <a:lnTo>
                    <a:pt x="1022339" y="53712"/>
                  </a:lnTo>
                  <a:lnTo>
                    <a:pt x="1017139" y="32761"/>
                  </a:lnTo>
                  <a:lnTo>
                    <a:pt x="1002941" y="15692"/>
                  </a:lnTo>
                  <a:lnTo>
                    <a:pt x="981845" y="4206"/>
                  </a:lnTo>
                  <a:lnTo>
                    <a:pt x="955955" y="0"/>
                  </a:lnTo>
                  <a:close/>
                </a:path>
              </a:pathLst>
            </a:custGeom>
            <a:ln w="8625">
              <a:solidFill>
                <a:srgbClr val="000016"/>
              </a:solidFill>
            </a:ln>
          </p:spPr>
          <p:txBody>
            <a:bodyPr wrap="square" lIns="0" tIns="0" rIns="0" bIns="0" rtlCol="0"/>
            <a:lstStyle/>
            <a:p>
              <a:endParaRPr sz="3804"/>
            </a:p>
          </p:txBody>
        </p:sp>
        <p:sp>
          <p:nvSpPr>
            <p:cNvPr id="52" name="object 52"/>
            <p:cNvSpPr/>
            <p:nvPr/>
          </p:nvSpPr>
          <p:spPr>
            <a:xfrm>
              <a:off x="3874188" y="2150870"/>
              <a:ext cx="1022350" cy="198755"/>
            </a:xfrm>
            <a:custGeom>
              <a:avLst/>
              <a:gdLst/>
              <a:ahLst/>
              <a:cxnLst/>
              <a:rect l="l" t="t" r="r" b="b"/>
              <a:pathLst>
                <a:path w="1022350" h="198755">
                  <a:moveTo>
                    <a:pt x="955955" y="0"/>
                  </a:moveTo>
                  <a:lnTo>
                    <a:pt x="66308" y="0"/>
                  </a:lnTo>
                  <a:lnTo>
                    <a:pt x="40455" y="4214"/>
                  </a:lnTo>
                  <a:lnTo>
                    <a:pt x="19383" y="15715"/>
                  </a:lnTo>
                  <a:lnTo>
                    <a:pt x="5196" y="32786"/>
                  </a:lnTo>
                  <a:lnTo>
                    <a:pt x="0" y="53712"/>
                  </a:lnTo>
                  <a:lnTo>
                    <a:pt x="0" y="144679"/>
                  </a:lnTo>
                  <a:lnTo>
                    <a:pt x="5196" y="165607"/>
                  </a:lnTo>
                  <a:lnTo>
                    <a:pt x="19383" y="182684"/>
                  </a:lnTo>
                  <a:lnTo>
                    <a:pt x="40455" y="194190"/>
                  </a:lnTo>
                  <a:lnTo>
                    <a:pt x="66308" y="198407"/>
                  </a:lnTo>
                  <a:lnTo>
                    <a:pt x="955955" y="198407"/>
                  </a:lnTo>
                  <a:lnTo>
                    <a:pt x="981845" y="194190"/>
                  </a:lnTo>
                  <a:lnTo>
                    <a:pt x="1002941" y="182684"/>
                  </a:lnTo>
                  <a:lnTo>
                    <a:pt x="1017139" y="165607"/>
                  </a:lnTo>
                  <a:lnTo>
                    <a:pt x="1022339" y="144679"/>
                  </a:lnTo>
                  <a:lnTo>
                    <a:pt x="1022339" y="53712"/>
                  </a:lnTo>
                  <a:lnTo>
                    <a:pt x="1017139" y="32786"/>
                  </a:lnTo>
                  <a:lnTo>
                    <a:pt x="1002941" y="15715"/>
                  </a:lnTo>
                  <a:lnTo>
                    <a:pt x="981845" y="4214"/>
                  </a:lnTo>
                  <a:lnTo>
                    <a:pt x="955955" y="0"/>
                  </a:lnTo>
                  <a:close/>
                </a:path>
              </a:pathLst>
            </a:custGeom>
            <a:ln w="8625">
              <a:solidFill>
                <a:srgbClr val="000016"/>
              </a:solidFill>
            </a:ln>
          </p:spPr>
          <p:txBody>
            <a:bodyPr wrap="square" lIns="0" tIns="0" rIns="0" bIns="0" rtlCol="0"/>
            <a:lstStyle/>
            <a:p>
              <a:endParaRPr sz="3804"/>
            </a:p>
          </p:txBody>
        </p:sp>
        <p:sp>
          <p:nvSpPr>
            <p:cNvPr id="53" name="object 53"/>
            <p:cNvSpPr/>
            <p:nvPr/>
          </p:nvSpPr>
          <p:spPr>
            <a:xfrm>
              <a:off x="3874188" y="2379458"/>
              <a:ext cx="1022350" cy="198755"/>
            </a:xfrm>
            <a:custGeom>
              <a:avLst/>
              <a:gdLst/>
              <a:ahLst/>
              <a:cxnLst/>
              <a:rect l="l" t="t" r="r" b="b"/>
              <a:pathLst>
                <a:path w="1022350" h="198755">
                  <a:moveTo>
                    <a:pt x="955955" y="0"/>
                  </a:moveTo>
                  <a:lnTo>
                    <a:pt x="66308" y="0"/>
                  </a:lnTo>
                  <a:lnTo>
                    <a:pt x="40455" y="4206"/>
                  </a:lnTo>
                  <a:lnTo>
                    <a:pt x="19383" y="15692"/>
                  </a:lnTo>
                  <a:lnTo>
                    <a:pt x="5196" y="32761"/>
                  </a:lnTo>
                  <a:lnTo>
                    <a:pt x="0" y="53712"/>
                  </a:lnTo>
                  <a:lnTo>
                    <a:pt x="0" y="144633"/>
                  </a:lnTo>
                  <a:lnTo>
                    <a:pt x="5196" y="165585"/>
                  </a:lnTo>
                  <a:lnTo>
                    <a:pt x="19383" y="182653"/>
                  </a:lnTo>
                  <a:lnTo>
                    <a:pt x="40455" y="194140"/>
                  </a:lnTo>
                  <a:lnTo>
                    <a:pt x="66308" y="198346"/>
                  </a:lnTo>
                  <a:lnTo>
                    <a:pt x="955955" y="198346"/>
                  </a:lnTo>
                  <a:lnTo>
                    <a:pt x="981845" y="194140"/>
                  </a:lnTo>
                  <a:lnTo>
                    <a:pt x="1002941" y="182653"/>
                  </a:lnTo>
                  <a:lnTo>
                    <a:pt x="1017139" y="165585"/>
                  </a:lnTo>
                  <a:lnTo>
                    <a:pt x="1022339" y="144633"/>
                  </a:lnTo>
                  <a:lnTo>
                    <a:pt x="1022339" y="53712"/>
                  </a:lnTo>
                  <a:lnTo>
                    <a:pt x="1017139" y="32761"/>
                  </a:lnTo>
                  <a:lnTo>
                    <a:pt x="1002941" y="15692"/>
                  </a:lnTo>
                  <a:lnTo>
                    <a:pt x="981845" y="4206"/>
                  </a:lnTo>
                  <a:lnTo>
                    <a:pt x="955955" y="0"/>
                  </a:lnTo>
                  <a:close/>
                </a:path>
              </a:pathLst>
            </a:custGeom>
            <a:ln w="8625">
              <a:solidFill>
                <a:srgbClr val="000016"/>
              </a:solidFill>
            </a:ln>
          </p:spPr>
          <p:txBody>
            <a:bodyPr wrap="square" lIns="0" tIns="0" rIns="0" bIns="0" rtlCol="0"/>
            <a:lstStyle/>
            <a:p>
              <a:endParaRPr sz="3804"/>
            </a:p>
          </p:txBody>
        </p:sp>
      </p:grpSp>
      <p:sp>
        <p:nvSpPr>
          <p:cNvPr id="54" name="object 54"/>
          <p:cNvSpPr txBox="1"/>
          <p:nvPr/>
        </p:nvSpPr>
        <p:spPr>
          <a:xfrm>
            <a:off x="8693425" y="4525475"/>
            <a:ext cx="1159552" cy="258794"/>
          </a:xfrm>
          <a:prstGeom prst="rect">
            <a:avLst/>
          </a:prstGeom>
        </p:spPr>
        <p:txBody>
          <a:bodyPr vert="horz" wrap="square" lIns="0" tIns="30866" rIns="0" bIns="0" rtlCol="0">
            <a:spAutoFit/>
          </a:bodyPr>
          <a:lstStyle/>
          <a:p>
            <a:pPr marL="26841">
              <a:spcBef>
                <a:spcPts val="241"/>
              </a:spcBef>
            </a:pPr>
            <a:r>
              <a:rPr sz="1479" dirty="0">
                <a:cs typeface="Arial"/>
              </a:rPr>
              <a:t>Single-</a:t>
            </a:r>
            <a:r>
              <a:rPr sz="1479" spc="-21" dirty="0">
                <a:cs typeface="Arial"/>
              </a:rPr>
              <a:t>Agent</a:t>
            </a:r>
            <a:endParaRPr sz="1479">
              <a:cs typeface="Arial"/>
            </a:endParaRPr>
          </a:p>
        </p:txBody>
      </p:sp>
      <p:sp>
        <p:nvSpPr>
          <p:cNvPr id="55" name="object 55"/>
          <p:cNvSpPr txBox="1"/>
          <p:nvPr/>
        </p:nvSpPr>
        <p:spPr>
          <a:xfrm>
            <a:off x="8759784" y="5001746"/>
            <a:ext cx="1029371" cy="258794"/>
          </a:xfrm>
          <a:prstGeom prst="rect">
            <a:avLst/>
          </a:prstGeom>
        </p:spPr>
        <p:txBody>
          <a:bodyPr vert="horz" wrap="square" lIns="0" tIns="30866" rIns="0" bIns="0" rtlCol="0">
            <a:spAutoFit/>
          </a:bodyPr>
          <a:lstStyle/>
          <a:p>
            <a:pPr marL="26841">
              <a:spcBef>
                <a:spcPts val="241"/>
              </a:spcBef>
            </a:pPr>
            <a:r>
              <a:rPr sz="1479" dirty="0">
                <a:cs typeface="Arial"/>
              </a:rPr>
              <a:t>Multi-</a:t>
            </a:r>
            <a:r>
              <a:rPr sz="1479" spc="-21" dirty="0">
                <a:cs typeface="Arial"/>
              </a:rPr>
              <a:t>Agent</a:t>
            </a:r>
            <a:endParaRPr sz="1479">
              <a:cs typeface="Arial"/>
            </a:endParaRPr>
          </a:p>
        </p:txBody>
      </p:sp>
      <p:grpSp>
        <p:nvGrpSpPr>
          <p:cNvPr id="56" name="object 56"/>
          <p:cNvGrpSpPr/>
          <p:nvPr/>
        </p:nvGrpSpPr>
        <p:grpSpPr>
          <a:xfrm>
            <a:off x="3964337" y="1634873"/>
            <a:ext cx="5662212" cy="4077222"/>
            <a:chOff x="1874307" y="585005"/>
            <a:chExt cx="2679065" cy="1929130"/>
          </a:xfrm>
        </p:grpSpPr>
        <p:sp>
          <p:nvSpPr>
            <p:cNvPr id="57" name="object 57"/>
            <p:cNvSpPr/>
            <p:nvPr/>
          </p:nvSpPr>
          <p:spPr>
            <a:xfrm>
              <a:off x="4248946" y="2475003"/>
              <a:ext cx="19685" cy="19685"/>
            </a:xfrm>
            <a:custGeom>
              <a:avLst/>
              <a:gdLst/>
              <a:ahLst/>
              <a:cxnLst/>
              <a:rect l="l" t="t" r="r" b="b"/>
              <a:pathLst>
                <a:path w="19685" h="19685">
                  <a:moveTo>
                    <a:pt x="19136" y="9568"/>
                  </a:moveTo>
                  <a:lnTo>
                    <a:pt x="19136" y="14861"/>
                  </a:lnTo>
                  <a:lnTo>
                    <a:pt x="14861" y="19136"/>
                  </a:lnTo>
                  <a:lnTo>
                    <a:pt x="9568" y="19136"/>
                  </a:lnTo>
                  <a:lnTo>
                    <a:pt x="4289" y="19136"/>
                  </a:lnTo>
                  <a:lnTo>
                    <a:pt x="0" y="14861"/>
                  </a:lnTo>
                  <a:lnTo>
                    <a:pt x="0" y="9568"/>
                  </a:lnTo>
                  <a:lnTo>
                    <a:pt x="0" y="4274"/>
                  </a:lnTo>
                  <a:lnTo>
                    <a:pt x="4289" y="0"/>
                  </a:lnTo>
                  <a:lnTo>
                    <a:pt x="9568" y="0"/>
                  </a:lnTo>
                  <a:lnTo>
                    <a:pt x="14861" y="0"/>
                  </a:lnTo>
                  <a:lnTo>
                    <a:pt x="19136" y="4274"/>
                  </a:lnTo>
                  <a:lnTo>
                    <a:pt x="19136" y="9568"/>
                  </a:lnTo>
                  <a:close/>
                </a:path>
              </a:pathLst>
            </a:custGeom>
            <a:ln w="37299">
              <a:solidFill>
                <a:srgbClr val="000000"/>
              </a:solidFill>
            </a:ln>
          </p:spPr>
          <p:txBody>
            <a:bodyPr wrap="square" lIns="0" tIns="0" rIns="0" bIns="0" rtlCol="0"/>
            <a:lstStyle/>
            <a:p>
              <a:endParaRPr sz="3804"/>
            </a:p>
          </p:txBody>
        </p:sp>
        <p:sp>
          <p:nvSpPr>
            <p:cNvPr id="58" name="object 58"/>
            <p:cNvSpPr/>
            <p:nvPr/>
          </p:nvSpPr>
          <p:spPr>
            <a:xfrm>
              <a:off x="4248946" y="2475003"/>
              <a:ext cx="19685" cy="19685"/>
            </a:xfrm>
            <a:custGeom>
              <a:avLst/>
              <a:gdLst/>
              <a:ahLst/>
              <a:cxnLst/>
              <a:rect l="l" t="t" r="r" b="b"/>
              <a:pathLst>
                <a:path w="19685" h="19685">
                  <a:moveTo>
                    <a:pt x="14861" y="19136"/>
                  </a:moveTo>
                  <a:lnTo>
                    <a:pt x="4289" y="19136"/>
                  </a:lnTo>
                  <a:lnTo>
                    <a:pt x="0" y="14861"/>
                  </a:lnTo>
                  <a:lnTo>
                    <a:pt x="0" y="4274"/>
                  </a:lnTo>
                  <a:lnTo>
                    <a:pt x="4289" y="0"/>
                  </a:lnTo>
                  <a:lnTo>
                    <a:pt x="14861" y="0"/>
                  </a:lnTo>
                  <a:lnTo>
                    <a:pt x="19136" y="4274"/>
                  </a:lnTo>
                  <a:lnTo>
                    <a:pt x="19136" y="9568"/>
                  </a:lnTo>
                  <a:lnTo>
                    <a:pt x="19136" y="14861"/>
                  </a:lnTo>
                  <a:lnTo>
                    <a:pt x="14861" y="19136"/>
                  </a:lnTo>
                  <a:close/>
                </a:path>
              </a:pathLst>
            </a:custGeom>
            <a:solidFill>
              <a:srgbClr val="000000">
                <a:alpha val="98999"/>
              </a:srgbClr>
            </a:solidFill>
          </p:spPr>
          <p:txBody>
            <a:bodyPr wrap="square" lIns="0" tIns="0" rIns="0" bIns="0" rtlCol="0"/>
            <a:lstStyle/>
            <a:p>
              <a:endParaRPr sz="3804"/>
            </a:p>
          </p:txBody>
        </p:sp>
        <p:sp>
          <p:nvSpPr>
            <p:cNvPr id="59" name="object 59"/>
            <p:cNvSpPr/>
            <p:nvPr/>
          </p:nvSpPr>
          <p:spPr>
            <a:xfrm>
              <a:off x="4248353" y="2475840"/>
              <a:ext cx="19685" cy="19685"/>
            </a:xfrm>
            <a:custGeom>
              <a:avLst/>
              <a:gdLst/>
              <a:ahLst/>
              <a:cxnLst/>
              <a:rect l="l" t="t" r="r" b="b"/>
              <a:pathLst>
                <a:path w="19685" h="19685">
                  <a:moveTo>
                    <a:pt x="19136" y="9568"/>
                  </a:moveTo>
                  <a:lnTo>
                    <a:pt x="19136" y="14846"/>
                  </a:lnTo>
                  <a:lnTo>
                    <a:pt x="14861" y="19136"/>
                  </a:lnTo>
                  <a:lnTo>
                    <a:pt x="9568" y="19136"/>
                  </a:lnTo>
                  <a:lnTo>
                    <a:pt x="4274" y="19136"/>
                  </a:lnTo>
                  <a:lnTo>
                    <a:pt x="0" y="14846"/>
                  </a:lnTo>
                  <a:lnTo>
                    <a:pt x="0" y="9568"/>
                  </a:lnTo>
                  <a:lnTo>
                    <a:pt x="0" y="4274"/>
                  </a:lnTo>
                  <a:lnTo>
                    <a:pt x="4274" y="0"/>
                  </a:lnTo>
                  <a:lnTo>
                    <a:pt x="9568" y="0"/>
                  </a:lnTo>
                  <a:lnTo>
                    <a:pt x="14861" y="0"/>
                  </a:lnTo>
                  <a:lnTo>
                    <a:pt x="19136" y="4274"/>
                  </a:lnTo>
                  <a:lnTo>
                    <a:pt x="19136" y="9568"/>
                  </a:lnTo>
                  <a:close/>
                </a:path>
              </a:pathLst>
            </a:custGeom>
            <a:ln w="37299">
              <a:solidFill>
                <a:srgbClr val="000000"/>
              </a:solidFill>
            </a:ln>
          </p:spPr>
          <p:txBody>
            <a:bodyPr wrap="square" lIns="0" tIns="0" rIns="0" bIns="0" rtlCol="0"/>
            <a:lstStyle/>
            <a:p>
              <a:endParaRPr sz="3804"/>
            </a:p>
          </p:txBody>
        </p:sp>
        <p:sp>
          <p:nvSpPr>
            <p:cNvPr id="60" name="object 60"/>
            <p:cNvSpPr/>
            <p:nvPr/>
          </p:nvSpPr>
          <p:spPr>
            <a:xfrm>
              <a:off x="4248353" y="2475840"/>
              <a:ext cx="19685" cy="19685"/>
            </a:xfrm>
            <a:custGeom>
              <a:avLst/>
              <a:gdLst/>
              <a:ahLst/>
              <a:cxnLst/>
              <a:rect l="l" t="t" r="r" b="b"/>
              <a:pathLst>
                <a:path w="19685" h="19685">
                  <a:moveTo>
                    <a:pt x="14861" y="19136"/>
                  </a:moveTo>
                  <a:lnTo>
                    <a:pt x="4274" y="19136"/>
                  </a:lnTo>
                  <a:lnTo>
                    <a:pt x="0" y="14846"/>
                  </a:lnTo>
                  <a:lnTo>
                    <a:pt x="0" y="4274"/>
                  </a:lnTo>
                  <a:lnTo>
                    <a:pt x="4274" y="0"/>
                  </a:lnTo>
                  <a:lnTo>
                    <a:pt x="14861" y="0"/>
                  </a:lnTo>
                  <a:lnTo>
                    <a:pt x="19136" y="4274"/>
                  </a:lnTo>
                  <a:lnTo>
                    <a:pt x="19136" y="9568"/>
                  </a:lnTo>
                  <a:lnTo>
                    <a:pt x="19136" y="14846"/>
                  </a:lnTo>
                  <a:lnTo>
                    <a:pt x="14861" y="19136"/>
                  </a:lnTo>
                  <a:close/>
                </a:path>
              </a:pathLst>
            </a:custGeom>
            <a:solidFill>
              <a:srgbClr val="000000">
                <a:alpha val="98999"/>
              </a:srgbClr>
            </a:solidFill>
          </p:spPr>
          <p:txBody>
            <a:bodyPr wrap="square" lIns="0" tIns="0" rIns="0" bIns="0" rtlCol="0"/>
            <a:lstStyle/>
            <a:p>
              <a:endParaRPr sz="3804"/>
            </a:p>
          </p:txBody>
        </p:sp>
        <p:sp>
          <p:nvSpPr>
            <p:cNvPr id="61" name="object 61"/>
            <p:cNvSpPr/>
            <p:nvPr/>
          </p:nvSpPr>
          <p:spPr>
            <a:xfrm>
              <a:off x="4378247" y="2474942"/>
              <a:ext cx="19685" cy="19685"/>
            </a:xfrm>
            <a:custGeom>
              <a:avLst/>
              <a:gdLst/>
              <a:ahLst/>
              <a:cxnLst/>
              <a:rect l="l" t="t" r="r" b="b"/>
              <a:pathLst>
                <a:path w="19685" h="19685">
                  <a:moveTo>
                    <a:pt x="19136" y="9568"/>
                  </a:moveTo>
                  <a:lnTo>
                    <a:pt x="19136" y="14801"/>
                  </a:lnTo>
                  <a:lnTo>
                    <a:pt x="14861" y="19136"/>
                  </a:lnTo>
                  <a:lnTo>
                    <a:pt x="9568" y="19136"/>
                  </a:lnTo>
                  <a:lnTo>
                    <a:pt x="4289" y="19136"/>
                  </a:lnTo>
                  <a:lnTo>
                    <a:pt x="0" y="14801"/>
                  </a:lnTo>
                  <a:lnTo>
                    <a:pt x="0" y="9568"/>
                  </a:lnTo>
                  <a:lnTo>
                    <a:pt x="0" y="4289"/>
                  </a:lnTo>
                  <a:lnTo>
                    <a:pt x="4289" y="0"/>
                  </a:lnTo>
                  <a:lnTo>
                    <a:pt x="9568" y="0"/>
                  </a:lnTo>
                  <a:lnTo>
                    <a:pt x="14861" y="0"/>
                  </a:lnTo>
                  <a:lnTo>
                    <a:pt x="19136" y="4289"/>
                  </a:lnTo>
                  <a:lnTo>
                    <a:pt x="19136" y="9568"/>
                  </a:lnTo>
                  <a:close/>
                </a:path>
              </a:pathLst>
            </a:custGeom>
            <a:ln w="37299">
              <a:solidFill>
                <a:srgbClr val="000000"/>
              </a:solidFill>
            </a:ln>
          </p:spPr>
          <p:txBody>
            <a:bodyPr wrap="square" lIns="0" tIns="0" rIns="0" bIns="0" rtlCol="0"/>
            <a:lstStyle/>
            <a:p>
              <a:endParaRPr sz="3804"/>
            </a:p>
          </p:txBody>
        </p:sp>
        <p:sp>
          <p:nvSpPr>
            <p:cNvPr id="62" name="object 62"/>
            <p:cNvSpPr/>
            <p:nvPr/>
          </p:nvSpPr>
          <p:spPr>
            <a:xfrm>
              <a:off x="4378247" y="2474942"/>
              <a:ext cx="19685" cy="19685"/>
            </a:xfrm>
            <a:custGeom>
              <a:avLst/>
              <a:gdLst/>
              <a:ahLst/>
              <a:cxnLst/>
              <a:rect l="l" t="t" r="r" b="b"/>
              <a:pathLst>
                <a:path w="19685" h="19685">
                  <a:moveTo>
                    <a:pt x="14861" y="19136"/>
                  </a:moveTo>
                  <a:lnTo>
                    <a:pt x="4289" y="19136"/>
                  </a:lnTo>
                  <a:lnTo>
                    <a:pt x="0" y="14801"/>
                  </a:lnTo>
                  <a:lnTo>
                    <a:pt x="0" y="4289"/>
                  </a:lnTo>
                  <a:lnTo>
                    <a:pt x="4289" y="0"/>
                  </a:lnTo>
                  <a:lnTo>
                    <a:pt x="14861" y="0"/>
                  </a:lnTo>
                  <a:lnTo>
                    <a:pt x="19136" y="4289"/>
                  </a:lnTo>
                  <a:lnTo>
                    <a:pt x="19136" y="9568"/>
                  </a:lnTo>
                  <a:lnTo>
                    <a:pt x="19136" y="14801"/>
                  </a:lnTo>
                  <a:lnTo>
                    <a:pt x="14861" y="19136"/>
                  </a:lnTo>
                  <a:close/>
                </a:path>
              </a:pathLst>
            </a:custGeom>
            <a:solidFill>
              <a:srgbClr val="000000">
                <a:alpha val="98999"/>
              </a:srgbClr>
            </a:solidFill>
          </p:spPr>
          <p:txBody>
            <a:bodyPr wrap="square" lIns="0" tIns="0" rIns="0" bIns="0" rtlCol="0"/>
            <a:lstStyle/>
            <a:p>
              <a:endParaRPr sz="3804"/>
            </a:p>
          </p:txBody>
        </p:sp>
        <p:sp>
          <p:nvSpPr>
            <p:cNvPr id="63" name="object 63"/>
            <p:cNvSpPr/>
            <p:nvPr/>
          </p:nvSpPr>
          <p:spPr>
            <a:xfrm>
              <a:off x="4515153" y="2474942"/>
              <a:ext cx="19685" cy="19685"/>
            </a:xfrm>
            <a:custGeom>
              <a:avLst/>
              <a:gdLst/>
              <a:ahLst/>
              <a:cxnLst/>
              <a:rect l="l" t="t" r="r" b="b"/>
              <a:pathLst>
                <a:path w="19685" h="19685">
                  <a:moveTo>
                    <a:pt x="19136" y="9568"/>
                  </a:moveTo>
                  <a:lnTo>
                    <a:pt x="19136" y="14801"/>
                  </a:lnTo>
                  <a:lnTo>
                    <a:pt x="14861" y="19136"/>
                  </a:lnTo>
                  <a:lnTo>
                    <a:pt x="9568" y="19136"/>
                  </a:lnTo>
                  <a:lnTo>
                    <a:pt x="4289" y="19136"/>
                  </a:lnTo>
                  <a:lnTo>
                    <a:pt x="0" y="14801"/>
                  </a:lnTo>
                  <a:lnTo>
                    <a:pt x="0" y="9568"/>
                  </a:lnTo>
                  <a:lnTo>
                    <a:pt x="0" y="4289"/>
                  </a:lnTo>
                  <a:lnTo>
                    <a:pt x="4289" y="0"/>
                  </a:lnTo>
                  <a:lnTo>
                    <a:pt x="9568" y="0"/>
                  </a:lnTo>
                  <a:lnTo>
                    <a:pt x="14861" y="0"/>
                  </a:lnTo>
                  <a:lnTo>
                    <a:pt x="19136" y="4289"/>
                  </a:lnTo>
                  <a:lnTo>
                    <a:pt x="19136" y="9568"/>
                  </a:lnTo>
                  <a:close/>
                </a:path>
              </a:pathLst>
            </a:custGeom>
            <a:ln w="37299">
              <a:solidFill>
                <a:srgbClr val="000000"/>
              </a:solidFill>
            </a:ln>
          </p:spPr>
          <p:txBody>
            <a:bodyPr wrap="square" lIns="0" tIns="0" rIns="0" bIns="0" rtlCol="0"/>
            <a:lstStyle/>
            <a:p>
              <a:endParaRPr sz="3804"/>
            </a:p>
          </p:txBody>
        </p:sp>
        <p:sp>
          <p:nvSpPr>
            <p:cNvPr id="64" name="object 64"/>
            <p:cNvSpPr/>
            <p:nvPr/>
          </p:nvSpPr>
          <p:spPr>
            <a:xfrm>
              <a:off x="4515153" y="2474942"/>
              <a:ext cx="19685" cy="19685"/>
            </a:xfrm>
            <a:custGeom>
              <a:avLst/>
              <a:gdLst/>
              <a:ahLst/>
              <a:cxnLst/>
              <a:rect l="l" t="t" r="r" b="b"/>
              <a:pathLst>
                <a:path w="19685" h="19685">
                  <a:moveTo>
                    <a:pt x="14861" y="19136"/>
                  </a:moveTo>
                  <a:lnTo>
                    <a:pt x="4289" y="19136"/>
                  </a:lnTo>
                  <a:lnTo>
                    <a:pt x="0" y="14801"/>
                  </a:lnTo>
                  <a:lnTo>
                    <a:pt x="0" y="4289"/>
                  </a:lnTo>
                  <a:lnTo>
                    <a:pt x="4289" y="0"/>
                  </a:lnTo>
                  <a:lnTo>
                    <a:pt x="14861" y="0"/>
                  </a:lnTo>
                  <a:lnTo>
                    <a:pt x="19136" y="4289"/>
                  </a:lnTo>
                  <a:lnTo>
                    <a:pt x="19136" y="9568"/>
                  </a:lnTo>
                  <a:lnTo>
                    <a:pt x="19136" y="14801"/>
                  </a:lnTo>
                  <a:lnTo>
                    <a:pt x="14861" y="19136"/>
                  </a:lnTo>
                  <a:close/>
                </a:path>
              </a:pathLst>
            </a:custGeom>
            <a:solidFill>
              <a:srgbClr val="000000">
                <a:alpha val="98999"/>
              </a:srgbClr>
            </a:solidFill>
          </p:spPr>
          <p:txBody>
            <a:bodyPr wrap="square" lIns="0" tIns="0" rIns="0" bIns="0" rtlCol="0"/>
            <a:lstStyle/>
            <a:p>
              <a:endParaRPr sz="3804"/>
            </a:p>
          </p:txBody>
        </p:sp>
        <p:pic>
          <p:nvPicPr>
            <p:cNvPr id="65" name="object 65"/>
            <p:cNvPicPr/>
            <p:nvPr/>
          </p:nvPicPr>
          <p:blipFill>
            <a:blip r:embed="rId5" cstate="print"/>
            <a:stretch>
              <a:fillRect/>
            </a:stretch>
          </p:blipFill>
          <p:spPr>
            <a:xfrm>
              <a:off x="3574554" y="585005"/>
              <a:ext cx="273417" cy="178996"/>
            </a:xfrm>
            <a:prstGeom prst="rect">
              <a:avLst/>
            </a:prstGeom>
          </p:spPr>
        </p:pic>
        <p:pic>
          <p:nvPicPr>
            <p:cNvPr id="66" name="object 66"/>
            <p:cNvPicPr/>
            <p:nvPr/>
          </p:nvPicPr>
          <p:blipFill>
            <a:blip r:embed="rId6" cstate="print"/>
            <a:stretch>
              <a:fillRect/>
            </a:stretch>
          </p:blipFill>
          <p:spPr>
            <a:xfrm>
              <a:off x="3568910" y="851303"/>
              <a:ext cx="273356" cy="178980"/>
            </a:xfrm>
            <a:prstGeom prst="rect">
              <a:avLst/>
            </a:prstGeom>
          </p:spPr>
        </p:pic>
        <p:pic>
          <p:nvPicPr>
            <p:cNvPr id="67" name="object 67"/>
            <p:cNvPicPr/>
            <p:nvPr/>
          </p:nvPicPr>
          <p:blipFill>
            <a:blip r:embed="rId7" cstate="print"/>
            <a:stretch>
              <a:fillRect/>
            </a:stretch>
          </p:blipFill>
          <p:spPr>
            <a:xfrm>
              <a:off x="3571648" y="1309111"/>
              <a:ext cx="279053" cy="445277"/>
            </a:xfrm>
            <a:prstGeom prst="rect">
              <a:avLst/>
            </a:prstGeom>
          </p:spPr>
        </p:pic>
        <p:pic>
          <p:nvPicPr>
            <p:cNvPr id="68" name="object 68"/>
            <p:cNvPicPr/>
            <p:nvPr/>
          </p:nvPicPr>
          <p:blipFill>
            <a:blip r:embed="rId8" cstate="print"/>
            <a:stretch>
              <a:fillRect/>
            </a:stretch>
          </p:blipFill>
          <p:spPr>
            <a:xfrm>
              <a:off x="3571648" y="2037441"/>
              <a:ext cx="279046" cy="445339"/>
            </a:xfrm>
            <a:prstGeom prst="rect">
              <a:avLst/>
            </a:prstGeom>
          </p:spPr>
        </p:pic>
        <p:sp>
          <p:nvSpPr>
            <p:cNvPr id="69" name="object 69"/>
            <p:cNvSpPr/>
            <p:nvPr/>
          </p:nvSpPr>
          <p:spPr>
            <a:xfrm>
              <a:off x="1892957" y="1525102"/>
              <a:ext cx="508000" cy="1270"/>
            </a:xfrm>
            <a:custGeom>
              <a:avLst/>
              <a:gdLst/>
              <a:ahLst/>
              <a:cxnLst/>
              <a:rect l="l" t="t" r="r" b="b"/>
              <a:pathLst>
                <a:path w="508000" h="1269">
                  <a:moveTo>
                    <a:pt x="0" y="1125"/>
                  </a:moveTo>
                  <a:lnTo>
                    <a:pt x="507754" y="0"/>
                  </a:lnTo>
                </a:path>
              </a:pathLst>
            </a:custGeom>
            <a:ln w="37299">
              <a:solidFill>
                <a:srgbClr val="001F5B"/>
              </a:solidFill>
            </a:ln>
          </p:spPr>
          <p:txBody>
            <a:bodyPr wrap="square" lIns="0" tIns="0" rIns="0" bIns="0" rtlCol="0"/>
            <a:lstStyle/>
            <a:p>
              <a:endParaRPr sz="3804"/>
            </a:p>
          </p:txBody>
        </p:sp>
        <p:pic>
          <p:nvPicPr>
            <p:cNvPr id="70" name="object 70"/>
            <p:cNvPicPr/>
            <p:nvPr/>
          </p:nvPicPr>
          <p:blipFill>
            <a:blip r:embed="rId9" cstate="print"/>
            <a:stretch>
              <a:fillRect/>
            </a:stretch>
          </p:blipFill>
          <p:spPr>
            <a:xfrm>
              <a:off x="2347634" y="1440637"/>
              <a:ext cx="149137" cy="169109"/>
            </a:xfrm>
            <a:prstGeom prst="rect">
              <a:avLst/>
            </a:prstGeom>
          </p:spPr>
        </p:pic>
      </p:grpSp>
      <p:sp>
        <p:nvSpPr>
          <p:cNvPr id="71" name="object 71"/>
          <p:cNvSpPr txBox="1"/>
          <p:nvPr/>
        </p:nvSpPr>
        <p:spPr>
          <a:xfrm>
            <a:off x="3666202" y="6006481"/>
            <a:ext cx="4787179" cy="351093"/>
          </a:xfrm>
          <a:prstGeom prst="rect">
            <a:avLst/>
          </a:prstGeom>
        </p:spPr>
        <p:txBody>
          <a:bodyPr vert="horz" wrap="square" lIns="0" tIns="25499" rIns="0" bIns="0" rtlCol="0">
            <a:spAutoFit/>
          </a:bodyPr>
          <a:lstStyle/>
          <a:p>
            <a:pPr marL="26841" algn="ctr">
              <a:spcBef>
                <a:spcPts val="201"/>
              </a:spcBef>
            </a:pPr>
            <a:r>
              <a:rPr sz="2114" spc="-42" dirty="0">
                <a:cs typeface="Tahoma"/>
              </a:rPr>
              <a:t>Disciplines </a:t>
            </a:r>
            <a:r>
              <a:rPr sz="2114" dirty="0">
                <a:cs typeface="Tahoma"/>
              </a:rPr>
              <a:t>of</a:t>
            </a:r>
            <a:r>
              <a:rPr sz="2114" spc="-42" dirty="0">
                <a:cs typeface="Tahoma"/>
              </a:rPr>
              <a:t> </a:t>
            </a:r>
            <a:r>
              <a:rPr sz="2114" spc="-74" dirty="0">
                <a:cs typeface="Tahoma"/>
              </a:rPr>
              <a:t>machine</a:t>
            </a:r>
            <a:r>
              <a:rPr sz="2114" spc="-53" dirty="0">
                <a:cs typeface="Tahoma"/>
              </a:rPr>
              <a:t> learning</a:t>
            </a:r>
            <a:endParaRPr sz="2114" dirty="0">
              <a:cs typeface="Tahoma"/>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6236" rIns="0" bIns="0" rtlCol="0" anchor="ctr">
            <a:spAutoFit/>
          </a:bodyPr>
          <a:lstStyle/>
          <a:p>
            <a:pPr marL="26841">
              <a:lnSpc>
                <a:spcPct val="100000"/>
              </a:lnSpc>
              <a:spcBef>
                <a:spcPts val="285"/>
              </a:spcBef>
            </a:pPr>
            <a:r>
              <a:rPr spc="-21" dirty="0"/>
              <a:t>Context</a:t>
            </a:r>
            <a:r>
              <a:rPr spc="-106" dirty="0"/>
              <a:t> </a:t>
            </a:r>
            <a:r>
              <a:rPr spc="-95" dirty="0"/>
              <a:t>around </a:t>
            </a:r>
            <a:r>
              <a:rPr spc="-116" dirty="0"/>
              <a:t>machine</a:t>
            </a:r>
            <a:r>
              <a:rPr spc="-85" dirty="0"/>
              <a:t> learning</a:t>
            </a:r>
          </a:p>
        </p:txBody>
      </p:sp>
      <p:grpSp>
        <p:nvGrpSpPr>
          <p:cNvPr id="22" name="Group 21">
            <a:extLst>
              <a:ext uri="{FF2B5EF4-FFF2-40B4-BE49-F238E27FC236}">
                <a16:creationId xmlns:a16="http://schemas.microsoft.com/office/drawing/2014/main" id="{8B73CAD7-0DD6-5F97-44B3-BF50BA34556B}"/>
              </a:ext>
            </a:extLst>
          </p:cNvPr>
          <p:cNvGrpSpPr/>
          <p:nvPr/>
        </p:nvGrpSpPr>
        <p:grpSpPr>
          <a:xfrm>
            <a:off x="2222273" y="1449888"/>
            <a:ext cx="7241940" cy="5074004"/>
            <a:chOff x="2415220" y="933965"/>
            <a:chExt cx="7241940" cy="5074004"/>
          </a:xfrm>
        </p:grpSpPr>
        <p:grpSp>
          <p:nvGrpSpPr>
            <p:cNvPr id="3" name="object 3"/>
            <p:cNvGrpSpPr/>
            <p:nvPr/>
          </p:nvGrpSpPr>
          <p:grpSpPr>
            <a:xfrm>
              <a:off x="5049819" y="933965"/>
              <a:ext cx="4607341" cy="4087959"/>
              <a:chOff x="2387901" y="441904"/>
              <a:chExt cx="2179955" cy="1934210"/>
            </a:xfrm>
          </p:grpSpPr>
          <p:sp>
            <p:nvSpPr>
              <p:cNvPr id="4" name="object 4"/>
              <p:cNvSpPr/>
              <p:nvPr/>
            </p:nvSpPr>
            <p:spPr>
              <a:xfrm>
                <a:off x="3275762" y="1192317"/>
                <a:ext cx="1179830" cy="1179830"/>
              </a:xfrm>
              <a:custGeom>
                <a:avLst/>
                <a:gdLst/>
                <a:ahLst/>
                <a:cxnLst/>
                <a:rect l="l" t="t" r="r" b="b"/>
                <a:pathLst>
                  <a:path w="1179829" h="1179830">
                    <a:moveTo>
                      <a:pt x="1179232" y="589610"/>
                    </a:moveTo>
                    <a:lnTo>
                      <a:pt x="1177277" y="637968"/>
                    </a:lnTo>
                    <a:lnTo>
                      <a:pt x="1171514" y="685249"/>
                    </a:lnTo>
                    <a:lnTo>
                      <a:pt x="1162095" y="731302"/>
                    </a:lnTo>
                    <a:lnTo>
                      <a:pt x="1149172" y="775974"/>
                    </a:lnTo>
                    <a:lnTo>
                      <a:pt x="1132896" y="819115"/>
                    </a:lnTo>
                    <a:lnTo>
                      <a:pt x="1113419" y="860572"/>
                    </a:lnTo>
                    <a:lnTo>
                      <a:pt x="1090892" y="900194"/>
                    </a:lnTo>
                    <a:lnTo>
                      <a:pt x="1065468" y="937828"/>
                    </a:lnTo>
                    <a:lnTo>
                      <a:pt x="1037298" y="973324"/>
                    </a:lnTo>
                    <a:lnTo>
                      <a:pt x="1006535" y="1006529"/>
                    </a:lnTo>
                    <a:lnTo>
                      <a:pt x="973328" y="1037293"/>
                    </a:lnTo>
                    <a:lnTo>
                      <a:pt x="937832" y="1065462"/>
                    </a:lnTo>
                    <a:lnTo>
                      <a:pt x="900197" y="1090885"/>
                    </a:lnTo>
                    <a:lnTo>
                      <a:pt x="860574" y="1113411"/>
                    </a:lnTo>
                    <a:lnTo>
                      <a:pt x="819116" y="1132887"/>
                    </a:lnTo>
                    <a:lnTo>
                      <a:pt x="775975" y="1149163"/>
                    </a:lnTo>
                    <a:lnTo>
                      <a:pt x="731302" y="1162086"/>
                    </a:lnTo>
                    <a:lnTo>
                      <a:pt x="685249" y="1171504"/>
                    </a:lnTo>
                    <a:lnTo>
                      <a:pt x="637968" y="1177267"/>
                    </a:lnTo>
                    <a:lnTo>
                      <a:pt x="589610" y="1179221"/>
                    </a:lnTo>
                    <a:lnTo>
                      <a:pt x="541254" y="1177267"/>
                    </a:lnTo>
                    <a:lnTo>
                      <a:pt x="493974" y="1171504"/>
                    </a:lnTo>
                    <a:lnTo>
                      <a:pt x="447922" y="1162086"/>
                    </a:lnTo>
                    <a:lnTo>
                      <a:pt x="403251" y="1149163"/>
                    </a:lnTo>
                    <a:lnTo>
                      <a:pt x="360110" y="1132887"/>
                    </a:lnTo>
                    <a:lnTo>
                      <a:pt x="318653" y="1113411"/>
                    </a:lnTo>
                    <a:lnTo>
                      <a:pt x="279032" y="1090885"/>
                    </a:lnTo>
                    <a:lnTo>
                      <a:pt x="241397" y="1065462"/>
                    </a:lnTo>
                    <a:lnTo>
                      <a:pt x="205901" y="1037293"/>
                    </a:lnTo>
                    <a:lnTo>
                      <a:pt x="172695" y="1006529"/>
                    </a:lnTo>
                    <a:lnTo>
                      <a:pt x="141932" y="973324"/>
                    </a:lnTo>
                    <a:lnTo>
                      <a:pt x="113762" y="937828"/>
                    </a:lnTo>
                    <a:lnTo>
                      <a:pt x="88338" y="900194"/>
                    </a:lnTo>
                    <a:lnTo>
                      <a:pt x="65812" y="860572"/>
                    </a:lnTo>
                    <a:lnTo>
                      <a:pt x="46335" y="819115"/>
                    </a:lnTo>
                    <a:lnTo>
                      <a:pt x="30059" y="775974"/>
                    </a:lnTo>
                    <a:lnTo>
                      <a:pt x="17136" y="731302"/>
                    </a:lnTo>
                    <a:lnTo>
                      <a:pt x="7717" y="685249"/>
                    </a:lnTo>
                    <a:lnTo>
                      <a:pt x="1954" y="637968"/>
                    </a:lnTo>
                    <a:lnTo>
                      <a:pt x="0" y="589610"/>
                    </a:lnTo>
                    <a:lnTo>
                      <a:pt x="1954" y="541254"/>
                    </a:lnTo>
                    <a:lnTo>
                      <a:pt x="7717" y="493974"/>
                    </a:lnTo>
                    <a:lnTo>
                      <a:pt x="17136" y="447922"/>
                    </a:lnTo>
                    <a:lnTo>
                      <a:pt x="30059" y="403251"/>
                    </a:lnTo>
                    <a:lnTo>
                      <a:pt x="46335" y="360110"/>
                    </a:lnTo>
                    <a:lnTo>
                      <a:pt x="65812" y="318653"/>
                    </a:lnTo>
                    <a:lnTo>
                      <a:pt x="88338" y="279032"/>
                    </a:lnTo>
                    <a:lnTo>
                      <a:pt x="113762" y="241397"/>
                    </a:lnTo>
                    <a:lnTo>
                      <a:pt x="141932" y="205901"/>
                    </a:lnTo>
                    <a:lnTo>
                      <a:pt x="172695" y="172695"/>
                    </a:lnTo>
                    <a:lnTo>
                      <a:pt x="205901" y="141932"/>
                    </a:lnTo>
                    <a:lnTo>
                      <a:pt x="241397" y="113762"/>
                    </a:lnTo>
                    <a:lnTo>
                      <a:pt x="279032" y="88338"/>
                    </a:lnTo>
                    <a:lnTo>
                      <a:pt x="318653" y="65812"/>
                    </a:lnTo>
                    <a:lnTo>
                      <a:pt x="360110" y="46335"/>
                    </a:lnTo>
                    <a:lnTo>
                      <a:pt x="403251" y="30059"/>
                    </a:lnTo>
                    <a:lnTo>
                      <a:pt x="447922" y="17136"/>
                    </a:lnTo>
                    <a:lnTo>
                      <a:pt x="493974" y="7717"/>
                    </a:lnTo>
                    <a:lnTo>
                      <a:pt x="541254" y="1954"/>
                    </a:lnTo>
                    <a:lnTo>
                      <a:pt x="589610" y="0"/>
                    </a:lnTo>
                    <a:lnTo>
                      <a:pt x="637968" y="1954"/>
                    </a:lnTo>
                    <a:lnTo>
                      <a:pt x="685249" y="7717"/>
                    </a:lnTo>
                    <a:lnTo>
                      <a:pt x="731302" y="17136"/>
                    </a:lnTo>
                    <a:lnTo>
                      <a:pt x="775975" y="30059"/>
                    </a:lnTo>
                    <a:lnTo>
                      <a:pt x="819116" y="46335"/>
                    </a:lnTo>
                    <a:lnTo>
                      <a:pt x="860574" y="65812"/>
                    </a:lnTo>
                    <a:lnTo>
                      <a:pt x="900197" y="88338"/>
                    </a:lnTo>
                    <a:lnTo>
                      <a:pt x="937832" y="113762"/>
                    </a:lnTo>
                    <a:lnTo>
                      <a:pt x="973328" y="141932"/>
                    </a:lnTo>
                    <a:lnTo>
                      <a:pt x="1006535" y="172695"/>
                    </a:lnTo>
                    <a:lnTo>
                      <a:pt x="1037298" y="205901"/>
                    </a:lnTo>
                    <a:lnTo>
                      <a:pt x="1065468" y="241397"/>
                    </a:lnTo>
                    <a:lnTo>
                      <a:pt x="1090892" y="279032"/>
                    </a:lnTo>
                    <a:lnTo>
                      <a:pt x="1113419" y="318653"/>
                    </a:lnTo>
                    <a:lnTo>
                      <a:pt x="1132896" y="360110"/>
                    </a:lnTo>
                    <a:lnTo>
                      <a:pt x="1149172" y="403251"/>
                    </a:lnTo>
                    <a:lnTo>
                      <a:pt x="1162095" y="447922"/>
                    </a:lnTo>
                    <a:lnTo>
                      <a:pt x="1171514" y="493974"/>
                    </a:lnTo>
                    <a:lnTo>
                      <a:pt x="1177277" y="541254"/>
                    </a:lnTo>
                    <a:lnTo>
                      <a:pt x="1179232" y="589610"/>
                    </a:lnTo>
                    <a:close/>
                  </a:path>
                </a:pathLst>
              </a:custGeom>
              <a:ln w="8599">
                <a:solidFill>
                  <a:srgbClr val="000000"/>
                </a:solidFill>
              </a:ln>
            </p:spPr>
            <p:txBody>
              <a:bodyPr wrap="square" lIns="0" tIns="0" rIns="0" bIns="0" rtlCol="0"/>
              <a:lstStyle/>
              <a:p>
                <a:endParaRPr sz="3804"/>
              </a:p>
            </p:txBody>
          </p:sp>
          <p:sp>
            <p:nvSpPr>
              <p:cNvPr id="5" name="object 5"/>
              <p:cNvSpPr/>
              <p:nvPr/>
            </p:nvSpPr>
            <p:spPr>
              <a:xfrm>
                <a:off x="3336783" y="877160"/>
                <a:ext cx="1087755" cy="589915"/>
              </a:xfrm>
              <a:custGeom>
                <a:avLst/>
                <a:gdLst/>
                <a:ahLst/>
                <a:cxnLst/>
                <a:rect l="l" t="t" r="r" b="b"/>
                <a:pathLst>
                  <a:path w="1087754" h="589915">
                    <a:moveTo>
                      <a:pt x="1087344" y="369211"/>
                    </a:moveTo>
                    <a:lnTo>
                      <a:pt x="540448" y="589574"/>
                    </a:lnTo>
                    <a:lnTo>
                      <a:pt x="0" y="353925"/>
                    </a:lnTo>
                    <a:lnTo>
                      <a:pt x="22162" y="308486"/>
                    </a:lnTo>
                    <a:lnTo>
                      <a:pt x="47821" y="265583"/>
                    </a:lnTo>
                    <a:lnTo>
                      <a:pt x="76758" y="225358"/>
                    </a:lnTo>
                    <a:lnTo>
                      <a:pt x="108755" y="187952"/>
                    </a:lnTo>
                    <a:lnTo>
                      <a:pt x="143591" y="153507"/>
                    </a:lnTo>
                    <a:lnTo>
                      <a:pt x="181047" y="122162"/>
                    </a:lnTo>
                    <a:lnTo>
                      <a:pt x="220906" y="94061"/>
                    </a:lnTo>
                    <a:lnTo>
                      <a:pt x="262946" y="69343"/>
                    </a:lnTo>
                    <a:lnTo>
                      <a:pt x="306950" y="48150"/>
                    </a:lnTo>
                    <a:lnTo>
                      <a:pt x="352699" y="30623"/>
                    </a:lnTo>
                    <a:lnTo>
                      <a:pt x="399972" y="16903"/>
                    </a:lnTo>
                    <a:lnTo>
                      <a:pt x="448552" y="7132"/>
                    </a:lnTo>
                    <a:lnTo>
                      <a:pt x="498219" y="1450"/>
                    </a:lnTo>
                    <a:lnTo>
                      <a:pt x="548753" y="0"/>
                    </a:lnTo>
                    <a:lnTo>
                      <a:pt x="599232" y="2871"/>
                    </a:lnTo>
                    <a:lnTo>
                      <a:pt x="648723" y="9947"/>
                    </a:lnTo>
                    <a:lnTo>
                      <a:pt x="697011" y="21082"/>
                    </a:lnTo>
                    <a:lnTo>
                      <a:pt x="743883" y="36126"/>
                    </a:lnTo>
                    <a:lnTo>
                      <a:pt x="789121" y="54934"/>
                    </a:lnTo>
                    <a:lnTo>
                      <a:pt x="832512" y="77357"/>
                    </a:lnTo>
                    <a:lnTo>
                      <a:pt x="873841" y="103248"/>
                    </a:lnTo>
                    <a:lnTo>
                      <a:pt x="912893" y="132460"/>
                    </a:lnTo>
                    <a:lnTo>
                      <a:pt x="949453" y="164845"/>
                    </a:lnTo>
                    <a:lnTo>
                      <a:pt x="983305" y="200256"/>
                    </a:lnTo>
                    <a:lnTo>
                      <a:pt x="1014235" y="238545"/>
                    </a:lnTo>
                    <a:lnTo>
                      <a:pt x="1042028" y="279566"/>
                    </a:lnTo>
                    <a:lnTo>
                      <a:pt x="1066470" y="323170"/>
                    </a:lnTo>
                    <a:lnTo>
                      <a:pt x="1087344" y="369211"/>
                    </a:lnTo>
                    <a:close/>
                  </a:path>
                </a:pathLst>
              </a:custGeom>
              <a:solidFill>
                <a:srgbClr val="FFFFFF"/>
              </a:solidFill>
            </p:spPr>
            <p:txBody>
              <a:bodyPr wrap="square" lIns="0" tIns="0" rIns="0" bIns="0" rtlCol="0"/>
              <a:lstStyle/>
              <a:p>
                <a:endParaRPr sz="3804"/>
              </a:p>
            </p:txBody>
          </p:sp>
          <p:sp>
            <p:nvSpPr>
              <p:cNvPr id="6" name="object 6"/>
              <p:cNvSpPr/>
              <p:nvPr/>
            </p:nvSpPr>
            <p:spPr>
              <a:xfrm>
                <a:off x="3336783" y="877160"/>
                <a:ext cx="1087755" cy="589915"/>
              </a:xfrm>
              <a:custGeom>
                <a:avLst/>
                <a:gdLst/>
                <a:ahLst/>
                <a:cxnLst/>
                <a:rect l="l" t="t" r="r" b="b"/>
                <a:pathLst>
                  <a:path w="1087754" h="589915">
                    <a:moveTo>
                      <a:pt x="0" y="353925"/>
                    </a:moveTo>
                    <a:lnTo>
                      <a:pt x="22162" y="308486"/>
                    </a:lnTo>
                    <a:lnTo>
                      <a:pt x="47821" y="265583"/>
                    </a:lnTo>
                    <a:lnTo>
                      <a:pt x="76758" y="225358"/>
                    </a:lnTo>
                    <a:lnTo>
                      <a:pt x="108755" y="187952"/>
                    </a:lnTo>
                    <a:lnTo>
                      <a:pt x="143591" y="153507"/>
                    </a:lnTo>
                    <a:lnTo>
                      <a:pt x="181047" y="122162"/>
                    </a:lnTo>
                    <a:lnTo>
                      <a:pt x="220906" y="94061"/>
                    </a:lnTo>
                    <a:lnTo>
                      <a:pt x="262946" y="69343"/>
                    </a:lnTo>
                    <a:lnTo>
                      <a:pt x="306950" y="48150"/>
                    </a:lnTo>
                    <a:lnTo>
                      <a:pt x="352699" y="30623"/>
                    </a:lnTo>
                    <a:lnTo>
                      <a:pt x="399972" y="16903"/>
                    </a:lnTo>
                    <a:lnTo>
                      <a:pt x="448552" y="7132"/>
                    </a:lnTo>
                    <a:lnTo>
                      <a:pt x="498219" y="1450"/>
                    </a:lnTo>
                    <a:lnTo>
                      <a:pt x="548753" y="0"/>
                    </a:lnTo>
                    <a:lnTo>
                      <a:pt x="599232" y="2871"/>
                    </a:lnTo>
                    <a:lnTo>
                      <a:pt x="648723" y="9947"/>
                    </a:lnTo>
                    <a:lnTo>
                      <a:pt x="697011" y="21082"/>
                    </a:lnTo>
                    <a:lnTo>
                      <a:pt x="743883" y="36126"/>
                    </a:lnTo>
                    <a:lnTo>
                      <a:pt x="789121" y="54934"/>
                    </a:lnTo>
                    <a:lnTo>
                      <a:pt x="832512" y="77357"/>
                    </a:lnTo>
                    <a:lnTo>
                      <a:pt x="873841" y="103248"/>
                    </a:lnTo>
                    <a:lnTo>
                      <a:pt x="912893" y="132460"/>
                    </a:lnTo>
                    <a:lnTo>
                      <a:pt x="949453" y="164845"/>
                    </a:lnTo>
                    <a:lnTo>
                      <a:pt x="983305" y="200256"/>
                    </a:lnTo>
                    <a:lnTo>
                      <a:pt x="1014235" y="238545"/>
                    </a:lnTo>
                    <a:lnTo>
                      <a:pt x="1042028" y="279566"/>
                    </a:lnTo>
                    <a:lnTo>
                      <a:pt x="1066470" y="323170"/>
                    </a:lnTo>
                    <a:lnTo>
                      <a:pt x="1087344" y="369211"/>
                    </a:lnTo>
                    <a:lnTo>
                      <a:pt x="540448" y="589574"/>
                    </a:lnTo>
                    <a:lnTo>
                      <a:pt x="0" y="353925"/>
                    </a:lnTo>
                    <a:close/>
                  </a:path>
                </a:pathLst>
              </a:custGeom>
              <a:ln w="8605">
                <a:solidFill>
                  <a:srgbClr val="000000"/>
                </a:solidFill>
              </a:ln>
            </p:spPr>
            <p:txBody>
              <a:bodyPr wrap="square" lIns="0" tIns="0" rIns="0" bIns="0" rtlCol="0"/>
              <a:lstStyle/>
              <a:p>
                <a:endParaRPr sz="3804"/>
              </a:p>
            </p:txBody>
          </p:sp>
          <p:sp>
            <p:nvSpPr>
              <p:cNvPr id="7" name="object 7"/>
              <p:cNvSpPr/>
              <p:nvPr/>
            </p:nvSpPr>
            <p:spPr>
              <a:xfrm>
                <a:off x="4012937" y="446208"/>
                <a:ext cx="550545" cy="589915"/>
              </a:xfrm>
              <a:custGeom>
                <a:avLst/>
                <a:gdLst/>
                <a:ahLst/>
                <a:cxnLst/>
                <a:rect l="l" t="t" r="r" b="b"/>
                <a:pathLst>
                  <a:path w="550545" h="589915">
                    <a:moveTo>
                      <a:pt x="5331" y="589615"/>
                    </a:moveTo>
                    <a:lnTo>
                      <a:pt x="0" y="0"/>
                    </a:lnTo>
                    <a:lnTo>
                      <a:pt x="47735" y="1493"/>
                    </a:lnTo>
                    <a:lnTo>
                      <a:pt x="94681" y="6762"/>
                    </a:lnTo>
                    <a:lnTo>
                      <a:pt x="140654" y="15685"/>
                    </a:lnTo>
                    <a:lnTo>
                      <a:pt x="185473" y="28140"/>
                    </a:lnTo>
                    <a:lnTo>
                      <a:pt x="228954" y="44009"/>
                    </a:lnTo>
                    <a:lnTo>
                      <a:pt x="270915" y="63168"/>
                    </a:lnTo>
                    <a:lnTo>
                      <a:pt x="311172" y="85498"/>
                    </a:lnTo>
                    <a:lnTo>
                      <a:pt x="349545" y="110877"/>
                    </a:lnTo>
                    <a:lnTo>
                      <a:pt x="385849" y="139185"/>
                    </a:lnTo>
                    <a:lnTo>
                      <a:pt x="419902" y="170301"/>
                    </a:lnTo>
                    <a:lnTo>
                      <a:pt x="451522" y="204104"/>
                    </a:lnTo>
                    <a:lnTo>
                      <a:pt x="480525" y="240472"/>
                    </a:lnTo>
                    <a:lnTo>
                      <a:pt x="506730" y="279285"/>
                    </a:lnTo>
                    <a:lnTo>
                      <a:pt x="529953" y="320422"/>
                    </a:lnTo>
                    <a:lnTo>
                      <a:pt x="550011" y="363763"/>
                    </a:lnTo>
                    <a:lnTo>
                      <a:pt x="5331" y="589615"/>
                    </a:lnTo>
                    <a:close/>
                  </a:path>
                </a:pathLst>
              </a:custGeom>
              <a:solidFill>
                <a:srgbClr val="FFFFFF"/>
              </a:solidFill>
            </p:spPr>
            <p:txBody>
              <a:bodyPr wrap="square" lIns="0" tIns="0" rIns="0" bIns="0" rtlCol="0"/>
              <a:lstStyle/>
              <a:p>
                <a:endParaRPr sz="3804"/>
              </a:p>
            </p:txBody>
          </p:sp>
          <p:sp>
            <p:nvSpPr>
              <p:cNvPr id="8" name="object 8"/>
              <p:cNvSpPr/>
              <p:nvPr/>
            </p:nvSpPr>
            <p:spPr>
              <a:xfrm>
                <a:off x="4012937" y="446208"/>
                <a:ext cx="550545" cy="589915"/>
              </a:xfrm>
              <a:custGeom>
                <a:avLst/>
                <a:gdLst/>
                <a:ahLst/>
                <a:cxnLst/>
                <a:rect l="l" t="t" r="r" b="b"/>
                <a:pathLst>
                  <a:path w="550545" h="589915">
                    <a:moveTo>
                      <a:pt x="0" y="0"/>
                    </a:moveTo>
                    <a:lnTo>
                      <a:pt x="47735" y="1493"/>
                    </a:lnTo>
                    <a:lnTo>
                      <a:pt x="94681" y="6762"/>
                    </a:lnTo>
                    <a:lnTo>
                      <a:pt x="140654" y="15685"/>
                    </a:lnTo>
                    <a:lnTo>
                      <a:pt x="185473" y="28140"/>
                    </a:lnTo>
                    <a:lnTo>
                      <a:pt x="228954" y="44009"/>
                    </a:lnTo>
                    <a:lnTo>
                      <a:pt x="270915" y="63168"/>
                    </a:lnTo>
                    <a:lnTo>
                      <a:pt x="311172" y="85498"/>
                    </a:lnTo>
                    <a:lnTo>
                      <a:pt x="349545" y="110877"/>
                    </a:lnTo>
                    <a:lnTo>
                      <a:pt x="385849" y="139185"/>
                    </a:lnTo>
                    <a:lnTo>
                      <a:pt x="419902" y="170301"/>
                    </a:lnTo>
                    <a:lnTo>
                      <a:pt x="451522" y="204104"/>
                    </a:lnTo>
                    <a:lnTo>
                      <a:pt x="480525" y="240472"/>
                    </a:lnTo>
                    <a:lnTo>
                      <a:pt x="506730" y="279285"/>
                    </a:lnTo>
                    <a:lnTo>
                      <a:pt x="529953" y="320422"/>
                    </a:lnTo>
                    <a:lnTo>
                      <a:pt x="550011" y="363763"/>
                    </a:lnTo>
                    <a:lnTo>
                      <a:pt x="5331" y="589615"/>
                    </a:lnTo>
                    <a:lnTo>
                      <a:pt x="0" y="0"/>
                    </a:lnTo>
                    <a:close/>
                  </a:path>
                </a:pathLst>
              </a:custGeom>
              <a:ln w="8607">
                <a:solidFill>
                  <a:srgbClr val="000000"/>
                </a:solidFill>
              </a:ln>
            </p:spPr>
            <p:txBody>
              <a:bodyPr wrap="square" lIns="0" tIns="0" rIns="0" bIns="0" rtlCol="0"/>
              <a:lstStyle/>
              <a:p>
                <a:endParaRPr sz="3804"/>
              </a:p>
            </p:txBody>
          </p:sp>
          <p:sp>
            <p:nvSpPr>
              <p:cNvPr id="9" name="object 9"/>
              <p:cNvSpPr/>
              <p:nvPr/>
            </p:nvSpPr>
            <p:spPr>
              <a:xfrm>
                <a:off x="3728986" y="1803819"/>
                <a:ext cx="141605" cy="276225"/>
              </a:xfrm>
              <a:custGeom>
                <a:avLst/>
                <a:gdLst/>
                <a:ahLst/>
                <a:cxnLst/>
                <a:rect l="l" t="t" r="r" b="b"/>
                <a:pathLst>
                  <a:path w="141604" h="276225">
                    <a:moveTo>
                      <a:pt x="120967" y="150609"/>
                    </a:moveTo>
                    <a:lnTo>
                      <a:pt x="120497" y="147726"/>
                    </a:lnTo>
                    <a:lnTo>
                      <a:pt x="114300" y="143306"/>
                    </a:lnTo>
                    <a:lnTo>
                      <a:pt x="109347" y="141681"/>
                    </a:lnTo>
                    <a:lnTo>
                      <a:pt x="104254" y="141681"/>
                    </a:lnTo>
                    <a:lnTo>
                      <a:pt x="105283" y="134924"/>
                    </a:lnTo>
                    <a:lnTo>
                      <a:pt x="103416" y="128079"/>
                    </a:lnTo>
                    <a:lnTo>
                      <a:pt x="97574" y="120827"/>
                    </a:lnTo>
                    <a:lnTo>
                      <a:pt x="94691" y="120497"/>
                    </a:lnTo>
                    <a:lnTo>
                      <a:pt x="90741" y="123659"/>
                    </a:lnTo>
                    <a:lnTo>
                      <a:pt x="90424" y="126542"/>
                    </a:lnTo>
                    <a:lnTo>
                      <a:pt x="95478" y="132829"/>
                    </a:lnTo>
                    <a:lnTo>
                      <a:pt x="96304" y="138722"/>
                    </a:lnTo>
                    <a:lnTo>
                      <a:pt x="94208" y="143814"/>
                    </a:lnTo>
                    <a:lnTo>
                      <a:pt x="87642" y="148132"/>
                    </a:lnTo>
                    <a:lnTo>
                      <a:pt x="82905" y="154152"/>
                    </a:lnTo>
                    <a:lnTo>
                      <a:pt x="80264" y="161340"/>
                    </a:lnTo>
                    <a:lnTo>
                      <a:pt x="80035" y="169189"/>
                    </a:lnTo>
                    <a:lnTo>
                      <a:pt x="80302" y="171475"/>
                    </a:lnTo>
                    <a:lnTo>
                      <a:pt x="82245" y="173177"/>
                    </a:lnTo>
                    <a:lnTo>
                      <a:pt x="85166" y="173139"/>
                    </a:lnTo>
                    <a:lnTo>
                      <a:pt x="87655" y="172821"/>
                    </a:lnTo>
                    <a:lnTo>
                      <a:pt x="89433" y="170535"/>
                    </a:lnTo>
                    <a:lnTo>
                      <a:pt x="88798" y="165747"/>
                    </a:lnTo>
                    <a:lnTo>
                      <a:pt x="89039" y="163410"/>
                    </a:lnTo>
                    <a:lnTo>
                      <a:pt x="91287" y="156654"/>
                    </a:lnTo>
                    <a:lnTo>
                      <a:pt x="94894" y="153060"/>
                    </a:lnTo>
                    <a:lnTo>
                      <a:pt x="104101" y="150101"/>
                    </a:lnTo>
                    <a:lnTo>
                      <a:pt x="109156" y="150888"/>
                    </a:lnTo>
                    <a:lnTo>
                      <a:pt x="115125" y="155194"/>
                    </a:lnTo>
                    <a:lnTo>
                      <a:pt x="118008" y="154724"/>
                    </a:lnTo>
                    <a:lnTo>
                      <a:pt x="120967" y="150609"/>
                    </a:lnTo>
                    <a:close/>
                  </a:path>
                  <a:path w="141604" h="276225">
                    <a:moveTo>
                      <a:pt x="141008" y="30124"/>
                    </a:moveTo>
                    <a:lnTo>
                      <a:pt x="139865" y="21805"/>
                    </a:lnTo>
                    <a:lnTo>
                      <a:pt x="136550" y="14249"/>
                    </a:lnTo>
                    <a:lnTo>
                      <a:pt x="132359" y="9156"/>
                    </a:lnTo>
                    <a:lnTo>
                      <a:pt x="131838" y="8521"/>
                    </a:lnTo>
                    <a:lnTo>
                      <a:pt x="131838" y="21348"/>
                    </a:lnTo>
                    <a:lnTo>
                      <a:pt x="131838" y="240982"/>
                    </a:lnTo>
                    <a:lnTo>
                      <a:pt x="130810" y="248234"/>
                    </a:lnTo>
                    <a:lnTo>
                      <a:pt x="103174" y="266992"/>
                    </a:lnTo>
                    <a:lnTo>
                      <a:pt x="96202" y="265328"/>
                    </a:lnTo>
                    <a:lnTo>
                      <a:pt x="92151" y="263042"/>
                    </a:lnTo>
                    <a:lnTo>
                      <a:pt x="89839" y="261734"/>
                    </a:lnTo>
                    <a:lnTo>
                      <a:pt x="94195" y="256387"/>
                    </a:lnTo>
                    <a:lnTo>
                      <a:pt x="97409" y="250342"/>
                    </a:lnTo>
                    <a:lnTo>
                      <a:pt x="99390" y="243789"/>
                    </a:lnTo>
                    <a:lnTo>
                      <a:pt x="100063" y="236918"/>
                    </a:lnTo>
                    <a:lnTo>
                      <a:pt x="100063" y="234391"/>
                    </a:lnTo>
                    <a:lnTo>
                      <a:pt x="98005" y="232333"/>
                    </a:lnTo>
                    <a:lnTo>
                      <a:pt x="92951" y="232333"/>
                    </a:lnTo>
                    <a:lnTo>
                      <a:pt x="90893" y="234391"/>
                    </a:lnTo>
                    <a:lnTo>
                      <a:pt x="90893" y="236918"/>
                    </a:lnTo>
                    <a:lnTo>
                      <a:pt x="88849" y="247091"/>
                    </a:lnTo>
                    <a:lnTo>
                      <a:pt x="83248" y="255397"/>
                    </a:lnTo>
                    <a:lnTo>
                      <a:pt x="74942" y="260985"/>
                    </a:lnTo>
                    <a:lnTo>
                      <a:pt x="64770" y="263042"/>
                    </a:lnTo>
                    <a:lnTo>
                      <a:pt x="54610" y="260985"/>
                    </a:lnTo>
                    <a:lnTo>
                      <a:pt x="46304" y="255397"/>
                    </a:lnTo>
                    <a:lnTo>
                      <a:pt x="40703" y="247091"/>
                    </a:lnTo>
                    <a:lnTo>
                      <a:pt x="38658" y="236918"/>
                    </a:lnTo>
                    <a:lnTo>
                      <a:pt x="38658" y="227672"/>
                    </a:lnTo>
                    <a:lnTo>
                      <a:pt x="40868" y="228028"/>
                    </a:lnTo>
                    <a:lnTo>
                      <a:pt x="43078" y="228193"/>
                    </a:lnTo>
                    <a:lnTo>
                      <a:pt x="47853" y="228193"/>
                    </a:lnTo>
                    <a:lnTo>
                      <a:pt x="48374" y="227672"/>
                    </a:lnTo>
                    <a:lnTo>
                      <a:pt x="49911" y="226136"/>
                    </a:lnTo>
                    <a:lnTo>
                      <a:pt x="49911" y="221081"/>
                    </a:lnTo>
                    <a:lnTo>
                      <a:pt x="47853" y="219024"/>
                    </a:lnTo>
                    <a:lnTo>
                      <a:pt x="45326" y="219024"/>
                    </a:lnTo>
                    <a:lnTo>
                      <a:pt x="31178" y="216154"/>
                    </a:lnTo>
                    <a:lnTo>
                      <a:pt x="19634" y="208356"/>
                    </a:lnTo>
                    <a:lnTo>
                      <a:pt x="11836" y="196811"/>
                    </a:lnTo>
                    <a:lnTo>
                      <a:pt x="8978" y="182664"/>
                    </a:lnTo>
                    <a:lnTo>
                      <a:pt x="11836" y="168516"/>
                    </a:lnTo>
                    <a:lnTo>
                      <a:pt x="19634" y="156959"/>
                    </a:lnTo>
                    <a:lnTo>
                      <a:pt x="31178" y="149161"/>
                    </a:lnTo>
                    <a:lnTo>
                      <a:pt x="45326" y="146304"/>
                    </a:lnTo>
                    <a:lnTo>
                      <a:pt x="47853" y="146304"/>
                    </a:lnTo>
                    <a:lnTo>
                      <a:pt x="49911" y="144246"/>
                    </a:lnTo>
                    <a:lnTo>
                      <a:pt x="49911" y="142316"/>
                    </a:lnTo>
                    <a:lnTo>
                      <a:pt x="49911" y="139192"/>
                    </a:lnTo>
                    <a:lnTo>
                      <a:pt x="47815" y="137096"/>
                    </a:lnTo>
                    <a:lnTo>
                      <a:pt x="37985" y="137096"/>
                    </a:lnTo>
                    <a:lnTo>
                      <a:pt x="30708" y="138925"/>
                    </a:lnTo>
                    <a:lnTo>
                      <a:pt x="24231" y="142316"/>
                    </a:lnTo>
                    <a:lnTo>
                      <a:pt x="17754" y="137541"/>
                    </a:lnTo>
                    <a:lnTo>
                      <a:pt x="14033" y="129908"/>
                    </a:lnTo>
                    <a:lnTo>
                      <a:pt x="14109" y="127660"/>
                    </a:lnTo>
                    <a:lnTo>
                      <a:pt x="14478" y="113817"/>
                    </a:lnTo>
                    <a:lnTo>
                      <a:pt x="18745" y="106286"/>
                    </a:lnTo>
                    <a:lnTo>
                      <a:pt x="26276" y="101257"/>
                    </a:lnTo>
                    <a:lnTo>
                      <a:pt x="27406" y="100622"/>
                    </a:lnTo>
                    <a:lnTo>
                      <a:pt x="28409" y="100152"/>
                    </a:lnTo>
                    <a:lnTo>
                      <a:pt x="28498" y="100304"/>
                    </a:lnTo>
                    <a:lnTo>
                      <a:pt x="30238" y="103466"/>
                    </a:lnTo>
                    <a:lnTo>
                      <a:pt x="31775" y="104381"/>
                    </a:lnTo>
                    <a:lnTo>
                      <a:pt x="35064" y="104381"/>
                    </a:lnTo>
                    <a:lnTo>
                      <a:pt x="36601" y="103466"/>
                    </a:lnTo>
                    <a:lnTo>
                      <a:pt x="37388" y="102044"/>
                    </a:lnTo>
                    <a:lnTo>
                      <a:pt x="38214" y="100622"/>
                    </a:lnTo>
                    <a:lnTo>
                      <a:pt x="38214" y="100152"/>
                    </a:lnTo>
                    <a:lnTo>
                      <a:pt x="38214" y="98894"/>
                    </a:lnTo>
                    <a:lnTo>
                      <a:pt x="37388" y="97459"/>
                    </a:lnTo>
                    <a:lnTo>
                      <a:pt x="33083" y="85699"/>
                    </a:lnTo>
                    <a:lnTo>
                      <a:pt x="32969" y="73507"/>
                    </a:lnTo>
                    <a:lnTo>
                      <a:pt x="36880" y="61976"/>
                    </a:lnTo>
                    <a:lnTo>
                      <a:pt x="44627" y="52171"/>
                    </a:lnTo>
                    <a:lnTo>
                      <a:pt x="55257" y="45554"/>
                    </a:lnTo>
                    <a:lnTo>
                      <a:pt x="67157" y="42951"/>
                    </a:lnTo>
                    <a:lnTo>
                      <a:pt x="79248" y="44424"/>
                    </a:lnTo>
                    <a:lnTo>
                      <a:pt x="90220" y="49885"/>
                    </a:lnTo>
                    <a:lnTo>
                      <a:pt x="91135" y="50507"/>
                    </a:lnTo>
                    <a:lnTo>
                      <a:pt x="91770" y="50990"/>
                    </a:lnTo>
                    <a:lnTo>
                      <a:pt x="93510" y="51193"/>
                    </a:lnTo>
                    <a:lnTo>
                      <a:pt x="95008" y="50507"/>
                    </a:lnTo>
                    <a:lnTo>
                      <a:pt x="96507" y="49885"/>
                    </a:lnTo>
                    <a:lnTo>
                      <a:pt x="97574" y="48463"/>
                    </a:lnTo>
                    <a:lnTo>
                      <a:pt x="97739" y="46837"/>
                    </a:lnTo>
                    <a:lnTo>
                      <a:pt x="97942" y="45224"/>
                    </a:lnTo>
                    <a:lnTo>
                      <a:pt x="97218" y="43599"/>
                    </a:lnTo>
                    <a:lnTo>
                      <a:pt x="96367" y="42951"/>
                    </a:lnTo>
                    <a:lnTo>
                      <a:pt x="95910" y="42608"/>
                    </a:lnTo>
                    <a:lnTo>
                      <a:pt x="93662" y="41033"/>
                    </a:lnTo>
                    <a:lnTo>
                      <a:pt x="92468" y="40309"/>
                    </a:lnTo>
                    <a:lnTo>
                      <a:pt x="90665" y="35420"/>
                    </a:lnTo>
                    <a:lnTo>
                      <a:pt x="90589" y="35229"/>
                    </a:lnTo>
                    <a:lnTo>
                      <a:pt x="90246" y="34290"/>
                    </a:lnTo>
                    <a:lnTo>
                      <a:pt x="90220" y="33743"/>
                    </a:lnTo>
                    <a:lnTo>
                      <a:pt x="89928" y="28016"/>
                    </a:lnTo>
                    <a:lnTo>
                      <a:pt x="111836" y="9156"/>
                    </a:lnTo>
                    <a:lnTo>
                      <a:pt x="118135" y="10439"/>
                    </a:lnTo>
                    <a:lnTo>
                      <a:pt x="126390" y="13487"/>
                    </a:lnTo>
                    <a:lnTo>
                      <a:pt x="131838" y="21348"/>
                    </a:lnTo>
                    <a:lnTo>
                      <a:pt x="131838" y="8521"/>
                    </a:lnTo>
                    <a:lnTo>
                      <a:pt x="131318" y="7874"/>
                    </a:lnTo>
                    <a:lnTo>
                      <a:pt x="124409" y="3098"/>
                    </a:lnTo>
                    <a:lnTo>
                      <a:pt x="116433" y="406"/>
                    </a:lnTo>
                    <a:lnTo>
                      <a:pt x="108191" y="0"/>
                    </a:lnTo>
                    <a:lnTo>
                      <a:pt x="100152" y="1854"/>
                    </a:lnTo>
                    <a:lnTo>
                      <a:pt x="92798" y="5892"/>
                    </a:lnTo>
                    <a:lnTo>
                      <a:pt x="86817" y="11811"/>
                    </a:lnTo>
                    <a:lnTo>
                      <a:pt x="82765" y="18999"/>
                    </a:lnTo>
                    <a:lnTo>
                      <a:pt x="80810" y="27012"/>
                    </a:lnTo>
                    <a:lnTo>
                      <a:pt x="80937" y="30124"/>
                    </a:lnTo>
                    <a:lnTo>
                      <a:pt x="81127" y="35420"/>
                    </a:lnTo>
                    <a:lnTo>
                      <a:pt x="69126" y="33743"/>
                    </a:lnTo>
                    <a:lnTo>
                      <a:pt x="57302" y="35229"/>
                    </a:lnTo>
                    <a:lnTo>
                      <a:pt x="46266" y="39725"/>
                    </a:lnTo>
                    <a:lnTo>
                      <a:pt x="36639" y="47066"/>
                    </a:lnTo>
                    <a:lnTo>
                      <a:pt x="29298" y="56718"/>
                    </a:lnTo>
                    <a:lnTo>
                      <a:pt x="24815" y="67767"/>
                    </a:lnTo>
                    <a:lnTo>
                      <a:pt x="23355" y="79603"/>
                    </a:lnTo>
                    <a:lnTo>
                      <a:pt x="25057" y="91617"/>
                    </a:lnTo>
                    <a:lnTo>
                      <a:pt x="18694" y="95338"/>
                    </a:lnTo>
                    <a:lnTo>
                      <a:pt x="5143" y="120370"/>
                    </a:lnTo>
                    <a:lnTo>
                      <a:pt x="5207" y="121843"/>
                    </a:lnTo>
                    <a:lnTo>
                      <a:pt x="16243" y="147650"/>
                    </a:lnTo>
                    <a:lnTo>
                      <a:pt x="8102" y="156425"/>
                    </a:lnTo>
                    <a:lnTo>
                      <a:pt x="2628" y="166852"/>
                    </a:lnTo>
                    <a:lnTo>
                      <a:pt x="0" y="178333"/>
                    </a:lnTo>
                    <a:lnTo>
                      <a:pt x="444" y="190296"/>
                    </a:lnTo>
                    <a:lnTo>
                      <a:pt x="3987" y="201739"/>
                    </a:lnTo>
                    <a:lnTo>
                      <a:pt x="10261" y="211721"/>
                    </a:lnTo>
                    <a:lnTo>
                      <a:pt x="18897" y="219735"/>
                    </a:lnTo>
                    <a:lnTo>
                      <a:pt x="29489" y="225348"/>
                    </a:lnTo>
                    <a:lnTo>
                      <a:pt x="29489" y="236918"/>
                    </a:lnTo>
                    <a:lnTo>
                      <a:pt x="51041" y="269417"/>
                    </a:lnTo>
                    <a:lnTo>
                      <a:pt x="64770" y="272211"/>
                    </a:lnTo>
                    <a:lnTo>
                      <a:pt x="70980" y="272211"/>
                    </a:lnTo>
                    <a:lnTo>
                      <a:pt x="77025" y="270548"/>
                    </a:lnTo>
                    <a:lnTo>
                      <a:pt x="82397" y="267474"/>
                    </a:lnTo>
                    <a:lnTo>
                      <a:pt x="90919" y="273037"/>
                    </a:lnTo>
                    <a:lnTo>
                      <a:pt x="100495" y="275907"/>
                    </a:lnTo>
                    <a:lnTo>
                      <a:pt x="110731" y="275907"/>
                    </a:lnTo>
                    <a:lnTo>
                      <a:pt x="120688" y="273037"/>
                    </a:lnTo>
                    <a:lnTo>
                      <a:pt x="120459" y="273037"/>
                    </a:lnTo>
                    <a:lnTo>
                      <a:pt x="128841" y="267690"/>
                    </a:lnTo>
                    <a:lnTo>
                      <a:pt x="129019" y="267474"/>
                    </a:lnTo>
                    <a:lnTo>
                      <a:pt x="129438" y="266992"/>
                    </a:lnTo>
                    <a:lnTo>
                      <a:pt x="135382" y="260146"/>
                    </a:lnTo>
                    <a:lnTo>
                      <a:pt x="139547" y="251066"/>
                    </a:lnTo>
                    <a:lnTo>
                      <a:pt x="139649" y="250342"/>
                    </a:lnTo>
                    <a:lnTo>
                      <a:pt x="141008" y="240982"/>
                    </a:lnTo>
                    <a:lnTo>
                      <a:pt x="141008" y="30124"/>
                    </a:lnTo>
                    <a:close/>
                  </a:path>
                </a:pathLst>
              </a:custGeom>
              <a:solidFill>
                <a:srgbClr val="000000"/>
              </a:solidFill>
            </p:spPr>
            <p:txBody>
              <a:bodyPr wrap="square" lIns="0" tIns="0" rIns="0" bIns="0" rtlCol="0"/>
              <a:lstStyle/>
              <a:p>
                <a:endParaRPr sz="3804"/>
              </a:p>
            </p:txBody>
          </p:sp>
          <p:pic>
            <p:nvPicPr>
              <p:cNvPr id="10" name="object 10"/>
              <p:cNvPicPr/>
              <p:nvPr/>
            </p:nvPicPr>
            <p:blipFill>
              <a:blip r:embed="rId2" cstate="print"/>
              <a:stretch>
                <a:fillRect/>
              </a:stretch>
            </p:blipFill>
            <p:spPr>
              <a:xfrm>
                <a:off x="3764287" y="1863378"/>
                <a:ext cx="79871" cy="67933"/>
              </a:xfrm>
              <a:prstGeom prst="rect">
                <a:avLst/>
              </a:prstGeom>
            </p:spPr>
          </p:pic>
          <p:sp>
            <p:nvSpPr>
              <p:cNvPr id="11" name="object 11"/>
              <p:cNvSpPr/>
              <p:nvPr/>
            </p:nvSpPr>
            <p:spPr>
              <a:xfrm>
                <a:off x="3639324" y="582917"/>
                <a:ext cx="713740" cy="1505585"/>
              </a:xfrm>
              <a:custGeom>
                <a:avLst/>
                <a:gdLst/>
                <a:ahLst/>
                <a:cxnLst/>
                <a:rect l="l" t="t" r="r" b="b"/>
                <a:pathLst>
                  <a:path w="713739" h="1505585">
                    <a:moveTo>
                      <a:pt x="188150" y="1425460"/>
                    </a:moveTo>
                    <a:lnTo>
                      <a:pt x="185267" y="1421307"/>
                    </a:lnTo>
                    <a:lnTo>
                      <a:pt x="182384" y="1420799"/>
                    </a:lnTo>
                    <a:lnTo>
                      <a:pt x="174434" y="1426375"/>
                    </a:lnTo>
                    <a:lnTo>
                      <a:pt x="166725" y="1426870"/>
                    </a:lnTo>
                    <a:lnTo>
                      <a:pt x="160324" y="1423593"/>
                    </a:lnTo>
                    <a:lnTo>
                      <a:pt x="158902" y="1419606"/>
                    </a:lnTo>
                    <a:lnTo>
                      <a:pt x="156565" y="1415973"/>
                    </a:lnTo>
                    <a:lnTo>
                      <a:pt x="152425" y="1411820"/>
                    </a:lnTo>
                    <a:lnTo>
                      <a:pt x="150723" y="1411351"/>
                    </a:lnTo>
                    <a:lnTo>
                      <a:pt x="147561" y="1412176"/>
                    </a:lnTo>
                    <a:lnTo>
                      <a:pt x="146291" y="1413446"/>
                    </a:lnTo>
                    <a:lnTo>
                      <a:pt x="145465" y="1416608"/>
                    </a:lnTo>
                    <a:lnTo>
                      <a:pt x="145935" y="1418310"/>
                    </a:lnTo>
                    <a:lnTo>
                      <a:pt x="149377" y="1421752"/>
                    </a:lnTo>
                    <a:lnTo>
                      <a:pt x="151079" y="1424584"/>
                    </a:lnTo>
                    <a:lnTo>
                      <a:pt x="151993" y="1427721"/>
                    </a:lnTo>
                    <a:lnTo>
                      <a:pt x="153771" y="1434274"/>
                    </a:lnTo>
                    <a:lnTo>
                      <a:pt x="152336" y="1440713"/>
                    </a:lnTo>
                    <a:lnTo>
                      <a:pt x="146773" y="1447546"/>
                    </a:lnTo>
                    <a:lnTo>
                      <a:pt x="147091" y="1450403"/>
                    </a:lnTo>
                    <a:lnTo>
                      <a:pt x="150952" y="1453591"/>
                    </a:lnTo>
                    <a:lnTo>
                      <a:pt x="153809" y="1453324"/>
                    </a:lnTo>
                    <a:lnTo>
                      <a:pt x="159499" y="1446479"/>
                    </a:lnTo>
                    <a:lnTo>
                      <a:pt x="161785" y="1440357"/>
                    </a:lnTo>
                    <a:lnTo>
                      <a:pt x="161937" y="1433995"/>
                    </a:lnTo>
                    <a:lnTo>
                      <a:pt x="170091" y="1436128"/>
                    </a:lnTo>
                    <a:lnTo>
                      <a:pt x="178701" y="1434579"/>
                    </a:lnTo>
                    <a:lnTo>
                      <a:pt x="187667" y="1428305"/>
                    </a:lnTo>
                    <a:lnTo>
                      <a:pt x="188150" y="1425460"/>
                    </a:lnTo>
                    <a:close/>
                  </a:path>
                  <a:path w="713739" h="1505585">
                    <a:moveTo>
                      <a:pt x="203873" y="568261"/>
                    </a:moveTo>
                    <a:lnTo>
                      <a:pt x="194589" y="568261"/>
                    </a:lnTo>
                    <a:lnTo>
                      <a:pt x="194589" y="577507"/>
                    </a:lnTo>
                    <a:lnTo>
                      <a:pt x="194589" y="605332"/>
                    </a:lnTo>
                    <a:lnTo>
                      <a:pt x="174790" y="605332"/>
                    </a:lnTo>
                    <a:lnTo>
                      <a:pt x="172097" y="616318"/>
                    </a:lnTo>
                    <a:lnTo>
                      <a:pt x="169176" y="623443"/>
                    </a:lnTo>
                    <a:lnTo>
                      <a:pt x="163245" y="633082"/>
                    </a:lnTo>
                    <a:lnTo>
                      <a:pt x="177203" y="647026"/>
                    </a:lnTo>
                    <a:lnTo>
                      <a:pt x="177355" y="647026"/>
                    </a:lnTo>
                    <a:lnTo>
                      <a:pt x="157645" y="666788"/>
                    </a:lnTo>
                    <a:lnTo>
                      <a:pt x="155270" y="664413"/>
                    </a:lnTo>
                    <a:lnTo>
                      <a:pt x="143611" y="652754"/>
                    </a:lnTo>
                    <a:lnTo>
                      <a:pt x="133934" y="658647"/>
                    </a:lnTo>
                    <a:lnTo>
                      <a:pt x="126860" y="661606"/>
                    </a:lnTo>
                    <a:lnTo>
                      <a:pt x="115836" y="664260"/>
                    </a:lnTo>
                    <a:lnTo>
                      <a:pt x="115836" y="684098"/>
                    </a:lnTo>
                    <a:lnTo>
                      <a:pt x="88049" y="684098"/>
                    </a:lnTo>
                    <a:lnTo>
                      <a:pt x="88049" y="664413"/>
                    </a:lnTo>
                    <a:lnTo>
                      <a:pt x="88049" y="664260"/>
                    </a:lnTo>
                    <a:lnTo>
                      <a:pt x="77025" y="661606"/>
                    </a:lnTo>
                    <a:lnTo>
                      <a:pt x="69951" y="658647"/>
                    </a:lnTo>
                    <a:lnTo>
                      <a:pt x="60274" y="652754"/>
                    </a:lnTo>
                    <a:lnTo>
                      <a:pt x="46240" y="666788"/>
                    </a:lnTo>
                    <a:lnTo>
                      <a:pt x="26517" y="647026"/>
                    </a:lnTo>
                    <a:lnTo>
                      <a:pt x="26657" y="647026"/>
                    </a:lnTo>
                    <a:lnTo>
                      <a:pt x="40627" y="633082"/>
                    </a:lnTo>
                    <a:lnTo>
                      <a:pt x="34696" y="623443"/>
                    </a:lnTo>
                    <a:lnTo>
                      <a:pt x="31775" y="616318"/>
                    </a:lnTo>
                    <a:lnTo>
                      <a:pt x="29095" y="605332"/>
                    </a:lnTo>
                    <a:lnTo>
                      <a:pt x="9245" y="605332"/>
                    </a:lnTo>
                    <a:lnTo>
                      <a:pt x="9245" y="577507"/>
                    </a:lnTo>
                    <a:lnTo>
                      <a:pt x="29095" y="577507"/>
                    </a:lnTo>
                    <a:lnTo>
                      <a:pt x="31775" y="566534"/>
                    </a:lnTo>
                    <a:lnTo>
                      <a:pt x="34696" y="559409"/>
                    </a:lnTo>
                    <a:lnTo>
                      <a:pt x="40627" y="549770"/>
                    </a:lnTo>
                    <a:lnTo>
                      <a:pt x="26555" y="535749"/>
                    </a:lnTo>
                    <a:lnTo>
                      <a:pt x="46240" y="516064"/>
                    </a:lnTo>
                    <a:lnTo>
                      <a:pt x="60274" y="530098"/>
                    </a:lnTo>
                    <a:lnTo>
                      <a:pt x="68249" y="525221"/>
                    </a:lnTo>
                    <a:lnTo>
                      <a:pt x="73380" y="522859"/>
                    </a:lnTo>
                    <a:lnTo>
                      <a:pt x="78765" y="521081"/>
                    </a:lnTo>
                    <a:lnTo>
                      <a:pt x="78765" y="540918"/>
                    </a:lnTo>
                    <a:lnTo>
                      <a:pt x="78765" y="551281"/>
                    </a:lnTo>
                    <a:lnTo>
                      <a:pt x="78765" y="631494"/>
                    </a:lnTo>
                    <a:lnTo>
                      <a:pt x="69316" y="624255"/>
                    </a:lnTo>
                    <a:lnTo>
                      <a:pt x="62001" y="614870"/>
                    </a:lnTo>
                    <a:lnTo>
                      <a:pt x="61874" y="614591"/>
                    </a:lnTo>
                    <a:lnTo>
                      <a:pt x="57277" y="603770"/>
                    </a:lnTo>
                    <a:lnTo>
                      <a:pt x="55600" y="591413"/>
                    </a:lnTo>
                    <a:lnTo>
                      <a:pt x="57213" y="579183"/>
                    </a:lnTo>
                    <a:lnTo>
                      <a:pt x="61836" y="568083"/>
                    </a:lnTo>
                    <a:lnTo>
                      <a:pt x="69126" y="558622"/>
                    </a:lnTo>
                    <a:lnTo>
                      <a:pt x="78765" y="551281"/>
                    </a:lnTo>
                    <a:lnTo>
                      <a:pt x="78765" y="540918"/>
                    </a:lnTo>
                    <a:lnTo>
                      <a:pt x="65366" y="549516"/>
                    </a:lnTo>
                    <a:lnTo>
                      <a:pt x="55130" y="561301"/>
                    </a:lnTo>
                    <a:lnTo>
                      <a:pt x="48602" y="575513"/>
                    </a:lnTo>
                    <a:lnTo>
                      <a:pt x="46316" y="591413"/>
                    </a:lnTo>
                    <a:lnTo>
                      <a:pt x="50698" y="613054"/>
                    </a:lnTo>
                    <a:lnTo>
                      <a:pt x="62623" y="630732"/>
                    </a:lnTo>
                    <a:lnTo>
                      <a:pt x="80302" y="642658"/>
                    </a:lnTo>
                    <a:lnTo>
                      <a:pt x="101917" y="647026"/>
                    </a:lnTo>
                    <a:lnTo>
                      <a:pt x="123545" y="642658"/>
                    </a:lnTo>
                    <a:lnTo>
                      <a:pt x="130771" y="637768"/>
                    </a:lnTo>
                    <a:lnTo>
                      <a:pt x="140093" y="631494"/>
                    </a:lnTo>
                    <a:lnTo>
                      <a:pt x="141224" y="630732"/>
                    </a:lnTo>
                    <a:lnTo>
                      <a:pt x="153149" y="613054"/>
                    </a:lnTo>
                    <a:lnTo>
                      <a:pt x="157518" y="591413"/>
                    </a:lnTo>
                    <a:lnTo>
                      <a:pt x="155244" y="575513"/>
                    </a:lnTo>
                    <a:lnTo>
                      <a:pt x="148742" y="561301"/>
                    </a:lnTo>
                    <a:lnTo>
                      <a:pt x="148272" y="560768"/>
                    </a:lnTo>
                    <a:lnTo>
                      <a:pt x="148272" y="591413"/>
                    </a:lnTo>
                    <a:lnTo>
                      <a:pt x="146596" y="603770"/>
                    </a:lnTo>
                    <a:lnTo>
                      <a:pt x="141871" y="614870"/>
                    </a:lnTo>
                    <a:lnTo>
                      <a:pt x="134556" y="624255"/>
                    </a:lnTo>
                    <a:lnTo>
                      <a:pt x="125120" y="631494"/>
                    </a:lnTo>
                    <a:lnTo>
                      <a:pt x="125120" y="568261"/>
                    </a:lnTo>
                    <a:lnTo>
                      <a:pt x="115836" y="568261"/>
                    </a:lnTo>
                    <a:lnTo>
                      <a:pt x="115836" y="635609"/>
                    </a:lnTo>
                    <a:lnTo>
                      <a:pt x="111442" y="637019"/>
                    </a:lnTo>
                    <a:lnTo>
                      <a:pt x="106781" y="637768"/>
                    </a:lnTo>
                    <a:lnTo>
                      <a:pt x="97091" y="637768"/>
                    </a:lnTo>
                    <a:lnTo>
                      <a:pt x="92430" y="637019"/>
                    </a:lnTo>
                    <a:lnTo>
                      <a:pt x="88049" y="635609"/>
                    </a:lnTo>
                    <a:lnTo>
                      <a:pt x="88049" y="631494"/>
                    </a:lnTo>
                    <a:lnTo>
                      <a:pt x="88049" y="551192"/>
                    </a:lnTo>
                    <a:lnTo>
                      <a:pt x="88049" y="521081"/>
                    </a:lnTo>
                    <a:lnTo>
                      <a:pt x="88049" y="518439"/>
                    </a:lnTo>
                    <a:lnTo>
                      <a:pt x="88049" y="484174"/>
                    </a:lnTo>
                    <a:lnTo>
                      <a:pt x="85394" y="482904"/>
                    </a:lnTo>
                    <a:lnTo>
                      <a:pt x="76517" y="477367"/>
                    </a:lnTo>
                    <a:lnTo>
                      <a:pt x="70091" y="470382"/>
                    </a:lnTo>
                    <a:lnTo>
                      <a:pt x="66179" y="462038"/>
                    </a:lnTo>
                    <a:lnTo>
                      <a:pt x="64858" y="452437"/>
                    </a:lnTo>
                    <a:lnTo>
                      <a:pt x="66154" y="442709"/>
                    </a:lnTo>
                    <a:lnTo>
                      <a:pt x="69888" y="433844"/>
                    </a:lnTo>
                    <a:lnTo>
                      <a:pt x="75717" y="426250"/>
                    </a:lnTo>
                    <a:lnTo>
                      <a:pt x="83388" y="420344"/>
                    </a:lnTo>
                    <a:lnTo>
                      <a:pt x="83388" y="451129"/>
                    </a:lnTo>
                    <a:lnTo>
                      <a:pt x="101917" y="457301"/>
                    </a:lnTo>
                    <a:lnTo>
                      <a:pt x="120459" y="451129"/>
                    </a:lnTo>
                    <a:lnTo>
                      <a:pt x="120459" y="447535"/>
                    </a:lnTo>
                    <a:lnTo>
                      <a:pt x="120459" y="420344"/>
                    </a:lnTo>
                    <a:lnTo>
                      <a:pt x="128117" y="426250"/>
                    </a:lnTo>
                    <a:lnTo>
                      <a:pt x="133959" y="433844"/>
                    </a:lnTo>
                    <a:lnTo>
                      <a:pt x="137680" y="442709"/>
                    </a:lnTo>
                    <a:lnTo>
                      <a:pt x="138988" y="452437"/>
                    </a:lnTo>
                    <a:lnTo>
                      <a:pt x="137668" y="462038"/>
                    </a:lnTo>
                    <a:lnTo>
                      <a:pt x="133769" y="470382"/>
                    </a:lnTo>
                    <a:lnTo>
                      <a:pt x="127355" y="477367"/>
                    </a:lnTo>
                    <a:lnTo>
                      <a:pt x="118465" y="482904"/>
                    </a:lnTo>
                    <a:lnTo>
                      <a:pt x="115836" y="484174"/>
                    </a:lnTo>
                    <a:lnTo>
                      <a:pt x="115836" y="558977"/>
                    </a:lnTo>
                    <a:lnTo>
                      <a:pt x="125120" y="558977"/>
                    </a:lnTo>
                    <a:lnTo>
                      <a:pt x="125120" y="551281"/>
                    </a:lnTo>
                    <a:lnTo>
                      <a:pt x="134759" y="558622"/>
                    </a:lnTo>
                    <a:lnTo>
                      <a:pt x="142049" y="568083"/>
                    </a:lnTo>
                    <a:lnTo>
                      <a:pt x="142125" y="568261"/>
                    </a:lnTo>
                    <a:lnTo>
                      <a:pt x="146659" y="579183"/>
                    </a:lnTo>
                    <a:lnTo>
                      <a:pt x="148272" y="591413"/>
                    </a:lnTo>
                    <a:lnTo>
                      <a:pt x="148272" y="560768"/>
                    </a:lnTo>
                    <a:lnTo>
                      <a:pt x="139992" y="551192"/>
                    </a:lnTo>
                    <a:lnTo>
                      <a:pt x="138531" y="549516"/>
                    </a:lnTo>
                    <a:lnTo>
                      <a:pt x="125120" y="540918"/>
                    </a:lnTo>
                    <a:lnTo>
                      <a:pt x="125120" y="521081"/>
                    </a:lnTo>
                    <a:lnTo>
                      <a:pt x="130492" y="522859"/>
                    </a:lnTo>
                    <a:lnTo>
                      <a:pt x="135623" y="525221"/>
                    </a:lnTo>
                    <a:lnTo>
                      <a:pt x="143611" y="530098"/>
                    </a:lnTo>
                    <a:lnTo>
                      <a:pt x="152628" y="521081"/>
                    </a:lnTo>
                    <a:lnTo>
                      <a:pt x="155270" y="518439"/>
                    </a:lnTo>
                    <a:lnTo>
                      <a:pt x="157645" y="516064"/>
                    </a:lnTo>
                    <a:lnTo>
                      <a:pt x="177279" y="535749"/>
                    </a:lnTo>
                    <a:lnTo>
                      <a:pt x="163245" y="549770"/>
                    </a:lnTo>
                    <a:lnTo>
                      <a:pt x="165150" y="552894"/>
                    </a:lnTo>
                    <a:lnTo>
                      <a:pt x="169176" y="559409"/>
                    </a:lnTo>
                    <a:lnTo>
                      <a:pt x="172097" y="566534"/>
                    </a:lnTo>
                    <a:lnTo>
                      <a:pt x="174790" y="577507"/>
                    </a:lnTo>
                    <a:lnTo>
                      <a:pt x="194589" y="577507"/>
                    </a:lnTo>
                    <a:lnTo>
                      <a:pt x="194589" y="568261"/>
                    </a:lnTo>
                    <a:lnTo>
                      <a:pt x="181978" y="568261"/>
                    </a:lnTo>
                    <a:lnTo>
                      <a:pt x="181927" y="568083"/>
                    </a:lnTo>
                    <a:lnTo>
                      <a:pt x="180289" y="562330"/>
                    </a:lnTo>
                    <a:lnTo>
                      <a:pt x="177901" y="556602"/>
                    </a:lnTo>
                    <a:lnTo>
                      <a:pt x="174917" y="551192"/>
                    </a:lnTo>
                    <a:lnTo>
                      <a:pt x="190398" y="535749"/>
                    </a:lnTo>
                    <a:lnTo>
                      <a:pt x="170726" y="516064"/>
                    </a:lnTo>
                    <a:lnTo>
                      <a:pt x="157645" y="502983"/>
                    </a:lnTo>
                    <a:lnTo>
                      <a:pt x="142138" y="518439"/>
                    </a:lnTo>
                    <a:lnTo>
                      <a:pt x="136728" y="515467"/>
                    </a:lnTo>
                    <a:lnTo>
                      <a:pt x="131000" y="513130"/>
                    </a:lnTo>
                    <a:lnTo>
                      <a:pt x="125120" y="511441"/>
                    </a:lnTo>
                    <a:lnTo>
                      <a:pt x="125120" y="489940"/>
                    </a:lnTo>
                    <a:lnTo>
                      <a:pt x="148272" y="452437"/>
                    </a:lnTo>
                    <a:lnTo>
                      <a:pt x="146050" y="438264"/>
                    </a:lnTo>
                    <a:lnTo>
                      <a:pt x="117373" y="408774"/>
                    </a:lnTo>
                    <a:lnTo>
                      <a:pt x="111213" y="406603"/>
                    </a:lnTo>
                    <a:lnTo>
                      <a:pt x="111213" y="444449"/>
                    </a:lnTo>
                    <a:lnTo>
                      <a:pt x="101917" y="447535"/>
                    </a:lnTo>
                    <a:lnTo>
                      <a:pt x="92671" y="444449"/>
                    </a:lnTo>
                    <a:lnTo>
                      <a:pt x="92671" y="420344"/>
                    </a:lnTo>
                    <a:lnTo>
                      <a:pt x="92671" y="406603"/>
                    </a:lnTo>
                    <a:lnTo>
                      <a:pt x="57835" y="438264"/>
                    </a:lnTo>
                    <a:lnTo>
                      <a:pt x="55600" y="452437"/>
                    </a:lnTo>
                    <a:lnTo>
                      <a:pt x="57111" y="464019"/>
                    </a:lnTo>
                    <a:lnTo>
                      <a:pt x="61569" y="474256"/>
                    </a:lnTo>
                    <a:lnTo>
                      <a:pt x="68783" y="482904"/>
                    </a:lnTo>
                    <a:lnTo>
                      <a:pt x="70548" y="484174"/>
                    </a:lnTo>
                    <a:lnTo>
                      <a:pt x="78765" y="489940"/>
                    </a:lnTo>
                    <a:lnTo>
                      <a:pt x="78765" y="511441"/>
                    </a:lnTo>
                    <a:lnTo>
                      <a:pt x="72834" y="513130"/>
                    </a:lnTo>
                    <a:lnTo>
                      <a:pt x="67144" y="515467"/>
                    </a:lnTo>
                    <a:lnTo>
                      <a:pt x="61722" y="518439"/>
                    </a:lnTo>
                    <a:lnTo>
                      <a:pt x="59347" y="516064"/>
                    </a:lnTo>
                    <a:lnTo>
                      <a:pt x="46240" y="502983"/>
                    </a:lnTo>
                    <a:lnTo>
                      <a:pt x="13474" y="535749"/>
                    </a:lnTo>
                    <a:lnTo>
                      <a:pt x="28968" y="551192"/>
                    </a:lnTo>
                    <a:lnTo>
                      <a:pt x="25958" y="556602"/>
                    </a:lnTo>
                    <a:lnTo>
                      <a:pt x="23596" y="562330"/>
                    </a:lnTo>
                    <a:lnTo>
                      <a:pt x="21894" y="568261"/>
                    </a:lnTo>
                    <a:lnTo>
                      <a:pt x="0" y="568261"/>
                    </a:lnTo>
                    <a:lnTo>
                      <a:pt x="0" y="614591"/>
                    </a:lnTo>
                    <a:lnTo>
                      <a:pt x="21894" y="614591"/>
                    </a:lnTo>
                    <a:lnTo>
                      <a:pt x="21983" y="614870"/>
                    </a:lnTo>
                    <a:lnTo>
                      <a:pt x="23596" y="620509"/>
                    </a:lnTo>
                    <a:lnTo>
                      <a:pt x="25958" y="626237"/>
                    </a:lnTo>
                    <a:lnTo>
                      <a:pt x="28968" y="631647"/>
                    </a:lnTo>
                    <a:lnTo>
                      <a:pt x="13550" y="647026"/>
                    </a:lnTo>
                    <a:lnTo>
                      <a:pt x="13411" y="647026"/>
                    </a:lnTo>
                    <a:lnTo>
                      <a:pt x="46240" y="679907"/>
                    </a:lnTo>
                    <a:lnTo>
                      <a:pt x="59347" y="666788"/>
                    </a:lnTo>
                    <a:lnTo>
                      <a:pt x="61722" y="664413"/>
                    </a:lnTo>
                    <a:lnTo>
                      <a:pt x="67144" y="667372"/>
                    </a:lnTo>
                    <a:lnTo>
                      <a:pt x="72834" y="669747"/>
                    </a:lnTo>
                    <a:lnTo>
                      <a:pt x="78765" y="671487"/>
                    </a:lnTo>
                    <a:lnTo>
                      <a:pt x="78765" y="693343"/>
                    </a:lnTo>
                    <a:lnTo>
                      <a:pt x="125120" y="693343"/>
                    </a:lnTo>
                    <a:lnTo>
                      <a:pt x="125120" y="684098"/>
                    </a:lnTo>
                    <a:lnTo>
                      <a:pt x="125120" y="671487"/>
                    </a:lnTo>
                    <a:lnTo>
                      <a:pt x="131051" y="669747"/>
                    </a:lnTo>
                    <a:lnTo>
                      <a:pt x="136728" y="667372"/>
                    </a:lnTo>
                    <a:lnTo>
                      <a:pt x="142138" y="664413"/>
                    </a:lnTo>
                    <a:lnTo>
                      <a:pt x="157645" y="679907"/>
                    </a:lnTo>
                    <a:lnTo>
                      <a:pt x="170738" y="666788"/>
                    </a:lnTo>
                    <a:lnTo>
                      <a:pt x="190474" y="647026"/>
                    </a:lnTo>
                    <a:lnTo>
                      <a:pt x="190334" y="647026"/>
                    </a:lnTo>
                    <a:lnTo>
                      <a:pt x="174917" y="631647"/>
                    </a:lnTo>
                    <a:lnTo>
                      <a:pt x="175006" y="631494"/>
                    </a:lnTo>
                    <a:lnTo>
                      <a:pt x="177901" y="626237"/>
                    </a:lnTo>
                    <a:lnTo>
                      <a:pt x="180289" y="620509"/>
                    </a:lnTo>
                    <a:lnTo>
                      <a:pt x="181978" y="614591"/>
                    </a:lnTo>
                    <a:lnTo>
                      <a:pt x="203873" y="614591"/>
                    </a:lnTo>
                    <a:lnTo>
                      <a:pt x="203873" y="568261"/>
                    </a:lnTo>
                    <a:close/>
                  </a:path>
                  <a:path w="713739" h="1505585">
                    <a:moveTo>
                      <a:pt x="386054" y="1327670"/>
                    </a:moveTo>
                    <a:lnTo>
                      <a:pt x="384594" y="1314970"/>
                    </a:lnTo>
                    <a:lnTo>
                      <a:pt x="384162" y="1311160"/>
                    </a:lnTo>
                    <a:lnTo>
                      <a:pt x="377355" y="1306080"/>
                    </a:lnTo>
                    <a:lnTo>
                      <a:pt x="376047" y="1306080"/>
                    </a:lnTo>
                    <a:lnTo>
                      <a:pt x="376047" y="1317510"/>
                    </a:lnTo>
                    <a:lnTo>
                      <a:pt x="376047" y="1325130"/>
                    </a:lnTo>
                    <a:lnTo>
                      <a:pt x="372973" y="1328940"/>
                    </a:lnTo>
                    <a:lnTo>
                      <a:pt x="365391" y="1328940"/>
                    </a:lnTo>
                    <a:lnTo>
                      <a:pt x="363689" y="1326845"/>
                    </a:lnTo>
                    <a:lnTo>
                      <a:pt x="363689" y="1336560"/>
                    </a:lnTo>
                    <a:lnTo>
                      <a:pt x="357124" y="1367040"/>
                    </a:lnTo>
                    <a:lnTo>
                      <a:pt x="343141" y="1360690"/>
                    </a:lnTo>
                    <a:lnTo>
                      <a:pt x="343141" y="1342910"/>
                    </a:lnTo>
                    <a:lnTo>
                      <a:pt x="343141" y="1335290"/>
                    </a:lnTo>
                    <a:lnTo>
                      <a:pt x="341083" y="1334020"/>
                    </a:lnTo>
                    <a:lnTo>
                      <a:pt x="324840" y="1334020"/>
                    </a:lnTo>
                    <a:lnTo>
                      <a:pt x="324840" y="1316240"/>
                    </a:lnTo>
                    <a:lnTo>
                      <a:pt x="331990" y="1313700"/>
                    </a:lnTo>
                    <a:lnTo>
                      <a:pt x="336740" y="1307350"/>
                    </a:lnTo>
                    <a:lnTo>
                      <a:pt x="336664" y="1306080"/>
                    </a:lnTo>
                    <a:lnTo>
                      <a:pt x="336575" y="1304810"/>
                    </a:lnTo>
                    <a:lnTo>
                      <a:pt x="336499" y="1303540"/>
                    </a:lnTo>
                    <a:lnTo>
                      <a:pt x="336423" y="1302270"/>
                    </a:lnTo>
                    <a:lnTo>
                      <a:pt x="335788" y="1292110"/>
                    </a:lnTo>
                    <a:lnTo>
                      <a:pt x="330250" y="1285760"/>
                    </a:lnTo>
                    <a:lnTo>
                      <a:pt x="327126" y="1285494"/>
                    </a:lnTo>
                    <a:lnTo>
                      <a:pt x="327126" y="1297190"/>
                    </a:lnTo>
                    <a:lnTo>
                      <a:pt x="327126" y="1304810"/>
                    </a:lnTo>
                    <a:lnTo>
                      <a:pt x="324053" y="1307350"/>
                    </a:lnTo>
                    <a:lnTo>
                      <a:pt x="316471" y="1307350"/>
                    </a:lnTo>
                    <a:lnTo>
                      <a:pt x="315671" y="1306703"/>
                    </a:lnTo>
                    <a:lnTo>
                      <a:pt x="315671" y="1316240"/>
                    </a:lnTo>
                    <a:lnTo>
                      <a:pt x="315671" y="1334020"/>
                    </a:lnTo>
                    <a:lnTo>
                      <a:pt x="296672" y="1334020"/>
                    </a:lnTo>
                    <a:lnTo>
                      <a:pt x="295871" y="1331480"/>
                    </a:lnTo>
                    <a:lnTo>
                      <a:pt x="295084" y="1328940"/>
                    </a:lnTo>
                    <a:lnTo>
                      <a:pt x="291058" y="1325130"/>
                    </a:lnTo>
                    <a:lnTo>
                      <a:pt x="288163" y="1323721"/>
                    </a:lnTo>
                    <a:lnTo>
                      <a:pt x="288163" y="1334020"/>
                    </a:lnTo>
                    <a:lnTo>
                      <a:pt x="288163" y="1341640"/>
                    </a:lnTo>
                    <a:lnTo>
                      <a:pt x="285089" y="1345450"/>
                    </a:lnTo>
                    <a:lnTo>
                      <a:pt x="277495" y="1345450"/>
                    </a:lnTo>
                    <a:lnTo>
                      <a:pt x="274421" y="1341640"/>
                    </a:lnTo>
                    <a:lnTo>
                      <a:pt x="274421" y="1334020"/>
                    </a:lnTo>
                    <a:lnTo>
                      <a:pt x="277495" y="1331480"/>
                    </a:lnTo>
                    <a:lnTo>
                      <a:pt x="285089" y="1331480"/>
                    </a:lnTo>
                    <a:lnTo>
                      <a:pt x="288163" y="1334020"/>
                    </a:lnTo>
                    <a:lnTo>
                      <a:pt x="288163" y="1323721"/>
                    </a:lnTo>
                    <a:lnTo>
                      <a:pt x="285877" y="1322590"/>
                    </a:lnTo>
                    <a:lnTo>
                      <a:pt x="285877" y="1303540"/>
                    </a:lnTo>
                    <a:lnTo>
                      <a:pt x="304533" y="1303540"/>
                    </a:lnTo>
                    <a:lnTo>
                      <a:pt x="305676" y="1309890"/>
                    </a:lnTo>
                    <a:lnTo>
                      <a:pt x="309943" y="1314970"/>
                    </a:lnTo>
                    <a:lnTo>
                      <a:pt x="315671" y="1316240"/>
                    </a:lnTo>
                    <a:lnTo>
                      <a:pt x="315671" y="1306703"/>
                    </a:lnTo>
                    <a:lnTo>
                      <a:pt x="313385" y="1304810"/>
                    </a:lnTo>
                    <a:lnTo>
                      <a:pt x="313385" y="1297190"/>
                    </a:lnTo>
                    <a:lnTo>
                      <a:pt x="316471" y="1294650"/>
                    </a:lnTo>
                    <a:lnTo>
                      <a:pt x="324053" y="1294650"/>
                    </a:lnTo>
                    <a:lnTo>
                      <a:pt x="327126" y="1297190"/>
                    </a:lnTo>
                    <a:lnTo>
                      <a:pt x="327126" y="1285494"/>
                    </a:lnTo>
                    <a:lnTo>
                      <a:pt x="315518" y="1284490"/>
                    </a:lnTo>
                    <a:lnTo>
                      <a:pt x="308279" y="1288300"/>
                    </a:lnTo>
                    <a:lnTo>
                      <a:pt x="305435" y="1294650"/>
                    </a:lnTo>
                    <a:lnTo>
                      <a:pt x="276707" y="1294650"/>
                    </a:lnTo>
                    <a:lnTo>
                      <a:pt x="276707" y="1303540"/>
                    </a:lnTo>
                    <a:lnTo>
                      <a:pt x="276707" y="1322590"/>
                    </a:lnTo>
                    <a:lnTo>
                      <a:pt x="269913" y="1325130"/>
                    </a:lnTo>
                    <a:lnTo>
                      <a:pt x="265239" y="1331480"/>
                    </a:lnTo>
                    <a:lnTo>
                      <a:pt x="265239" y="1345450"/>
                    </a:lnTo>
                    <a:lnTo>
                      <a:pt x="269913" y="1351800"/>
                    </a:lnTo>
                    <a:lnTo>
                      <a:pt x="276707" y="1354340"/>
                    </a:lnTo>
                    <a:lnTo>
                      <a:pt x="276707" y="1360690"/>
                    </a:lnTo>
                    <a:lnTo>
                      <a:pt x="248412" y="1360690"/>
                    </a:lnTo>
                    <a:lnTo>
                      <a:pt x="248412" y="1280680"/>
                    </a:lnTo>
                    <a:lnTo>
                      <a:pt x="257581" y="1280680"/>
                    </a:lnTo>
                    <a:lnTo>
                      <a:pt x="257581" y="1302270"/>
                    </a:lnTo>
                    <a:lnTo>
                      <a:pt x="259638" y="1303540"/>
                    </a:lnTo>
                    <a:lnTo>
                      <a:pt x="276707" y="1303540"/>
                    </a:lnTo>
                    <a:lnTo>
                      <a:pt x="276707" y="1294650"/>
                    </a:lnTo>
                    <a:lnTo>
                      <a:pt x="266750" y="1294650"/>
                    </a:lnTo>
                    <a:lnTo>
                      <a:pt x="266750" y="1280680"/>
                    </a:lnTo>
                    <a:lnTo>
                      <a:pt x="266750" y="1273060"/>
                    </a:lnTo>
                    <a:lnTo>
                      <a:pt x="264693" y="1270520"/>
                    </a:lnTo>
                    <a:lnTo>
                      <a:pt x="248412" y="1270520"/>
                    </a:lnTo>
                    <a:lnTo>
                      <a:pt x="248412" y="1259090"/>
                    </a:lnTo>
                    <a:lnTo>
                      <a:pt x="252056" y="1243850"/>
                    </a:lnTo>
                    <a:lnTo>
                      <a:pt x="265493" y="1234960"/>
                    </a:lnTo>
                    <a:lnTo>
                      <a:pt x="268325" y="1240040"/>
                    </a:lnTo>
                    <a:lnTo>
                      <a:pt x="274142" y="1243850"/>
                    </a:lnTo>
                    <a:lnTo>
                      <a:pt x="286588" y="1243850"/>
                    </a:lnTo>
                    <a:lnTo>
                      <a:pt x="292087" y="1240040"/>
                    </a:lnTo>
                    <a:lnTo>
                      <a:pt x="294538" y="1233690"/>
                    </a:lnTo>
                    <a:lnTo>
                      <a:pt x="306184" y="1238770"/>
                    </a:lnTo>
                    <a:lnTo>
                      <a:pt x="311531" y="1273060"/>
                    </a:lnTo>
                    <a:lnTo>
                      <a:pt x="313893" y="1274330"/>
                    </a:lnTo>
                    <a:lnTo>
                      <a:pt x="318871" y="1274330"/>
                    </a:lnTo>
                    <a:lnTo>
                      <a:pt x="320611" y="1271790"/>
                    </a:lnTo>
                    <a:lnTo>
                      <a:pt x="318363" y="1256550"/>
                    </a:lnTo>
                    <a:lnTo>
                      <a:pt x="326263" y="1260360"/>
                    </a:lnTo>
                    <a:lnTo>
                      <a:pt x="322351" y="1265440"/>
                    </a:lnTo>
                    <a:lnTo>
                      <a:pt x="322313" y="1273060"/>
                    </a:lnTo>
                    <a:lnTo>
                      <a:pt x="329895" y="1284490"/>
                    </a:lnTo>
                    <a:lnTo>
                      <a:pt x="336778" y="1287030"/>
                    </a:lnTo>
                    <a:lnTo>
                      <a:pt x="343293" y="1285760"/>
                    </a:lnTo>
                    <a:lnTo>
                      <a:pt x="360006" y="1308620"/>
                    </a:lnTo>
                    <a:lnTo>
                      <a:pt x="355066" y="1312430"/>
                    </a:lnTo>
                    <a:lnTo>
                      <a:pt x="352463" y="1317510"/>
                    </a:lnTo>
                    <a:lnTo>
                      <a:pt x="354050" y="1330210"/>
                    </a:lnTo>
                    <a:lnTo>
                      <a:pt x="358076" y="1335290"/>
                    </a:lnTo>
                    <a:lnTo>
                      <a:pt x="363689" y="1336560"/>
                    </a:lnTo>
                    <a:lnTo>
                      <a:pt x="363689" y="1326845"/>
                    </a:lnTo>
                    <a:lnTo>
                      <a:pt x="362305" y="1325130"/>
                    </a:lnTo>
                    <a:lnTo>
                      <a:pt x="362305" y="1317510"/>
                    </a:lnTo>
                    <a:lnTo>
                      <a:pt x="365391" y="1314970"/>
                    </a:lnTo>
                    <a:lnTo>
                      <a:pt x="372973" y="1314970"/>
                    </a:lnTo>
                    <a:lnTo>
                      <a:pt x="376047" y="1317510"/>
                    </a:lnTo>
                    <a:lnTo>
                      <a:pt x="376047" y="1306080"/>
                    </a:lnTo>
                    <a:lnTo>
                      <a:pt x="369227" y="1306080"/>
                    </a:lnTo>
                    <a:lnTo>
                      <a:pt x="354799" y="1285760"/>
                    </a:lnTo>
                    <a:lnTo>
                      <a:pt x="351193" y="1280680"/>
                    </a:lnTo>
                    <a:lnTo>
                      <a:pt x="354812" y="1276870"/>
                    </a:lnTo>
                    <a:lnTo>
                      <a:pt x="356019" y="1275600"/>
                    </a:lnTo>
                    <a:lnTo>
                      <a:pt x="356806" y="1267980"/>
                    </a:lnTo>
                    <a:lnTo>
                      <a:pt x="353834" y="1262900"/>
                    </a:lnTo>
                    <a:lnTo>
                      <a:pt x="350126" y="1256550"/>
                    </a:lnTo>
                    <a:lnTo>
                      <a:pt x="349389" y="1255280"/>
                    </a:lnTo>
                    <a:lnTo>
                      <a:pt x="346252" y="1254188"/>
                    </a:lnTo>
                    <a:lnTo>
                      <a:pt x="346252" y="1273060"/>
                    </a:lnTo>
                    <a:lnTo>
                      <a:pt x="343179" y="1276870"/>
                    </a:lnTo>
                    <a:lnTo>
                      <a:pt x="335559" y="1276870"/>
                    </a:lnTo>
                    <a:lnTo>
                      <a:pt x="332473" y="1273060"/>
                    </a:lnTo>
                    <a:lnTo>
                      <a:pt x="332473" y="1265440"/>
                    </a:lnTo>
                    <a:lnTo>
                      <a:pt x="335559" y="1262900"/>
                    </a:lnTo>
                    <a:lnTo>
                      <a:pt x="343179" y="1262900"/>
                    </a:lnTo>
                    <a:lnTo>
                      <a:pt x="346214" y="1265440"/>
                    </a:lnTo>
                    <a:lnTo>
                      <a:pt x="346252" y="1273060"/>
                    </a:lnTo>
                    <a:lnTo>
                      <a:pt x="346252" y="1254188"/>
                    </a:lnTo>
                    <a:lnTo>
                      <a:pt x="345744" y="1254010"/>
                    </a:lnTo>
                    <a:lnTo>
                      <a:pt x="342112" y="1252740"/>
                    </a:lnTo>
                    <a:lnTo>
                      <a:pt x="335191" y="1254010"/>
                    </a:lnTo>
                    <a:lnTo>
                      <a:pt x="316699" y="1246390"/>
                    </a:lnTo>
                    <a:lnTo>
                      <a:pt x="314794" y="1233690"/>
                    </a:lnTo>
                    <a:lnTo>
                      <a:pt x="314604" y="1232420"/>
                    </a:lnTo>
                    <a:lnTo>
                      <a:pt x="313537" y="1231150"/>
                    </a:lnTo>
                    <a:lnTo>
                      <a:pt x="295478" y="1224800"/>
                    </a:lnTo>
                    <a:lnTo>
                      <a:pt x="294703" y="1220990"/>
                    </a:lnTo>
                    <a:lnTo>
                      <a:pt x="293941" y="1217180"/>
                    </a:lnTo>
                    <a:lnTo>
                      <a:pt x="287172" y="1212100"/>
                    </a:lnTo>
                    <a:lnTo>
                      <a:pt x="286626" y="1212100"/>
                    </a:lnTo>
                    <a:lnTo>
                      <a:pt x="286626" y="1223530"/>
                    </a:lnTo>
                    <a:lnTo>
                      <a:pt x="286626" y="1231150"/>
                    </a:lnTo>
                    <a:lnTo>
                      <a:pt x="283540" y="1234960"/>
                    </a:lnTo>
                    <a:lnTo>
                      <a:pt x="275958" y="1234960"/>
                    </a:lnTo>
                    <a:lnTo>
                      <a:pt x="272872" y="1231150"/>
                    </a:lnTo>
                    <a:lnTo>
                      <a:pt x="272872" y="1223530"/>
                    </a:lnTo>
                    <a:lnTo>
                      <a:pt x="275958" y="1220990"/>
                    </a:lnTo>
                    <a:lnTo>
                      <a:pt x="283540" y="1220990"/>
                    </a:lnTo>
                    <a:lnTo>
                      <a:pt x="286626" y="1223530"/>
                    </a:lnTo>
                    <a:lnTo>
                      <a:pt x="286626" y="1212100"/>
                    </a:lnTo>
                    <a:lnTo>
                      <a:pt x="271729" y="1212100"/>
                    </a:lnTo>
                    <a:lnTo>
                      <a:pt x="265201" y="1217180"/>
                    </a:lnTo>
                    <a:lnTo>
                      <a:pt x="263944" y="1224800"/>
                    </a:lnTo>
                    <a:lnTo>
                      <a:pt x="245529" y="1237500"/>
                    </a:lnTo>
                    <a:lnTo>
                      <a:pt x="244538" y="1237500"/>
                    </a:lnTo>
                    <a:lnTo>
                      <a:pt x="243865" y="1238770"/>
                    </a:lnTo>
                    <a:lnTo>
                      <a:pt x="239407" y="1256550"/>
                    </a:lnTo>
                    <a:lnTo>
                      <a:pt x="239280" y="1285760"/>
                    </a:lnTo>
                    <a:lnTo>
                      <a:pt x="239242" y="1462290"/>
                    </a:lnTo>
                    <a:lnTo>
                      <a:pt x="239445" y="1462290"/>
                    </a:lnTo>
                    <a:lnTo>
                      <a:pt x="248729" y="1480070"/>
                    </a:lnTo>
                    <a:lnTo>
                      <a:pt x="245300" y="1485150"/>
                    </a:lnTo>
                    <a:lnTo>
                      <a:pt x="245300" y="1491500"/>
                    </a:lnTo>
                    <a:lnTo>
                      <a:pt x="252006" y="1501660"/>
                    </a:lnTo>
                    <a:lnTo>
                      <a:pt x="258178" y="1505470"/>
                    </a:lnTo>
                    <a:lnTo>
                      <a:pt x="270624" y="1502930"/>
                    </a:lnTo>
                    <a:lnTo>
                      <a:pt x="275755" y="1499120"/>
                    </a:lnTo>
                    <a:lnTo>
                      <a:pt x="276821" y="1495310"/>
                    </a:lnTo>
                    <a:lnTo>
                      <a:pt x="277533" y="1492770"/>
                    </a:lnTo>
                    <a:lnTo>
                      <a:pt x="300850" y="1492770"/>
                    </a:lnTo>
                    <a:lnTo>
                      <a:pt x="304012" y="1500390"/>
                    </a:lnTo>
                    <a:lnTo>
                      <a:pt x="312508" y="1504200"/>
                    </a:lnTo>
                    <a:lnTo>
                      <a:pt x="328396" y="1499120"/>
                    </a:lnTo>
                    <a:lnTo>
                      <a:pt x="331558" y="1494040"/>
                    </a:lnTo>
                    <a:lnTo>
                      <a:pt x="333133" y="1491500"/>
                    </a:lnTo>
                    <a:lnTo>
                      <a:pt x="331355" y="1483880"/>
                    </a:lnTo>
                    <a:lnTo>
                      <a:pt x="334403" y="1480070"/>
                    </a:lnTo>
                    <a:lnTo>
                      <a:pt x="338480" y="1474990"/>
                    </a:lnTo>
                    <a:lnTo>
                      <a:pt x="342544" y="1469910"/>
                    </a:lnTo>
                    <a:lnTo>
                      <a:pt x="349262" y="1471180"/>
                    </a:lnTo>
                    <a:lnTo>
                      <a:pt x="351447" y="1469910"/>
                    </a:lnTo>
                    <a:lnTo>
                      <a:pt x="355815" y="1467370"/>
                    </a:lnTo>
                    <a:lnTo>
                      <a:pt x="358940" y="1461020"/>
                    </a:lnTo>
                    <a:lnTo>
                      <a:pt x="362077" y="1454670"/>
                    </a:lnTo>
                    <a:lnTo>
                      <a:pt x="361124" y="1448320"/>
                    </a:lnTo>
                    <a:lnTo>
                      <a:pt x="358825" y="1445780"/>
                    </a:lnTo>
                    <a:lnTo>
                      <a:pt x="356539" y="1443240"/>
                    </a:lnTo>
                    <a:lnTo>
                      <a:pt x="358317" y="1441970"/>
                    </a:lnTo>
                    <a:lnTo>
                      <a:pt x="361683" y="1439430"/>
                    </a:lnTo>
                    <a:lnTo>
                      <a:pt x="367652" y="1441970"/>
                    </a:lnTo>
                    <a:lnTo>
                      <a:pt x="373659" y="1440700"/>
                    </a:lnTo>
                    <a:lnTo>
                      <a:pt x="376351" y="1439430"/>
                    </a:lnTo>
                    <a:lnTo>
                      <a:pt x="379044" y="1438160"/>
                    </a:lnTo>
                    <a:lnTo>
                      <a:pt x="381088" y="1435620"/>
                    </a:lnTo>
                    <a:lnTo>
                      <a:pt x="383133" y="1433080"/>
                    </a:lnTo>
                    <a:lnTo>
                      <a:pt x="385102" y="1428000"/>
                    </a:lnTo>
                    <a:lnTo>
                      <a:pt x="384721" y="1421650"/>
                    </a:lnTo>
                    <a:lnTo>
                      <a:pt x="382790" y="1417840"/>
                    </a:lnTo>
                    <a:lnTo>
                      <a:pt x="382143" y="1416570"/>
                    </a:lnTo>
                    <a:lnTo>
                      <a:pt x="377558" y="1411490"/>
                    </a:lnTo>
                    <a:lnTo>
                      <a:pt x="377558" y="1377200"/>
                    </a:lnTo>
                    <a:lnTo>
                      <a:pt x="376567" y="1376032"/>
                    </a:lnTo>
                    <a:lnTo>
                      <a:pt x="376567" y="1424190"/>
                    </a:lnTo>
                    <a:lnTo>
                      <a:pt x="375183" y="1430540"/>
                    </a:lnTo>
                    <a:lnTo>
                      <a:pt x="372376" y="1433080"/>
                    </a:lnTo>
                    <a:lnTo>
                      <a:pt x="366496" y="1433080"/>
                    </a:lnTo>
                    <a:lnTo>
                      <a:pt x="364083" y="1430540"/>
                    </a:lnTo>
                    <a:lnTo>
                      <a:pt x="361784" y="1426730"/>
                    </a:lnTo>
                    <a:lnTo>
                      <a:pt x="361911" y="1425460"/>
                    </a:lnTo>
                    <a:lnTo>
                      <a:pt x="362026" y="1424190"/>
                    </a:lnTo>
                    <a:lnTo>
                      <a:pt x="362140" y="1422920"/>
                    </a:lnTo>
                    <a:lnTo>
                      <a:pt x="363804" y="1421650"/>
                    </a:lnTo>
                    <a:lnTo>
                      <a:pt x="365506" y="1419110"/>
                    </a:lnTo>
                    <a:lnTo>
                      <a:pt x="368198" y="1417840"/>
                    </a:lnTo>
                    <a:lnTo>
                      <a:pt x="370801" y="1419110"/>
                    </a:lnTo>
                    <a:lnTo>
                      <a:pt x="372148" y="1419110"/>
                    </a:lnTo>
                    <a:lnTo>
                      <a:pt x="375031" y="1420380"/>
                    </a:lnTo>
                    <a:lnTo>
                      <a:pt x="376567" y="1424190"/>
                    </a:lnTo>
                    <a:lnTo>
                      <a:pt x="376567" y="1376032"/>
                    </a:lnTo>
                    <a:lnTo>
                      <a:pt x="368388" y="1372196"/>
                    </a:lnTo>
                    <a:lnTo>
                      <a:pt x="368388" y="1382280"/>
                    </a:lnTo>
                    <a:lnTo>
                      <a:pt x="368388" y="1408950"/>
                    </a:lnTo>
                    <a:lnTo>
                      <a:pt x="362902" y="1410220"/>
                    </a:lnTo>
                    <a:lnTo>
                      <a:pt x="357911" y="1412760"/>
                    </a:lnTo>
                    <a:lnTo>
                      <a:pt x="352463" y="1422920"/>
                    </a:lnTo>
                    <a:lnTo>
                      <a:pt x="352425" y="1428000"/>
                    </a:lnTo>
                    <a:lnTo>
                      <a:pt x="355066" y="1433080"/>
                    </a:lnTo>
                    <a:lnTo>
                      <a:pt x="353682" y="1434350"/>
                    </a:lnTo>
                    <a:lnTo>
                      <a:pt x="352310" y="1434350"/>
                    </a:lnTo>
                    <a:lnTo>
                      <a:pt x="351955" y="1434668"/>
                    </a:lnTo>
                    <a:lnTo>
                      <a:pt x="351955" y="1450860"/>
                    </a:lnTo>
                    <a:lnTo>
                      <a:pt x="351155" y="1458480"/>
                    </a:lnTo>
                    <a:lnTo>
                      <a:pt x="348195" y="1461020"/>
                    </a:lnTo>
                    <a:lnTo>
                      <a:pt x="343103" y="1461020"/>
                    </a:lnTo>
                    <a:lnTo>
                      <a:pt x="342671" y="1459750"/>
                    </a:lnTo>
                    <a:lnTo>
                      <a:pt x="341757" y="1459750"/>
                    </a:lnTo>
                    <a:lnTo>
                      <a:pt x="338594" y="1458480"/>
                    </a:lnTo>
                    <a:lnTo>
                      <a:pt x="337096" y="1454670"/>
                    </a:lnTo>
                    <a:lnTo>
                      <a:pt x="339420" y="1448320"/>
                    </a:lnTo>
                    <a:lnTo>
                      <a:pt x="342861" y="1445780"/>
                    </a:lnTo>
                    <a:lnTo>
                      <a:pt x="349694" y="1448320"/>
                    </a:lnTo>
                    <a:lnTo>
                      <a:pt x="351955" y="1450860"/>
                    </a:lnTo>
                    <a:lnTo>
                      <a:pt x="351955" y="1434668"/>
                    </a:lnTo>
                    <a:lnTo>
                      <a:pt x="350837" y="1435620"/>
                    </a:lnTo>
                    <a:lnTo>
                      <a:pt x="350837" y="1410220"/>
                    </a:lnTo>
                    <a:lnTo>
                      <a:pt x="358190" y="1407680"/>
                    </a:lnTo>
                    <a:lnTo>
                      <a:pt x="362940" y="1401330"/>
                    </a:lnTo>
                    <a:lnTo>
                      <a:pt x="362826" y="1400060"/>
                    </a:lnTo>
                    <a:lnTo>
                      <a:pt x="362699" y="1398790"/>
                    </a:lnTo>
                    <a:lnTo>
                      <a:pt x="361721" y="1388630"/>
                    </a:lnTo>
                    <a:lnTo>
                      <a:pt x="361480" y="1386090"/>
                    </a:lnTo>
                    <a:lnTo>
                      <a:pt x="355422" y="1379740"/>
                    </a:lnTo>
                    <a:lnTo>
                      <a:pt x="353136" y="1379359"/>
                    </a:lnTo>
                    <a:lnTo>
                      <a:pt x="353136" y="1391170"/>
                    </a:lnTo>
                    <a:lnTo>
                      <a:pt x="353098" y="1398790"/>
                    </a:lnTo>
                    <a:lnTo>
                      <a:pt x="350050" y="1401330"/>
                    </a:lnTo>
                    <a:lnTo>
                      <a:pt x="342430" y="1401330"/>
                    </a:lnTo>
                    <a:lnTo>
                      <a:pt x="341630" y="1400683"/>
                    </a:lnTo>
                    <a:lnTo>
                      <a:pt x="341630" y="1410220"/>
                    </a:lnTo>
                    <a:lnTo>
                      <a:pt x="341630" y="1438160"/>
                    </a:lnTo>
                    <a:lnTo>
                      <a:pt x="335661" y="1439430"/>
                    </a:lnTo>
                    <a:lnTo>
                      <a:pt x="330885" y="1443240"/>
                    </a:lnTo>
                    <a:lnTo>
                      <a:pt x="327609" y="1455940"/>
                    </a:lnTo>
                    <a:lnTo>
                      <a:pt x="329463" y="1461020"/>
                    </a:lnTo>
                    <a:lnTo>
                      <a:pt x="333971" y="1466100"/>
                    </a:lnTo>
                    <a:lnTo>
                      <a:pt x="326415" y="1474990"/>
                    </a:lnTo>
                    <a:lnTo>
                      <a:pt x="324675" y="1473720"/>
                    </a:lnTo>
                    <a:lnTo>
                      <a:pt x="322541" y="1472450"/>
                    </a:lnTo>
                    <a:lnTo>
                      <a:pt x="322541" y="1482610"/>
                    </a:lnTo>
                    <a:lnTo>
                      <a:pt x="322541" y="1490230"/>
                    </a:lnTo>
                    <a:lnTo>
                      <a:pt x="319468" y="1494040"/>
                    </a:lnTo>
                    <a:lnTo>
                      <a:pt x="311886" y="1494040"/>
                    </a:lnTo>
                    <a:lnTo>
                      <a:pt x="310857" y="1492770"/>
                    </a:lnTo>
                    <a:lnTo>
                      <a:pt x="308800" y="1490230"/>
                    </a:lnTo>
                    <a:lnTo>
                      <a:pt x="308800" y="1483880"/>
                    </a:lnTo>
                    <a:lnTo>
                      <a:pt x="308800" y="1482610"/>
                    </a:lnTo>
                    <a:lnTo>
                      <a:pt x="311886" y="1480070"/>
                    </a:lnTo>
                    <a:lnTo>
                      <a:pt x="319468" y="1480070"/>
                    </a:lnTo>
                    <a:lnTo>
                      <a:pt x="322541" y="1482610"/>
                    </a:lnTo>
                    <a:lnTo>
                      <a:pt x="322541" y="1472450"/>
                    </a:lnTo>
                    <a:lnTo>
                      <a:pt x="320255" y="1471180"/>
                    </a:lnTo>
                    <a:lnTo>
                      <a:pt x="320255" y="1444510"/>
                    </a:lnTo>
                    <a:lnTo>
                      <a:pt x="318211" y="1441970"/>
                    </a:lnTo>
                    <a:lnTo>
                      <a:pt x="311099" y="1441970"/>
                    </a:lnTo>
                    <a:lnTo>
                      <a:pt x="311099" y="1452130"/>
                    </a:lnTo>
                    <a:lnTo>
                      <a:pt x="311099" y="1471180"/>
                    </a:lnTo>
                    <a:lnTo>
                      <a:pt x="305358" y="1472450"/>
                    </a:lnTo>
                    <a:lnTo>
                      <a:pt x="301091" y="1477530"/>
                    </a:lnTo>
                    <a:lnTo>
                      <a:pt x="299910" y="1483880"/>
                    </a:lnTo>
                    <a:lnTo>
                      <a:pt x="277533" y="1483880"/>
                    </a:lnTo>
                    <a:lnTo>
                      <a:pt x="276885" y="1481340"/>
                    </a:lnTo>
                    <a:lnTo>
                      <a:pt x="276237" y="1478800"/>
                    </a:lnTo>
                    <a:lnTo>
                      <a:pt x="273113" y="1476260"/>
                    </a:lnTo>
                    <a:lnTo>
                      <a:pt x="269036" y="1473758"/>
                    </a:lnTo>
                    <a:lnTo>
                      <a:pt x="269036" y="1483880"/>
                    </a:lnTo>
                    <a:lnTo>
                      <a:pt x="269036" y="1491500"/>
                    </a:lnTo>
                    <a:lnTo>
                      <a:pt x="265963" y="1495310"/>
                    </a:lnTo>
                    <a:lnTo>
                      <a:pt x="258381" y="1495310"/>
                    </a:lnTo>
                    <a:lnTo>
                      <a:pt x="255295" y="1491500"/>
                    </a:lnTo>
                    <a:lnTo>
                      <a:pt x="255295" y="1483880"/>
                    </a:lnTo>
                    <a:lnTo>
                      <a:pt x="258381" y="1481340"/>
                    </a:lnTo>
                    <a:lnTo>
                      <a:pt x="265963" y="1481340"/>
                    </a:lnTo>
                    <a:lnTo>
                      <a:pt x="269036" y="1483880"/>
                    </a:lnTo>
                    <a:lnTo>
                      <a:pt x="269036" y="1473758"/>
                    </a:lnTo>
                    <a:lnTo>
                      <a:pt x="264845" y="1471180"/>
                    </a:lnTo>
                    <a:lnTo>
                      <a:pt x="260070" y="1471180"/>
                    </a:lnTo>
                    <a:lnTo>
                      <a:pt x="255841" y="1473720"/>
                    </a:lnTo>
                    <a:lnTo>
                      <a:pt x="248412" y="1459750"/>
                    </a:lnTo>
                    <a:lnTo>
                      <a:pt x="248412" y="1424190"/>
                    </a:lnTo>
                    <a:lnTo>
                      <a:pt x="275831" y="1424190"/>
                    </a:lnTo>
                    <a:lnTo>
                      <a:pt x="277418" y="1429270"/>
                    </a:lnTo>
                    <a:lnTo>
                      <a:pt x="281457" y="1433080"/>
                    </a:lnTo>
                    <a:lnTo>
                      <a:pt x="286626" y="1434350"/>
                    </a:lnTo>
                    <a:lnTo>
                      <a:pt x="286626" y="1449590"/>
                    </a:lnTo>
                    <a:lnTo>
                      <a:pt x="288683" y="1452130"/>
                    </a:lnTo>
                    <a:lnTo>
                      <a:pt x="311099" y="1452130"/>
                    </a:lnTo>
                    <a:lnTo>
                      <a:pt x="311099" y="1441970"/>
                    </a:lnTo>
                    <a:lnTo>
                      <a:pt x="295795" y="1441970"/>
                    </a:lnTo>
                    <a:lnTo>
                      <a:pt x="295795" y="1434350"/>
                    </a:lnTo>
                    <a:lnTo>
                      <a:pt x="303136" y="1433080"/>
                    </a:lnTo>
                    <a:lnTo>
                      <a:pt x="307124" y="1426730"/>
                    </a:lnTo>
                    <a:lnTo>
                      <a:pt x="307924" y="1425460"/>
                    </a:lnTo>
                    <a:lnTo>
                      <a:pt x="307797" y="1424190"/>
                    </a:lnTo>
                    <a:lnTo>
                      <a:pt x="307682" y="1422920"/>
                    </a:lnTo>
                    <a:lnTo>
                      <a:pt x="307555" y="1421650"/>
                    </a:lnTo>
                    <a:lnTo>
                      <a:pt x="307428" y="1420380"/>
                    </a:lnTo>
                    <a:lnTo>
                      <a:pt x="307301" y="1419110"/>
                    </a:lnTo>
                    <a:lnTo>
                      <a:pt x="307174" y="1417840"/>
                    </a:lnTo>
                    <a:lnTo>
                      <a:pt x="307060" y="1416570"/>
                    </a:lnTo>
                    <a:lnTo>
                      <a:pt x="306946" y="1415300"/>
                    </a:lnTo>
                    <a:lnTo>
                      <a:pt x="306705" y="1412760"/>
                    </a:lnTo>
                    <a:lnTo>
                      <a:pt x="306590" y="1411490"/>
                    </a:lnTo>
                    <a:lnTo>
                      <a:pt x="306476" y="1410220"/>
                    </a:lnTo>
                    <a:lnTo>
                      <a:pt x="300418" y="1403870"/>
                    </a:lnTo>
                    <a:lnTo>
                      <a:pt x="298081" y="1403680"/>
                    </a:lnTo>
                    <a:lnTo>
                      <a:pt x="298081" y="1415300"/>
                    </a:lnTo>
                    <a:lnTo>
                      <a:pt x="298081" y="1422920"/>
                    </a:lnTo>
                    <a:lnTo>
                      <a:pt x="295008" y="1426730"/>
                    </a:lnTo>
                    <a:lnTo>
                      <a:pt x="287426" y="1426730"/>
                    </a:lnTo>
                    <a:lnTo>
                      <a:pt x="285369" y="1424190"/>
                    </a:lnTo>
                    <a:lnTo>
                      <a:pt x="284340" y="1422920"/>
                    </a:lnTo>
                    <a:lnTo>
                      <a:pt x="284340" y="1415300"/>
                    </a:lnTo>
                    <a:lnTo>
                      <a:pt x="287426" y="1412760"/>
                    </a:lnTo>
                    <a:lnTo>
                      <a:pt x="295008" y="1412760"/>
                    </a:lnTo>
                    <a:lnTo>
                      <a:pt x="298081" y="1415300"/>
                    </a:lnTo>
                    <a:lnTo>
                      <a:pt x="298081" y="1403680"/>
                    </a:lnTo>
                    <a:lnTo>
                      <a:pt x="285127" y="1402600"/>
                    </a:lnTo>
                    <a:lnTo>
                      <a:pt x="278053" y="1407680"/>
                    </a:lnTo>
                    <a:lnTo>
                      <a:pt x="275831" y="1415300"/>
                    </a:lnTo>
                    <a:lnTo>
                      <a:pt x="248412" y="1415300"/>
                    </a:lnTo>
                    <a:lnTo>
                      <a:pt x="248412" y="1369580"/>
                    </a:lnTo>
                    <a:lnTo>
                      <a:pt x="292239" y="1369580"/>
                    </a:lnTo>
                    <a:lnTo>
                      <a:pt x="299504" y="1398790"/>
                    </a:lnTo>
                    <a:lnTo>
                      <a:pt x="301371" y="1400060"/>
                    </a:lnTo>
                    <a:lnTo>
                      <a:pt x="330885" y="1400060"/>
                    </a:lnTo>
                    <a:lnTo>
                      <a:pt x="332435" y="1405140"/>
                    </a:lnTo>
                    <a:lnTo>
                      <a:pt x="336461" y="1408950"/>
                    </a:lnTo>
                    <a:lnTo>
                      <a:pt x="341630" y="1410220"/>
                    </a:lnTo>
                    <a:lnTo>
                      <a:pt x="341630" y="1400683"/>
                    </a:lnTo>
                    <a:lnTo>
                      <a:pt x="339344" y="1398790"/>
                    </a:lnTo>
                    <a:lnTo>
                      <a:pt x="339344" y="1391170"/>
                    </a:lnTo>
                    <a:lnTo>
                      <a:pt x="340893" y="1389900"/>
                    </a:lnTo>
                    <a:lnTo>
                      <a:pt x="342430" y="1388630"/>
                    </a:lnTo>
                    <a:lnTo>
                      <a:pt x="350050" y="1388630"/>
                    </a:lnTo>
                    <a:lnTo>
                      <a:pt x="353136" y="1391170"/>
                    </a:lnTo>
                    <a:lnTo>
                      <a:pt x="353136" y="1379359"/>
                    </a:lnTo>
                    <a:lnTo>
                      <a:pt x="347802" y="1378470"/>
                    </a:lnTo>
                    <a:lnTo>
                      <a:pt x="340144" y="1378470"/>
                    </a:lnTo>
                    <a:lnTo>
                      <a:pt x="333057" y="1383550"/>
                    </a:lnTo>
                    <a:lnTo>
                      <a:pt x="330885" y="1389900"/>
                    </a:lnTo>
                    <a:lnTo>
                      <a:pt x="307022" y="1389900"/>
                    </a:lnTo>
                    <a:lnTo>
                      <a:pt x="301612" y="1369580"/>
                    </a:lnTo>
                    <a:lnTo>
                      <a:pt x="300253" y="1364500"/>
                    </a:lnTo>
                    <a:lnTo>
                      <a:pt x="299707" y="1361960"/>
                    </a:lnTo>
                    <a:lnTo>
                      <a:pt x="297891" y="1360690"/>
                    </a:lnTo>
                    <a:lnTo>
                      <a:pt x="285877" y="1360690"/>
                    </a:lnTo>
                    <a:lnTo>
                      <a:pt x="285877" y="1354340"/>
                    </a:lnTo>
                    <a:lnTo>
                      <a:pt x="291058" y="1351800"/>
                    </a:lnTo>
                    <a:lnTo>
                      <a:pt x="295084" y="1347990"/>
                    </a:lnTo>
                    <a:lnTo>
                      <a:pt x="295871" y="1345450"/>
                    </a:lnTo>
                    <a:lnTo>
                      <a:pt x="296672" y="1342910"/>
                    </a:lnTo>
                    <a:lnTo>
                      <a:pt x="333971" y="1342910"/>
                    </a:lnTo>
                    <a:lnTo>
                      <a:pt x="334010" y="1365770"/>
                    </a:lnTo>
                    <a:lnTo>
                      <a:pt x="335076" y="1367040"/>
                    </a:lnTo>
                    <a:lnTo>
                      <a:pt x="336740" y="1368310"/>
                    </a:lnTo>
                    <a:lnTo>
                      <a:pt x="368388" y="1382280"/>
                    </a:lnTo>
                    <a:lnTo>
                      <a:pt x="368388" y="1372196"/>
                    </a:lnTo>
                    <a:lnTo>
                      <a:pt x="365467" y="1370850"/>
                    </a:lnTo>
                    <a:lnTo>
                      <a:pt x="365709" y="1369580"/>
                    </a:lnTo>
                    <a:lnTo>
                      <a:pt x="365899" y="1369580"/>
                    </a:lnTo>
                    <a:lnTo>
                      <a:pt x="366471" y="1367040"/>
                    </a:lnTo>
                    <a:lnTo>
                      <a:pt x="372973" y="1337830"/>
                    </a:lnTo>
                    <a:lnTo>
                      <a:pt x="380834" y="1335290"/>
                    </a:lnTo>
                    <a:lnTo>
                      <a:pt x="385191" y="1328940"/>
                    </a:lnTo>
                    <a:lnTo>
                      <a:pt x="386054" y="1327670"/>
                    </a:lnTo>
                    <a:close/>
                  </a:path>
                  <a:path w="713739" h="1505585">
                    <a:moveTo>
                      <a:pt x="583323" y="164668"/>
                    </a:moveTo>
                    <a:lnTo>
                      <a:pt x="574636" y="164668"/>
                    </a:lnTo>
                    <a:lnTo>
                      <a:pt x="574636" y="173316"/>
                    </a:lnTo>
                    <a:lnTo>
                      <a:pt x="583323" y="173316"/>
                    </a:lnTo>
                    <a:lnTo>
                      <a:pt x="583323" y="164668"/>
                    </a:lnTo>
                    <a:close/>
                  </a:path>
                  <a:path w="713739" h="1505585">
                    <a:moveTo>
                      <a:pt x="583323" y="147320"/>
                    </a:moveTo>
                    <a:lnTo>
                      <a:pt x="574636" y="147320"/>
                    </a:lnTo>
                    <a:lnTo>
                      <a:pt x="574636" y="156006"/>
                    </a:lnTo>
                    <a:lnTo>
                      <a:pt x="583323" y="156006"/>
                    </a:lnTo>
                    <a:lnTo>
                      <a:pt x="583323" y="147320"/>
                    </a:lnTo>
                    <a:close/>
                  </a:path>
                  <a:path w="713739" h="1505585">
                    <a:moveTo>
                      <a:pt x="583323" y="112661"/>
                    </a:moveTo>
                    <a:lnTo>
                      <a:pt x="574636" y="112661"/>
                    </a:lnTo>
                    <a:lnTo>
                      <a:pt x="574636" y="121348"/>
                    </a:lnTo>
                    <a:lnTo>
                      <a:pt x="583323" y="121348"/>
                    </a:lnTo>
                    <a:lnTo>
                      <a:pt x="583323" y="112661"/>
                    </a:lnTo>
                    <a:close/>
                  </a:path>
                  <a:path w="713739" h="1505585">
                    <a:moveTo>
                      <a:pt x="583323" y="95351"/>
                    </a:moveTo>
                    <a:lnTo>
                      <a:pt x="574636" y="95351"/>
                    </a:lnTo>
                    <a:lnTo>
                      <a:pt x="574636" y="104000"/>
                    </a:lnTo>
                    <a:lnTo>
                      <a:pt x="583323" y="104000"/>
                    </a:lnTo>
                    <a:lnTo>
                      <a:pt x="583323" y="95351"/>
                    </a:lnTo>
                    <a:close/>
                  </a:path>
                  <a:path w="713739" h="1505585">
                    <a:moveTo>
                      <a:pt x="713308" y="10160"/>
                    </a:moveTo>
                    <a:lnTo>
                      <a:pt x="707453" y="3810"/>
                    </a:lnTo>
                    <a:lnTo>
                      <a:pt x="704646" y="3810"/>
                    </a:lnTo>
                    <a:lnTo>
                      <a:pt x="704646" y="13970"/>
                    </a:lnTo>
                    <a:lnTo>
                      <a:pt x="704646" y="19050"/>
                    </a:lnTo>
                    <a:lnTo>
                      <a:pt x="702678" y="21590"/>
                    </a:lnTo>
                    <a:lnTo>
                      <a:pt x="697941" y="21590"/>
                    </a:lnTo>
                    <a:lnTo>
                      <a:pt x="695960" y="19050"/>
                    </a:lnTo>
                    <a:lnTo>
                      <a:pt x="695960" y="13970"/>
                    </a:lnTo>
                    <a:lnTo>
                      <a:pt x="697941" y="12700"/>
                    </a:lnTo>
                    <a:lnTo>
                      <a:pt x="702678" y="12700"/>
                    </a:lnTo>
                    <a:lnTo>
                      <a:pt x="704646" y="13970"/>
                    </a:lnTo>
                    <a:lnTo>
                      <a:pt x="704646" y="3810"/>
                    </a:lnTo>
                    <a:lnTo>
                      <a:pt x="694651" y="3810"/>
                    </a:lnTo>
                    <a:lnTo>
                      <a:pt x="689914" y="7620"/>
                    </a:lnTo>
                    <a:lnTo>
                      <a:pt x="688086" y="12700"/>
                    </a:lnTo>
                    <a:lnTo>
                      <a:pt x="676402" y="12700"/>
                    </a:lnTo>
                    <a:lnTo>
                      <a:pt x="675563" y="13970"/>
                    </a:lnTo>
                    <a:lnTo>
                      <a:pt x="624865" y="64770"/>
                    </a:lnTo>
                    <a:lnTo>
                      <a:pt x="617982" y="64770"/>
                    </a:lnTo>
                    <a:lnTo>
                      <a:pt x="617982" y="55880"/>
                    </a:lnTo>
                    <a:lnTo>
                      <a:pt x="617982" y="53340"/>
                    </a:lnTo>
                    <a:lnTo>
                      <a:pt x="612140" y="46990"/>
                    </a:lnTo>
                    <a:lnTo>
                      <a:pt x="609295" y="46990"/>
                    </a:lnTo>
                    <a:lnTo>
                      <a:pt x="609295" y="57150"/>
                    </a:lnTo>
                    <a:lnTo>
                      <a:pt x="609295" y="205740"/>
                    </a:lnTo>
                    <a:lnTo>
                      <a:pt x="607364" y="207010"/>
                    </a:lnTo>
                    <a:lnTo>
                      <a:pt x="602576" y="207010"/>
                    </a:lnTo>
                    <a:lnTo>
                      <a:pt x="600646" y="205740"/>
                    </a:lnTo>
                    <a:lnTo>
                      <a:pt x="600646" y="194310"/>
                    </a:lnTo>
                    <a:lnTo>
                      <a:pt x="600646" y="185420"/>
                    </a:lnTo>
                    <a:lnTo>
                      <a:pt x="600646" y="57150"/>
                    </a:lnTo>
                    <a:lnTo>
                      <a:pt x="602576" y="55880"/>
                    </a:lnTo>
                    <a:lnTo>
                      <a:pt x="607364" y="55880"/>
                    </a:lnTo>
                    <a:lnTo>
                      <a:pt x="609295" y="57150"/>
                    </a:lnTo>
                    <a:lnTo>
                      <a:pt x="609295" y="46990"/>
                    </a:lnTo>
                    <a:lnTo>
                      <a:pt x="597789" y="46990"/>
                    </a:lnTo>
                    <a:lnTo>
                      <a:pt x="591985" y="53340"/>
                    </a:lnTo>
                    <a:lnTo>
                      <a:pt x="591985" y="72390"/>
                    </a:lnTo>
                    <a:lnTo>
                      <a:pt x="591985" y="81280"/>
                    </a:lnTo>
                    <a:lnTo>
                      <a:pt x="591985" y="129540"/>
                    </a:lnTo>
                    <a:lnTo>
                      <a:pt x="591985" y="138430"/>
                    </a:lnTo>
                    <a:lnTo>
                      <a:pt x="591985" y="185420"/>
                    </a:lnTo>
                    <a:lnTo>
                      <a:pt x="569861" y="185420"/>
                    </a:lnTo>
                    <a:lnTo>
                      <a:pt x="567182" y="179070"/>
                    </a:lnTo>
                    <a:lnTo>
                      <a:pt x="565277" y="176530"/>
                    </a:lnTo>
                    <a:lnTo>
                      <a:pt x="563384" y="173990"/>
                    </a:lnTo>
                    <a:lnTo>
                      <a:pt x="562432" y="172720"/>
                    </a:lnTo>
                    <a:lnTo>
                      <a:pt x="561632" y="172402"/>
                    </a:lnTo>
                    <a:lnTo>
                      <a:pt x="561632" y="182880"/>
                    </a:lnTo>
                    <a:lnTo>
                      <a:pt x="561632" y="196850"/>
                    </a:lnTo>
                    <a:lnTo>
                      <a:pt x="555828" y="203200"/>
                    </a:lnTo>
                    <a:lnTo>
                      <a:pt x="541477" y="203200"/>
                    </a:lnTo>
                    <a:lnTo>
                      <a:pt x="535635" y="196850"/>
                    </a:lnTo>
                    <a:lnTo>
                      <a:pt x="535635" y="194310"/>
                    </a:lnTo>
                    <a:lnTo>
                      <a:pt x="535635" y="185420"/>
                    </a:lnTo>
                    <a:lnTo>
                      <a:pt x="535635" y="182880"/>
                    </a:lnTo>
                    <a:lnTo>
                      <a:pt x="541477" y="176530"/>
                    </a:lnTo>
                    <a:lnTo>
                      <a:pt x="555828" y="176530"/>
                    </a:lnTo>
                    <a:lnTo>
                      <a:pt x="561632" y="182880"/>
                    </a:lnTo>
                    <a:lnTo>
                      <a:pt x="561632" y="172402"/>
                    </a:lnTo>
                    <a:lnTo>
                      <a:pt x="556082" y="170180"/>
                    </a:lnTo>
                    <a:lnTo>
                      <a:pt x="548627" y="168910"/>
                    </a:lnTo>
                    <a:lnTo>
                      <a:pt x="543217" y="168910"/>
                    </a:lnTo>
                    <a:lnTo>
                      <a:pt x="538314" y="170180"/>
                    </a:lnTo>
                    <a:lnTo>
                      <a:pt x="534517" y="173990"/>
                    </a:lnTo>
                    <a:lnTo>
                      <a:pt x="529234" y="169684"/>
                    </a:lnTo>
                    <a:lnTo>
                      <a:pt x="529234" y="180340"/>
                    </a:lnTo>
                    <a:lnTo>
                      <a:pt x="528434" y="181610"/>
                    </a:lnTo>
                    <a:lnTo>
                      <a:pt x="527773" y="184150"/>
                    </a:lnTo>
                    <a:lnTo>
                      <a:pt x="527405" y="185420"/>
                    </a:lnTo>
                    <a:lnTo>
                      <a:pt x="496189" y="185420"/>
                    </a:lnTo>
                    <a:lnTo>
                      <a:pt x="495833" y="184150"/>
                    </a:lnTo>
                    <a:lnTo>
                      <a:pt x="495211" y="181610"/>
                    </a:lnTo>
                    <a:lnTo>
                      <a:pt x="494423" y="180340"/>
                    </a:lnTo>
                    <a:lnTo>
                      <a:pt x="499630" y="176530"/>
                    </a:lnTo>
                    <a:lnTo>
                      <a:pt x="503110" y="173990"/>
                    </a:lnTo>
                    <a:lnTo>
                      <a:pt x="511797" y="167640"/>
                    </a:lnTo>
                    <a:lnTo>
                      <a:pt x="529234" y="180340"/>
                    </a:lnTo>
                    <a:lnTo>
                      <a:pt x="529234" y="169684"/>
                    </a:lnTo>
                    <a:lnTo>
                      <a:pt x="526732" y="167640"/>
                    </a:lnTo>
                    <a:lnTo>
                      <a:pt x="518947" y="161290"/>
                    </a:lnTo>
                    <a:lnTo>
                      <a:pt x="525868" y="156210"/>
                    </a:lnTo>
                    <a:lnTo>
                      <a:pt x="534517" y="149860"/>
                    </a:lnTo>
                    <a:lnTo>
                      <a:pt x="538314" y="153670"/>
                    </a:lnTo>
                    <a:lnTo>
                      <a:pt x="543217" y="154940"/>
                    </a:lnTo>
                    <a:lnTo>
                      <a:pt x="548627" y="154940"/>
                    </a:lnTo>
                    <a:lnTo>
                      <a:pt x="556082" y="153670"/>
                    </a:lnTo>
                    <a:lnTo>
                      <a:pt x="562432" y="149860"/>
                    </a:lnTo>
                    <a:lnTo>
                      <a:pt x="565988" y="146050"/>
                    </a:lnTo>
                    <a:lnTo>
                      <a:pt x="567182" y="144780"/>
                    </a:lnTo>
                    <a:lnTo>
                      <a:pt x="569861" y="138430"/>
                    </a:lnTo>
                    <a:lnTo>
                      <a:pt x="591985" y="138430"/>
                    </a:lnTo>
                    <a:lnTo>
                      <a:pt x="591985" y="129540"/>
                    </a:lnTo>
                    <a:lnTo>
                      <a:pt x="569861" y="129540"/>
                    </a:lnTo>
                    <a:lnTo>
                      <a:pt x="567182" y="121920"/>
                    </a:lnTo>
                    <a:lnTo>
                      <a:pt x="565988" y="120650"/>
                    </a:lnTo>
                    <a:lnTo>
                      <a:pt x="562432" y="116840"/>
                    </a:lnTo>
                    <a:lnTo>
                      <a:pt x="561632" y="116370"/>
                    </a:lnTo>
                    <a:lnTo>
                      <a:pt x="561632" y="127000"/>
                    </a:lnTo>
                    <a:lnTo>
                      <a:pt x="561632" y="140970"/>
                    </a:lnTo>
                    <a:lnTo>
                      <a:pt x="555828" y="146050"/>
                    </a:lnTo>
                    <a:lnTo>
                      <a:pt x="541477" y="146050"/>
                    </a:lnTo>
                    <a:lnTo>
                      <a:pt x="535635" y="140970"/>
                    </a:lnTo>
                    <a:lnTo>
                      <a:pt x="535635" y="138430"/>
                    </a:lnTo>
                    <a:lnTo>
                      <a:pt x="535635" y="129540"/>
                    </a:lnTo>
                    <a:lnTo>
                      <a:pt x="535635" y="127000"/>
                    </a:lnTo>
                    <a:lnTo>
                      <a:pt x="541477" y="120650"/>
                    </a:lnTo>
                    <a:lnTo>
                      <a:pt x="555828" y="120650"/>
                    </a:lnTo>
                    <a:lnTo>
                      <a:pt x="561632" y="127000"/>
                    </a:lnTo>
                    <a:lnTo>
                      <a:pt x="561632" y="116370"/>
                    </a:lnTo>
                    <a:lnTo>
                      <a:pt x="556082" y="113030"/>
                    </a:lnTo>
                    <a:lnTo>
                      <a:pt x="548627" y="111760"/>
                    </a:lnTo>
                    <a:lnTo>
                      <a:pt x="543217" y="111760"/>
                    </a:lnTo>
                    <a:lnTo>
                      <a:pt x="538314" y="114300"/>
                    </a:lnTo>
                    <a:lnTo>
                      <a:pt x="534517" y="116840"/>
                    </a:lnTo>
                    <a:lnTo>
                      <a:pt x="529234" y="112966"/>
                    </a:lnTo>
                    <a:lnTo>
                      <a:pt x="529234" y="124460"/>
                    </a:lnTo>
                    <a:lnTo>
                      <a:pt x="529234" y="143510"/>
                    </a:lnTo>
                    <a:lnTo>
                      <a:pt x="511797" y="156210"/>
                    </a:lnTo>
                    <a:lnTo>
                      <a:pt x="503110" y="149860"/>
                    </a:lnTo>
                    <a:lnTo>
                      <a:pt x="497890" y="146050"/>
                    </a:lnTo>
                    <a:lnTo>
                      <a:pt x="494423" y="143510"/>
                    </a:lnTo>
                    <a:lnTo>
                      <a:pt x="495211" y="140970"/>
                    </a:lnTo>
                    <a:lnTo>
                      <a:pt x="495833" y="139700"/>
                    </a:lnTo>
                    <a:lnTo>
                      <a:pt x="496189" y="138430"/>
                    </a:lnTo>
                    <a:lnTo>
                      <a:pt x="527405" y="138430"/>
                    </a:lnTo>
                    <a:lnTo>
                      <a:pt x="527773" y="139700"/>
                    </a:lnTo>
                    <a:lnTo>
                      <a:pt x="528434" y="140970"/>
                    </a:lnTo>
                    <a:lnTo>
                      <a:pt x="529234" y="143510"/>
                    </a:lnTo>
                    <a:lnTo>
                      <a:pt x="529234" y="124460"/>
                    </a:lnTo>
                    <a:lnTo>
                      <a:pt x="528434" y="125730"/>
                    </a:lnTo>
                    <a:lnTo>
                      <a:pt x="527773" y="127000"/>
                    </a:lnTo>
                    <a:lnTo>
                      <a:pt x="527405" y="129540"/>
                    </a:lnTo>
                    <a:lnTo>
                      <a:pt x="496189" y="129540"/>
                    </a:lnTo>
                    <a:lnTo>
                      <a:pt x="495833" y="127000"/>
                    </a:lnTo>
                    <a:lnTo>
                      <a:pt x="495211" y="125730"/>
                    </a:lnTo>
                    <a:lnTo>
                      <a:pt x="494423" y="124460"/>
                    </a:lnTo>
                    <a:lnTo>
                      <a:pt x="499160" y="120650"/>
                    </a:lnTo>
                    <a:lnTo>
                      <a:pt x="503897" y="116840"/>
                    </a:lnTo>
                    <a:lnTo>
                      <a:pt x="511797" y="110490"/>
                    </a:lnTo>
                    <a:lnTo>
                      <a:pt x="529234" y="124460"/>
                    </a:lnTo>
                    <a:lnTo>
                      <a:pt x="529234" y="112966"/>
                    </a:lnTo>
                    <a:lnTo>
                      <a:pt x="525868" y="110490"/>
                    </a:lnTo>
                    <a:lnTo>
                      <a:pt x="518947" y="105410"/>
                    </a:lnTo>
                    <a:lnTo>
                      <a:pt x="525868" y="100330"/>
                    </a:lnTo>
                    <a:lnTo>
                      <a:pt x="534517" y="93980"/>
                    </a:lnTo>
                    <a:lnTo>
                      <a:pt x="538314" y="96520"/>
                    </a:lnTo>
                    <a:lnTo>
                      <a:pt x="543217" y="99060"/>
                    </a:lnTo>
                    <a:lnTo>
                      <a:pt x="548627" y="99060"/>
                    </a:lnTo>
                    <a:lnTo>
                      <a:pt x="556082" y="97790"/>
                    </a:lnTo>
                    <a:lnTo>
                      <a:pt x="562432" y="93980"/>
                    </a:lnTo>
                    <a:lnTo>
                      <a:pt x="565988" y="90170"/>
                    </a:lnTo>
                    <a:lnTo>
                      <a:pt x="567182" y="88900"/>
                    </a:lnTo>
                    <a:lnTo>
                      <a:pt x="569861" y="81280"/>
                    </a:lnTo>
                    <a:lnTo>
                      <a:pt x="591985" y="81280"/>
                    </a:lnTo>
                    <a:lnTo>
                      <a:pt x="591985" y="72390"/>
                    </a:lnTo>
                    <a:lnTo>
                      <a:pt x="569861" y="72390"/>
                    </a:lnTo>
                    <a:lnTo>
                      <a:pt x="567182" y="66040"/>
                    </a:lnTo>
                    <a:lnTo>
                      <a:pt x="565988" y="64770"/>
                    </a:lnTo>
                    <a:lnTo>
                      <a:pt x="562432" y="60960"/>
                    </a:lnTo>
                    <a:lnTo>
                      <a:pt x="561632" y="60490"/>
                    </a:lnTo>
                    <a:lnTo>
                      <a:pt x="561632" y="69850"/>
                    </a:lnTo>
                    <a:lnTo>
                      <a:pt x="561632" y="85090"/>
                    </a:lnTo>
                    <a:lnTo>
                      <a:pt x="555828" y="90170"/>
                    </a:lnTo>
                    <a:lnTo>
                      <a:pt x="541477" y="90170"/>
                    </a:lnTo>
                    <a:lnTo>
                      <a:pt x="535635" y="85090"/>
                    </a:lnTo>
                    <a:lnTo>
                      <a:pt x="535635" y="81280"/>
                    </a:lnTo>
                    <a:lnTo>
                      <a:pt x="535635" y="72390"/>
                    </a:lnTo>
                    <a:lnTo>
                      <a:pt x="535635" y="69850"/>
                    </a:lnTo>
                    <a:lnTo>
                      <a:pt x="541477" y="64770"/>
                    </a:lnTo>
                    <a:lnTo>
                      <a:pt x="555828" y="64770"/>
                    </a:lnTo>
                    <a:lnTo>
                      <a:pt x="561632" y="69850"/>
                    </a:lnTo>
                    <a:lnTo>
                      <a:pt x="561632" y="60490"/>
                    </a:lnTo>
                    <a:lnTo>
                      <a:pt x="556082" y="57150"/>
                    </a:lnTo>
                    <a:lnTo>
                      <a:pt x="548627" y="55880"/>
                    </a:lnTo>
                    <a:lnTo>
                      <a:pt x="543217" y="55880"/>
                    </a:lnTo>
                    <a:lnTo>
                      <a:pt x="538314" y="57150"/>
                    </a:lnTo>
                    <a:lnTo>
                      <a:pt x="534517" y="60960"/>
                    </a:lnTo>
                    <a:lnTo>
                      <a:pt x="502767" y="36830"/>
                    </a:lnTo>
                    <a:lnTo>
                      <a:pt x="499427" y="34290"/>
                    </a:lnTo>
                    <a:lnTo>
                      <a:pt x="494423" y="30480"/>
                    </a:lnTo>
                    <a:lnTo>
                      <a:pt x="495795" y="27940"/>
                    </a:lnTo>
                    <a:lnTo>
                      <a:pt x="496658" y="24130"/>
                    </a:lnTo>
                    <a:lnTo>
                      <a:pt x="496658" y="21590"/>
                    </a:lnTo>
                    <a:lnTo>
                      <a:pt x="494957" y="12700"/>
                    </a:lnTo>
                    <a:lnTo>
                      <a:pt x="491236" y="7620"/>
                    </a:lnTo>
                    <a:lnTo>
                      <a:pt x="490308" y="6350"/>
                    </a:lnTo>
                    <a:lnTo>
                      <a:pt x="487972" y="4635"/>
                    </a:lnTo>
                    <a:lnTo>
                      <a:pt x="487972" y="13970"/>
                    </a:lnTo>
                    <a:lnTo>
                      <a:pt x="487972" y="27940"/>
                    </a:lnTo>
                    <a:lnTo>
                      <a:pt x="482168" y="34290"/>
                    </a:lnTo>
                    <a:lnTo>
                      <a:pt x="467817" y="34290"/>
                    </a:lnTo>
                    <a:lnTo>
                      <a:pt x="461975" y="27940"/>
                    </a:lnTo>
                    <a:lnTo>
                      <a:pt x="461975" y="13970"/>
                    </a:lnTo>
                    <a:lnTo>
                      <a:pt x="467817" y="7620"/>
                    </a:lnTo>
                    <a:lnTo>
                      <a:pt x="482168" y="7620"/>
                    </a:lnTo>
                    <a:lnTo>
                      <a:pt x="487972" y="13970"/>
                    </a:lnTo>
                    <a:lnTo>
                      <a:pt x="487972" y="4635"/>
                    </a:lnTo>
                    <a:lnTo>
                      <a:pt x="483412" y="1270"/>
                    </a:lnTo>
                    <a:lnTo>
                      <a:pt x="474980" y="0"/>
                    </a:lnTo>
                    <a:lnTo>
                      <a:pt x="466547" y="1270"/>
                    </a:lnTo>
                    <a:lnTo>
                      <a:pt x="459663" y="6350"/>
                    </a:lnTo>
                    <a:lnTo>
                      <a:pt x="455015" y="12700"/>
                    </a:lnTo>
                    <a:lnTo>
                      <a:pt x="453313" y="21590"/>
                    </a:lnTo>
                    <a:lnTo>
                      <a:pt x="455015" y="29210"/>
                    </a:lnTo>
                    <a:lnTo>
                      <a:pt x="459663" y="36830"/>
                    </a:lnTo>
                    <a:lnTo>
                      <a:pt x="466547" y="40640"/>
                    </a:lnTo>
                    <a:lnTo>
                      <a:pt x="474980" y="43180"/>
                    </a:lnTo>
                    <a:lnTo>
                      <a:pt x="480428" y="43180"/>
                    </a:lnTo>
                    <a:lnTo>
                      <a:pt x="485317" y="40640"/>
                    </a:lnTo>
                    <a:lnTo>
                      <a:pt x="489115" y="36830"/>
                    </a:lnTo>
                    <a:lnTo>
                      <a:pt x="529234" y="68580"/>
                    </a:lnTo>
                    <a:lnTo>
                      <a:pt x="529234" y="86360"/>
                    </a:lnTo>
                    <a:lnTo>
                      <a:pt x="511797" y="100330"/>
                    </a:lnTo>
                    <a:lnTo>
                      <a:pt x="503897" y="93980"/>
                    </a:lnTo>
                    <a:lnTo>
                      <a:pt x="499160" y="90170"/>
                    </a:lnTo>
                    <a:lnTo>
                      <a:pt x="494423" y="86360"/>
                    </a:lnTo>
                    <a:lnTo>
                      <a:pt x="495211" y="85090"/>
                    </a:lnTo>
                    <a:lnTo>
                      <a:pt x="495833" y="83820"/>
                    </a:lnTo>
                    <a:lnTo>
                      <a:pt x="496189" y="81280"/>
                    </a:lnTo>
                    <a:lnTo>
                      <a:pt x="527405" y="81280"/>
                    </a:lnTo>
                    <a:lnTo>
                      <a:pt x="527773" y="83820"/>
                    </a:lnTo>
                    <a:lnTo>
                      <a:pt x="528434" y="85090"/>
                    </a:lnTo>
                    <a:lnTo>
                      <a:pt x="529234" y="86360"/>
                    </a:lnTo>
                    <a:lnTo>
                      <a:pt x="529234" y="68580"/>
                    </a:lnTo>
                    <a:lnTo>
                      <a:pt x="528434" y="69850"/>
                    </a:lnTo>
                    <a:lnTo>
                      <a:pt x="527773" y="71120"/>
                    </a:lnTo>
                    <a:lnTo>
                      <a:pt x="527405" y="72390"/>
                    </a:lnTo>
                    <a:lnTo>
                      <a:pt x="496189" y="72390"/>
                    </a:lnTo>
                    <a:lnTo>
                      <a:pt x="493496" y="66040"/>
                    </a:lnTo>
                    <a:lnTo>
                      <a:pt x="492315" y="64770"/>
                    </a:lnTo>
                    <a:lnTo>
                      <a:pt x="488746" y="60960"/>
                    </a:lnTo>
                    <a:lnTo>
                      <a:pt x="487972" y="60502"/>
                    </a:lnTo>
                    <a:lnTo>
                      <a:pt x="487972" y="69850"/>
                    </a:lnTo>
                    <a:lnTo>
                      <a:pt x="487972" y="85090"/>
                    </a:lnTo>
                    <a:lnTo>
                      <a:pt x="482168" y="90170"/>
                    </a:lnTo>
                    <a:lnTo>
                      <a:pt x="467817" y="90170"/>
                    </a:lnTo>
                    <a:lnTo>
                      <a:pt x="461975" y="85090"/>
                    </a:lnTo>
                    <a:lnTo>
                      <a:pt x="461975" y="69850"/>
                    </a:lnTo>
                    <a:lnTo>
                      <a:pt x="467817" y="64770"/>
                    </a:lnTo>
                    <a:lnTo>
                      <a:pt x="482168" y="64770"/>
                    </a:lnTo>
                    <a:lnTo>
                      <a:pt x="487972" y="69850"/>
                    </a:lnTo>
                    <a:lnTo>
                      <a:pt x="487972" y="60502"/>
                    </a:lnTo>
                    <a:lnTo>
                      <a:pt x="482422" y="57150"/>
                    </a:lnTo>
                    <a:lnTo>
                      <a:pt x="474980" y="55880"/>
                    </a:lnTo>
                    <a:lnTo>
                      <a:pt x="466547" y="57150"/>
                    </a:lnTo>
                    <a:lnTo>
                      <a:pt x="459663" y="62230"/>
                    </a:lnTo>
                    <a:lnTo>
                      <a:pt x="455015" y="68580"/>
                    </a:lnTo>
                    <a:lnTo>
                      <a:pt x="453313" y="77470"/>
                    </a:lnTo>
                    <a:lnTo>
                      <a:pt x="455015" y="86360"/>
                    </a:lnTo>
                    <a:lnTo>
                      <a:pt x="459663" y="92710"/>
                    </a:lnTo>
                    <a:lnTo>
                      <a:pt x="466547" y="97790"/>
                    </a:lnTo>
                    <a:lnTo>
                      <a:pt x="474980" y="99060"/>
                    </a:lnTo>
                    <a:lnTo>
                      <a:pt x="480428" y="99060"/>
                    </a:lnTo>
                    <a:lnTo>
                      <a:pt x="485317" y="96520"/>
                    </a:lnTo>
                    <a:lnTo>
                      <a:pt x="489115" y="93980"/>
                    </a:lnTo>
                    <a:lnTo>
                      <a:pt x="504685" y="105410"/>
                    </a:lnTo>
                    <a:lnTo>
                      <a:pt x="489115" y="116840"/>
                    </a:lnTo>
                    <a:lnTo>
                      <a:pt x="487972" y="116078"/>
                    </a:lnTo>
                    <a:lnTo>
                      <a:pt x="487972" y="127000"/>
                    </a:lnTo>
                    <a:lnTo>
                      <a:pt x="487972" y="140970"/>
                    </a:lnTo>
                    <a:lnTo>
                      <a:pt x="482168" y="146050"/>
                    </a:lnTo>
                    <a:lnTo>
                      <a:pt x="467817" y="146050"/>
                    </a:lnTo>
                    <a:lnTo>
                      <a:pt x="461975" y="140970"/>
                    </a:lnTo>
                    <a:lnTo>
                      <a:pt x="461975" y="127000"/>
                    </a:lnTo>
                    <a:lnTo>
                      <a:pt x="467817" y="120650"/>
                    </a:lnTo>
                    <a:lnTo>
                      <a:pt x="482168" y="120650"/>
                    </a:lnTo>
                    <a:lnTo>
                      <a:pt x="487972" y="127000"/>
                    </a:lnTo>
                    <a:lnTo>
                      <a:pt x="487972" y="116078"/>
                    </a:lnTo>
                    <a:lnTo>
                      <a:pt x="485317" y="114300"/>
                    </a:lnTo>
                    <a:lnTo>
                      <a:pt x="480428" y="111760"/>
                    </a:lnTo>
                    <a:lnTo>
                      <a:pt x="474980" y="111760"/>
                    </a:lnTo>
                    <a:lnTo>
                      <a:pt x="466547" y="114300"/>
                    </a:lnTo>
                    <a:lnTo>
                      <a:pt x="459663" y="118110"/>
                    </a:lnTo>
                    <a:lnTo>
                      <a:pt x="455015" y="125730"/>
                    </a:lnTo>
                    <a:lnTo>
                      <a:pt x="453313" y="133350"/>
                    </a:lnTo>
                    <a:lnTo>
                      <a:pt x="455015" y="142240"/>
                    </a:lnTo>
                    <a:lnTo>
                      <a:pt x="459663" y="148590"/>
                    </a:lnTo>
                    <a:lnTo>
                      <a:pt x="466547" y="153670"/>
                    </a:lnTo>
                    <a:lnTo>
                      <a:pt x="474980" y="154940"/>
                    </a:lnTo>
                    <a:lnTo>
                      <a:pt x="480428" y="154940"/>
                    </a:lnTo>
                    <a:lnTo>
                      <a:pt x="485317" y="153670"/>
                    </a:lnTo>
                    <a:lnTo>
                      <a:pt x="489115" y="149860"/>
                    </a:lnTo>
                    <a:lnTo>
                      <a:pt x="504685" y="161290"/>
                    </a:lnTo>
                    <a:lnTo>
                      <a:pt x="489115" y="173990"/>
                    </a:lnTo>
                    <a:lnTo>
                      <a:pt x="487972" y="172847"/>
                    </a:lnTo>
                    <a:lnTo>
                      <a:pt x="487972" y="182880"/>
                    </a:lnTo>
                    <a:lnTo>
                      <a:pt x="487972" y="196850"/>
                    </a:lnTo>
                    <a:lnTo>
                      <a:pt x="482168" y="203200"/>
                    </a:lnTo>
                    <a:lnTo>
                      <a:pt x="467817" y="203200"/>
                    </a:lnTo>
                    <a:lnTo>
                      <a:pt x="461975" y="196850"/>
                    </a:lnTo>
                    <a:lnTo>
                      <a:pt x="461975" y="182880"/>
                    </a:lnTo>
                    <a:lnTo>
                      <a:pt x="467817" y="176530"/>
                    </a:lnTo>
                    <a:lnTo>
                      <a:pt x="482168" y="176530"/>
                    </a:lnTo>
                    <a:lnTo>
                      <a:pt x="487972" y="182880"/>
                    </a:lnTo>
                    <a:lnTo>
                      <a:pt x="487972" y="172847"/>
                    </a:lnTo>
                    <a:lnTo>
                      <a:pt x="485317" y="170180"/>
                    </a:lnTo>
                    <a:lnTo>
                      <a:pt x="480428" y="168910"/>
                    </a:lnTo>
                    <a:lnTo>
                      <a:pt x="474980" y="168910"/>
                    </a:lnTo>
                    <a:lnTo>
                      <a:pt x="466547" y="170180"/>
                    </a:lnTo>
                    <a:lnTo>
                      <a:pt x="459663" y="175260"/>
                    </a:lnTo>
                    <a:lnTo>
                      <a:pt x="455015" y="181610"/>
                    </a:lnTo>
                    <a:lnTo>
                      <a:pt x="453313" y="190500"/>
                    </a:lnTo>
                    <a:lnTo>
                      <a:pt x="455015" y="198120"/>
                    </a:lnTo>
                    <a:lnTo>
                      <a:pt x="459663" y="205740"/>
                    </a:lnTo>
                    <a:lnTo>
                      <a:pt x="466547" y="209550"/>
                    </a:lnTo>
                    <a:lnTo>
                      <a:pt x="474980" y="212090"/>
                    </a:lnTo>
                    <a:lnTo>
                      <a:pt x="482422" y="210820"/>
                    </a:lnTo>
                    <a:lnTo>
                      <a:pt x="488746" y="207010"/>
                    </a:lnTo>
                    <a:lnTo>
                      <a:pt x="491604" y="203200"/>
                    </a:lnTo>
                    <a:lnTo>
                      <a:pt x="493496" y="200660"/>
                    </a:lnTo>
                    <a:lnTo>
                      <a:pt x="496189" y="194310"/>
                    </a:lnTo>
                    <a:lnTo>
                      <a:pt x="527405" y="194310"/>
                    </a:lnTo>
                    <a:lnTo>
                      <a:pt x="527773" y="195580"/>
                    </a:lnTo>
                    <a:lnTo>
                      <a:pt x="528434" y="198120"/>
                    </a:lnTo>
                    <a:lnTo>
                      <a:pt x="529234" y="199390"/>
                    </a:lnTo>
                    <a:lnTo>
                      <a:pt x="489115" y="229870"/>
                    </a:lnTo>
                    <a:lnTo>
                      <a:pt x="487972" y="229108"/>
                    </a:lnTo>
                    <a:lnTo>
                      <a:pt x="487972" y="238760"/>
                    </a:lnTo>
                    <a:lnTo>
                      <a:pt x="487972" y="254000"/>
                    </a:lnTo>
                    <a:lnTo>
                      <a:pt x="482168" y="259080"/>
                    </a:lnTo>
                    <a:lnTo>
                      <a:pt x="467817" y="259080"/>
                    </a:lnTo>
                    <a:lnTo>
                      <a:pt x="461975" y="254000"/>
                    </a:lnTo>
                    <a:lnTo>
                      <a:pt x="461975" y="238760"/>
                    </a:lnTo>
                    <a:lnTo>
                      <a:pt x="467817" y="233680"/>
                    </a:lnTo>
                    <a:lnTo>
                      <a:pt x="482168" y="233680"/>
                    </a:lnTo>
                    <a:lnTo>
                      <a:pt x="487972" y="238760"/>
                    </a:lnTo>
                    <a:lnTo>
                      <a:pt x="487972" y="229108"/>
                    </a:lnTo>
                    <a:lnTo>
                      <a:pt x="485317" y="227330"/>
                    </a:lnTo>
                    <a:lnTo>
                      <a:pt x="480428" y="224790"/>
                    </a:lnTo>
                    <a:lnTo>
                      <a:pt x="474980" y="224790"/>
                    </a:lnTo>
                    <a:lnTo>
                      <a:pt x="466547" y="226060"/>
                    </a:lnTo>
                    <a:lnTo>
                      <a:pt x="459663" y="231140"/>
                    </a:lnTo>
                    <a:lnTo>
                      <a:pt x="455015" y="237490"/>
                    </a:lnTo>
                    <a:lnTo>
                      <a:pt x="453313" y="246380"/>
                    </a:lnTo>
                    <a:lnTo>
                      <a:pt x="455015" y="255270"/>
                    </a:lnTo>
                    <a:lnTo>
                      <a:pt x="459663" y="261620"/>
                    </a:lnTo>
                    <a:lnTo>
                      <a:pt x="466547" y="266700"/>
                    </a:lnTo>
                    <a:lnTo>
                      <a:pt x="474980" y="267970"/>
                    </a:lnTo>
                    <a:lnTo>
                      <a:pt x="483412" y="266700"/>
                    </a:lnTo>
                    <a:lnTo>
                      <a:pt x="490308" y="261620"/>
                    </a:lnTo>
                    <a:lnTo>
                      <a:pt x="492163" y="259080"/>
                    </a:lnTo>
                    <a:lnTo>
                      <a:pt x="494957" y="255270"/>
                    </a:lnTo>
                    <a:lnTo>
                      <a:pt x="496658" y="246380"/>
                    </a:lnTo>
                    <a:lnTo>
                      <a:pt x="496658" y="242570"/>
                    </a:lnTo>
                    <a:lnTo>
                      <a:pt x="495795" y="240030"/>
                    </a:lnTo>
                    <a:lnTo>
                      <a:pt x="494423" y="237490"/>
                    </a:lnTo>
                    <a:lnTo>
                      <a:pt x="499224" y="233680"/>
                    </a:lnTo>
                    <a:lnTo>
                      <a:pt x="504037" y="229870"/>
                    </a:lnTo>
                    <a:lnTo>
                      <a:pt x="534517" y="205740"/>
                    </a:lnTo>
                    <a:lnTo>
                      <a:pt x="538314" y="209550"/>
                    </a:lnTo>
                    <a:lnTo>
                      <a:pt x="543217" y="212090"/>
                    </a:lnTo>
                    <a:lnTo>
                      <a:pt x="548627" y="212090"/>
                    </a:lnTo>
                    <a:lnTo>
                      <a:pt x="556082" y="210820"/>
                    </a:lnTo>
                    <a:lnTo>
                      <a:pt x="562432" y="207010"/>
                    </a:lnTo>
                    <a:lnTo>
                      <a:pt x="563384" y="205740"/>
                    </a:lnTo>
                    <a:lnTo>
                      <a:pt x="565277" y="203200"/>
                    </a:lnTo>
                    <a:lnTo>
                      <a:pt x="567182" y="200660"/>
                    </a:lnTo>
                    <a:lnTo>
                      <a:pt x="569861" y="194310"/>
                    </a:lnTo>
                    <a:lnTo>
                      <a:pt x="591985" y="194310"/>
                    </a:lnTo>
                    <a:lnTo>
                      <a:pt x="591985" y="210820"/>
                    </a:lnTo>
                    <a:lnTo>
                      <a:pt x="597789" y="215900"/>
                    </a:lnTo>
                    <a:lnTo>
                      <a:pt x="612140" y="215900"/>
                    </a:lnTo>
                    <a:lnTo>
                      <a:pt x="617982" y="210820"/>
                    </a:lnTo>
                    <a:lnTo>
                      <a:pt x="617982" y="207010"/>
                    </a:lnTo>
                    <a:lnTo>
                      <a:pt x="617982" y="203200"/>
                    </a:lnTo>
                    <a:lnTo>
                      <a:pt x="624865" y="203200"/>
                    </a:lnTo>
                    <a:lnTo>
                      <a:pt x="675563" y="254000"/>
                    </a:lnTo>
                    <a:lnTo>
                      <a:pt x="676402" y="254000"/>
                    </a:lnTo>
                    <a:lnTo>
                      <a:pt x="677494" y="255270"/>
                    </a:lnTo>
                    <a:lnTo>
                      <a:pt x="688086" y="255270"/>
                    </a:lnTo>
                    <a:lnTo>
                      <a:pt x="689914" y="260350"/>
                    </a:lnTo>
                    <a:lnTo>
                      <a:pt x="694651" y="264160"/>
                    </a:lnTo>
                    <a:lnTo>
                      <a:pt x="707453" y="264160"/>
                    </a:lnTo>
                    <a:lnTo>
                      <a:pt x="713308" y="257810"/>
                    </a:lnTo>
                    <a:lnTo>
                      <a:pt x="713308" y="243840"/>
                    </a:lnTo>
                    <a:lnTo>
                      <a:pt x="707453" y="237490"/>
                    </a:lnTo>
                    <a:lnTo>
                      <a:pt x="704646" y="237490"/>
                    </a:lnTo>
                    <a:lnTo>
                      <a:pt x="704646" y="248920"/>
                    </a:lnTo>
                    <a:lnTo>
                      <a:pt x="704646" y="252730"/>
                    </a:lnTo>
                    <a:lnTo>
                      <a:pt x="702678" y="255270"/>
                    </a:lnTo>
                    <a:lnTo>
                      <a:pt x="697941" y="255270"/>
                    </a:lnTo>
                    <a:lnTo>
                      <a:pt x="695960" y="252730"/>
                    </a:lnTo>
                    <a:lnTo>
                      <a:pt x="695960" y="248920"/>
                    </a:lnTo>
                    <a:lnTo>
                      <a:pt x="697941" y="246380"/>
                    </a:lnTo>
                    <a:lnTo>
                      <a:pt x="702678" y="246380"/>
                    </a:lnTo>
                    <a:lnTo>
                      <a:pt x="704646" y="248920"/>
                    </a:lnTo>
                    <a:lnTo>
                      <a:pt x="704646" y="237490"/>
                    </a:lnTo>
                    <a:lnTo>
                      <a:pt x="694651" y="237490"/>
                    </a:lnTo>
                    <a:lnTo>
                      <a:pt x="689914" y="241300"/>
                    </a:lnTo>
                    <a:lnTo>
                      <a:pt x="688086" y="246380"/>
                    </a:lnTo>
                    <a:lnTo>
                      <a:pt x="680427" y="246380"/>
                    </a:lnTo>
                    <a:lnTo>
                      <a:pt x="637692" y="203200"/>
                    </a:lnTo>
                    <a:lnTo>
                      <a:pt x="628904" y="194310"/>
                    </a:lnTo>
                    <a:lnTo>
                      <a:pt x="617982" y="194310"/>
                    </a:lnTo>
                    <a:lnTo>
                      <a:pt x="617982" y="181610"/>
                    </a:lnTo>
                    <a:lnTo>
                      <a:pt x="637857" y="181610"/>
                    </a:lnTo>
                    <a:lnTo>
                      <a:pt x="672045" y="215900"/>
                    </a:lnTo>
                    <a:lnTo>
                      <a:pt x="688086" y="215900"/>
                    </a:lnTo>
                    <a:lnTo>
                      <a:pt x="689914" y="220980"/>
                    </a:lnTo>
                    <a:lnTo>
                      <a:pt x="694651" y="224790"/>
                    </a:lnTo>
                    <a:lnTo>
                      <a:pt x="707453" y="224790"/>
                    </a:lnTo>
                    <a:lnTo>
                      <a:pt x="713308" y="218440"/>
                    </a:lnTo>
                    <a:lnTo>
                      <a:pt x="713308" y="204470"/>
                    </a:lnTo>
                    <a:lnTo>
                      <a:pt x="707453" y="198120"/>
                    </a:lnTo>
                    <a:lnTo>
                      <a:pt x="704646" y="198120"/>
                    </a:lnTo>
                    <a:lnTo>
                      <a:pt x="704646" y="209550"/>
                    </a:lnTo>
                    <a:lnTo>
                      <a:pt x="704646" y="214630"/>
                    </a:lnTo>
                    <a:lnTo>
                      <a:pt x="702678" y="215900"/>
                    </a:lnTo>
                    <a:lnTo>
                      <a:pt x="697941" y="215900"/>
                    </a:lnTo>
                    <a:lnTo>
                      <a:pt x="695960" y="214630"/>
                    </a:lnTo>
                    <a:lnTo>
                      <a:pt x="695960" y="209550"/>
                    </a:lnTo>
                    <a:lnTo>
                      <a:pt x="697941" y="207010"/>
                    </a:lnTo>
                    <a:lnTo>
                      <a:pt x="702678" y="207010"/>
                    </a:lnTo>
                    <a:lnTo>
                      <a:pt x="704646" y="209550"/>
                    </a:lnTo>
                    <a:lnTo>
                      <a:pt x="704646" y="198120"/>
                    </a:lnTo>
                    <a:lnTo>
                      <a:pt x="694651" y="198120"/>
                    </a:lnTo>
                    <a:lnTo>
                      <a:pt x="689914" y="201930"/>
                    </a:lnTo>
                    <a:lnTo>
                      <a:pt x="688086" y="207010"/>
                    </a:lnTo>
                    <a:lnTo>
                      <a:pt x="676122" y="207010"/>
                    </a:lnTo>
                    <a:lnTo>
                      <a:pt x="650773" y="181610"/>
                    </a:lnTo>
                    <a:lnTo>
                      <a:pt x="641896" y="172720"/>
                    </a:lnTo>
                    <a:lnTo>
                      <a:pt x="617982" y="172720"/>
                    </a:lnTo>
                    <a:lnTo>
                      <a:pt x="617982" y="160020"/>
                    </a:lnTo>
                    <a:lnTo>
                      <a:pt x="655167" y="160020"/>
                    </a:lnTo>
                    <a:lnTo>
                      <a:pt x="672045" y="176530"/>
                    </a:lnTo>
                    <a:lnTo>
                      <a:pt x="688086" y="176530"/>
                    </a:lnTo>
                    <a:lnTo>
                      <a:pt x="689914" y="181610"/>
                    </a:lnTo>
                    <a:lnTo>
                      <a:pt x="694651" y="185420"/>
                    </a:lnTo>
                    <a:lnTo>
                      <a:pt x="707453" y="185420"/>
                    </a:lnTo>
                    <a:lnTo>
                      <a:pt x="713308" y="180340"/>
                    </a:lnTo>
                    <a:lnTo>
                      <a:pt x="713308" y="165100"/>
                    </a:lnTo>
                    <a:lnTo>
                      <a:pt x="707453" y="160020"/>
                    </a:lnTo>
                    <a:lnTo>
                      <a:pt x="704646" y="160020"/>
                    </a:lnTo>
                    <a:lnTo>
                      <a:pt x="704646" y="170180"/>
                    </a:lnTo>
                    <a:lnTo>
                      <a:pt x="704646" y="175260"/>
                    </a:lnTo>
                    <a:lnTo>
                      <a:pt x="702678" y="176530"/>
                    </a:lnTo>
                    <a:lnTo>
                      <a:pt x="697941" y="176530"/>
                    </a:lnTo>
                    <a:lnTo>
                      <a:pt x="695960" y="175260"/>
                    </a:lnTo>
                    <a:lnTo>
                      <a:pt x="695960" y="170180"/>
                    </a:lnTo>
                    <a:lnTo>
                      <a:pt x="697941" y="168910"/>
                    </a:lnTo>
                    <a:lnTo>
                      <a:pt x="702678" y="168910"/>
                    </a:lnTo>
                    <a:lnTo>
                      <a:pt x="704646" y="170180"/>
                    </a:lnTo>
                    <a:lnTo>
                      <a:pt x="704646" y="160020"/>
                    </a:lnTo>
                    <a:lnTo>
                      <a:pt x="694651" y="160020"/>
                    </a:lnTo>
                    <a:lnTo>
                      <a:pt x="689914" y="163830"/>
                    </a:lnTo>
                    <a:lnTo>
                      <a:pt x="688086" y="168910"/>
                    </a:lnTo>
                    <a:lnTo>
                      <a:pt x="676122" y="168910"/>
                    </a:lnTo>
                    <a:lnTo>
                      <a:pt x="667689" y="160020"/>
                    </a:lnTo>
                    <a:lnTo>
                      <a:pt x="659244" y="151130"/>
                    </a:lnTo>
                    <a:lnTo>
                      <a:pt x="617982" y="151130"/>
                    </a:lnTo>
                    <a:lnTo>
                      <a:pt x="617982" y="138430"/>
                    </a:lnTo>
                    <a:lnTo>
                      <a:pt x="688086" y="138430"/>
                    </a:lnTo>
                    <a:lnTo>
                      <a:pt x="689914" y="143510"/>
                    </a:lnTo>
                    <a:lnTo>
                      <a:pt x="694651" y="146050"/>
                    </a:lnTo>
                    <a:lnTo>
                      <a:pt x="707453" y="146050"/>
                    </a:lnTo>
                    <a:lnTo>
                      <a:pt x="713308" y="140970"/>
                    </a:lnTo>
                    <a:lnTo>
                      <a:pt x="713308" y="127000"/>
                    </a:lnTo>
                    <a:lnTo>
                      <a:pt x="707453" y="120650"/>
                    </a:lnTo>
                    <a:lnTo>
                      <a:pt x="704646" y="120650"/>
                    </a:lnTo>
                    <a:lnTo>
                      <a:pt x="704646" y="130810"/>
                    </a:lnTo>
                    <a:lnTo>
                      <a:pt x="704646" y="135890"/>
                    </a:lnTo>
                    <a:lnTo>
                      <a:pt x="702678" y="138430"/>
                    </a:lnTo>
                    <a:lnTo>
                      <a:pt x="697941" y="138430"/>
                    </a:lnTo>
                    <a:lnTo>
                      <a:pt x="695960" y="135890"/>
                    </a:lnTo>
                    <a:lnTo>
                      <a:pt x="695960" y="130810"/>
                    </a:lnTo>
                    <a:lnTo>
                      <a:pt x="697941" y="129540"/>
                    </a:lnTo>
                    <a:lnTo>
                      <a:pt x="702678" y="129540"/>
                    </a:lnTo>
                    <a:lnTo>
                      <a:pt x="704646" y="130810"/>
                    </a:lnTo>
                    <a:lnTo>
                      <a:pt x="704646" y="120650"/>
                    </a:lnTo>
                    <a:lnTo>
                      <a:pt x="694651" y="120650"/>
                    </a:lnTo>
                    <a:lnTo>
                      <a:pt x="689914" y="124460"/>
                    </a:lnTo>
                    <a:lnTo>
                      <a:pt x="688086" y="129540"/>
                    </a:lnTo>
                    <a:lnTo>
                      <a:pt x="617982" y="129540"/>
                    </a:lnTo>
                    <a:lnTo>
                      <a:pt x="617982" y="116840"/>
                    </a:lnTo>
                    <a:lnTo>
                      <a:pt x="658139" y="116840"/>
                    </a:lnTo>
                    <a:lnTo>
                      <a:pt x="659244" y="115570"/>
                    </a:lnTo>
                    <a:lnTo>
                      <a:pt x="667042" y="107950"/>
                    </a:lnTo>
                    <a:lnTo>
                      <a:pt x="676122" y="99060"/>
                    </a:lnTo>
                    <a:lnTo>
                      <a:pt x="688086" y="99060"/>
                    </a:lnTo>
                    <a:lnTo>
                      <a:pt x="689914" y="104140"/>
                    </a:lnTo>
                    <a:lnTo>
                      <a:pt x="694651" y="107950"/>
                    </a:lnTo>
                    <a:lnTo>
                      <a:pt x="707453" y="107950"/>
                    </a:lnTo>
                    <a:lnTo>
                      <a:pt x="713308" y="101600"/>
                    </a:lnTo>
                    <a:lnTo>
                      <a:pt x="713308" y="87630"/>
                    </a:lnTo>
                    <a:lnTo>
                      <a:pt x="707453" y="81280"/>
                    </a:lnTo>
                    <a:lnTo>
                      <a:pt x="704646" y="81280"/>
                    </a:lnTo>
                    <a:lnTo>
                      <a:pt x="704646" y="92710"/>
                    </a:lnTo>
                    <a:lnTo>
                      <a:pt x="704646" y="96520"/>
                    </a:lnTo>
                    <a:lnTo>
                      <a:pt x="702678" y="99060"/>
                    </a:lnTo>
                    <a:lnTo>
                      <a:pt x="697941" y="99060"/>
                    </a:lnTo>
                    <a:lnTo>
                      <a:pt x="695960" y="96520"/>
                    </a:lnTo>
                    <a:lnTo>
                      <a:pt x="695960" y="92710"/>
                    </a:lnTo>
                    <a:lnTo>
                      <a:pt x="697941" y="90170"/>
                    </a:lnTo>
                    <a:lnTo>
                      <a:pt x="702678" y="90170"/>
                    </a:lnTo>
                    <a:lnTo>
                      <a:pt x="704646" y="92710"/>
                    </a:lnTo>
                    <a:lnTo>
                      <a:pt x="704646" y="81280"/>
                    </a:lnTo>
                    <a:lnTo>
                      <a:pt x="694651" y="81280"/>
                    </a:lnTo>
                    <a:lnTo>
                      <a:pt x="689914" y="85090"/>
                    </a:lnTo>
                    <a:lnTo>
                      <a:pt x="688086" y="90170"/>
                    </a:lnTo>
                    <a:lnTo>
                      <a:pt x="673163" y="90170"/>
                    </a:lnTo>
                    <a:lnTo>
                      <a:pt x="672045" y="91440"/>
                    </a:lnTo>
                    <a:lnTo>
                      <a:pt x="655167" y="107950"/>
                    </a:lnTo>
                    <a:lnTo>
                      <a:pt x="617982" y="107950"/>
                    </a:lnTo>
                    <a:lnTo>
                      <a:pt x="617982" y="95250"/>
                    </a:lnTo>
                    <a:lnTo>
                      <a:pt x="640791" y="95250"/>
                    </a:lnTo>
                    <a:lnTo>
                      <a:pt x="641896" y="93980"/>
                    </a:lnTo>
                    <a:lnTo>
                      <a:pt x="649503" y="86360"/>
                    </a:lnTo>
                    <a:lnTo>
                      <a:pt x="676122" y="59690"/>
                    </a:lnTo>
                    <a:lnTo>
                      <a:pt x="688086" y="59690"/>
                    </a:lnTo>
                    <a:lnTo>
                      <a:pt x="689914" y="64770"/>
                    </a:lnTo>
                    <a:lnTo>
                      <a:pt x="694651" y="68580"/>
                    </a:lnTo>
                    <a:lnTo>
                      <a:pt x="707453" y="68580"/>
                    </a:lnTo>
                    <a:lnTo>
                      <a:pt x="713308" y="63500"/>
                    </a:lnTo>
                    <a:lnTo>
                      <a:pt x="713308" y="48260"/>
                    </a:lnTo>
                    <a:lnTo>
                      <a:pt x="707453" y="43180"/>
                    </a:lnTo>
                    <a:lnTo>
                      <a:pt x="704646" y="43180"/>
                    </a:lnTo>
                    <a:lnTo>
                      <a:pt x="704646" y="53340"/>
                    </a:lnTo>
                    <a:lnTo>
                      <a:pt x="704646" y="58420"/>
                    </a:lnTo>
                    <a:lnTo>
                      <a:pt x="702678" y="59690"/>
                    </a:lnTo>
                    <a:lnTo>
                      <a:pt x="697941" y="59690"/>
                    </a:lnTo>
                    <a:lnTo>
                      <a:pt x="695960" y="58420"/>
                    </a:lnTo>
                    <a:lnTo>
                      <a:pt x="695960" y="53340"/>
                    </a:lnTo>
                    <a:lnTo>
                      <a:pt x="697941" y="50800"/>
                    </a:lnTo>
                    <a:lnTo>
                      <a:pt x="702678" y="50800"/>
                    </a:lnTo>
                    <a:lnTo>
                      <a:pt x="704646" y="53340"/>
                    </a:lnTo>
                    <a:lnTo>
                      <a:pt x="704646" y="43180"/>
                    </a:lnTo>
                    <a:lnTo>
                      <a:pt x="694651" y="43180"/>
                    </a:lnTo>
                    <a:lnTo>
                      <a:pt x="689914" y="45720"/>
                    </a:lnTo>
                    <a:lnTo>
                      <a:pt x="688086" y="50800"/>
                    </a:lnTo>
                    <a:lnTo>
                      <a:pt x="673163" y="50800"/>
                    </a:lnTo>
                    <a:lnTo>
                      <a:pt x="672045" y="52070"/>
                    </a:lnTo>
                    <a:lnTo>
                      <a:pt x="637857" y="86360"/>
                    </a:lnTo>
                    <a:lnTo>
                      <a:pt x="617982" y="86360"/>
                    </a:lnTo>
                    <a:lnTo>
                      <a:pt x="617982" y="72390"/>
                    </a:lnTo>
                    <a:lnTo>
                      <a:pt x="628904" y="72390"/>
                    </a:lnTo>
                    <a:lnTo>
                      <a:pt x="636625" y="64770"/>
                    </a:lnTo>
                    <a:lnTo>
                      <a:pt x="680427" y="21590"/>
                    </a:lnTo>
                    <a:lnTo>
                      <a:pt x="688086" y="21590"/>
                    </a:lnTo>
                    <a:lnTo>
                      <a:pt x="689914" y="26670"/>
                    </a:lnTo>
                    <a:lnTo>
                      <a:pt x="694651" y="29210"/>
                    </a:lnTo>
                    <a:lnTo>
                      <a:pt x="707453" y="29210"/>
                    </a:lnTo>
                    <a:lnTo>
                      <a:pt x="713308" y="24130"/>
                    </a:lnTo>
                    <a:lnTo>
                      <a:pt x="713308" y="10160"/>
                    </a:lnTo>
                    <a:close/>
                  </a:path>
                </a:pathLst>
              </a:custGeom>
              <a:solidFill>
                <a:srgbClr val="000000"/>
              </a:solidFill>
            </p:spPr>
            <p:txBody>
              <a:bodyPr wrap="square" lIns="0" tIns="0" rIns="0" bIns="0" rtlCol="0"/>
              <a:lstStyle/>
              <a:p>
                <a:endParaRPr sz="3804"/>
              </a:p>
            </p:txBody>
          </p:sp>
          <p:pic>
            <p:nvPicPr>
              <p:cNvPr id="12" name="object 12"/>
              <p:cNvPicPr/>
              <p:nvPr/>
            </p:nvPicPr>
            <p:blipFill>
              <a:blip r:embed="rId3" cstate="print"/>
              <a:stretch>
                <a:fillRect/>
              </a:stretch>
            </p:blipFill>
            <p:spPr>
              <a:xfrm>
                <a:off x="3597635" y="1026059"/>
                <a:ext cx="88015" cy="217792"/>
              </a:xfrm>
              <a:prstGeom prst="rect">
                <a:avLst/>
              </a:prstGeom>
            </p:spPr>
          </p:pic>
          <p:pic>
            <p:nvPicPr>
              <p:cNvPr id="13" name="object 13"/>
              <p:cNvPicPr/>
              <p:nvPr/>
            </p:nvPicPr>
            <p:blipFill>
              <a:blip r:embed="rId4" cstate="print"/>
              <a:stretch>
                <a:fillRect/>
              </a:stretch>
            </p:blipFill>
            <p:spPr>
              <a:xfrm>
                <a:off x="3796853" y="1026059"/>
                <a:ext cx="88045" cy="217792"/>
              </a:xfrm>
              <a:prstGeom prst="rect">
                <a:avLst/>
              </a:prstGeom>
            </p:spPr>
          </p:pic>
          <p:sp>
            <p:nvSpPr>
              <p:cNvPr id="14" name="object 14"/>
              <p:cNvSpPr/>
              <p:nvPr/>
            </p:nvSpPr>
            <p:spPr>
              <a:xfrm>
                <a:off x="3736619" y="1165085"/>
                <a:ext cx="9525" cy="46355"/>
              </a:xfrm>
              <a:custGeom>
                <a:avLst/>
                <a:gdLst/>
                <a:ahLst/>
                <a:cxnLst/>
                <a:rect l="l" t="t" r="r" b="b"/>
                <a:pathLst>
                  <a:path w="9525" h="46355">
                    <a:moveTo>
                      <a:pt x="9283" y="37071"/>
                    </a:moveTo>
                    <a:lnTo>
                      <a:pt x="0" y="37071"/>
                    </a:lnTo>
                    <a:lnTo>
                      <a:pt x="0" y="46316"/>
                    </a:lnTo>
                    <a:lnTo>
                      <a:pt x="9283" y="46316"/>
                    </a:lnTo>
                    <a:lnTo>
                      <a:pt x="9283" y="37071"/>
                    </a:lnTo>
                    <a:close/>
                  </a:path>
                  <a:path w="9525" h="46355">
                    <a:moveTo>
                      <a:pt x="9283" y="18542"/>
                    </a:moveTo>
                    <a:lnTo>
                      <a:pt x="0" y="18542"/>
                    </a:lnTo>
                    <a:lnTo>
                      <a:pt x="0" y="27787"/>
                    </a:lnTo>
                    <a:lnTo>
                      <a:pt x="9283" y="27787"/>
                    </a:lnTo>
                    <a:lnTo>
                      <a:pt x="9283" y="18542"/>
                    </a:lnTo>
                    <a:close/>
                  </a:path>
                  <a:path w="9525" h="46355">
                    <a:moveTo>
                      <a:pt x="9283" y="0"/>
                    </a:moveTo>
                    <a:lnTo>
                      <a:pt x="0" y="0"/>
                    </a:lnTo>
                    <a:lnTo>
                      <a:pt x="0" y="9245"/>
                    </a:lnTo>
                    <a:lnTo>
                      <a:pt x="9283" y="9245"/>
                    </a:lnTo>
                    <a:lnTo>
                      <a:pt x="9283" y="0"/>
                    </a:lnTo>
                    <a:close/>
                  </a:path>
                </a:pathLst>
              </a:custGeom>
              <a:solidFill>
                <a:srgbClr val="000000"/>
              </a:solidFill>
            </p:spPr>
            <p:txBody>
              <a:bodyPr wrap="square" lIns="0" tIns="0" rIns="0" bIns="0" rtlCol="0"/>
              <a:lstStyle/>
              <a:p>
                <a:endParaRPr sz="3804"/>
              </a:p>
            </p:txBody>
          </p:sp>
          <p:sp>
            <p:nvSpPr>
              <p:cNvPr id="15" name="object 15"/>
              <p:cNvSpPr/>
              <p:nvPr/>
            </p:nvSpPr>
            <p:spPr>
              <a:xfrm>
                <a:off x="2730098" y="1977899"/>
                <a:ext cx="527050" cy="635"/>
              </a:xfrm>
              <a:custGeom>
                <a:avLst/>
                <a:gdLst/>
                <a:ahLst/>
                <a:cxnLst/>
                <a:rect l="l" t="t" r="r" b="b"/>
                <a:pathLst>
                  <a:path w="527050" h="635">
                    <a:moveTo>
                      <a:pt x="0" y="475"/>
                    </a:moveTo>
                    <a:lnTo>
                      <a:pt x="526927" y="0"/>
                    </a:lnTo>
                  </a:path>
                </a:pathLst>
              </a:custGeom>
              <a:ln w="7587">
                <a:solidFill>
                  <a:srgbClr val="000000"/>
                </a:solidFill>
              </a:ln>
            </p:spPr>
            <p:txBody>
              <a:bodyPr wrap="square" lIns="0" tIns="0" rIns="0" bIns="0" rtlCol="0"/>
              <a:lstStyle/>
              <a:p>
                <a:endParaRPr sz="3804"/>
              </a:p>
            </p:txBody>
          </p:sp>
          <p:sp>
            <p:nvSpPr>
              <p:cNvPr id="16" name="object 16"/>
              <p:cNvSpPr/>
              <p:nvPr/>
            </p:nvSpPr>
            <p:spPr>
              <a:xfrm>
                <a:off x="2648608" y="1241161"/>
                <a:ext cx="634365" cy="635"/>
              </a:xfrm>
              <a:custGeom>
                <a:avLst/>
                <a:gdLst/>
                <a:ahLst/>
                <a:cxnLst/>
                <a:rect l="l" t="t" r="r" b="b"/>
                <a:pathLst>
                  <a:path w="634364" h="634">
                    <a:moveTo>
                      <a:pt x="0" y="475"/>
                    </a:moveTo>
                    <a:lnTo>
                      <a:pt x="634306" y="0"/>
                    </a:lnTo>
                  </a:path>
                </a:pathLst>
              </a:custGeom>
              <a:ln w="7587">
                <a:solidFill>
                  <a:srgbClr val="000000"/>
                </a:solidFill>
              </a:ln>
            </p:spPr>
            <p:txBody>
              <a:bodyPr wrap="square" lIns="0" tIns="0" rIns="0" bIns="0" rtlCol="0"/>
              <a:lstStyle/>
              <a:p>
                <a:endParaRPr sz="3804"/>
              </a:p>
            </p:txBody>
          </p:sp>
          <p:sp>
            <p:nvSpPr>
              <p:cNvPr id="17" name="object 17"/>
              <p:cNvSpPr/>
              <p:nvPr/>
            </p:nvSpPr>
            <p:spPr>
              <a:xfrm>
                <a:off x="2391695" y="642374"/>
                <a:ext cx="1598930" cy="635"/>
              </a:xfrm>
              <a:custGeom>
                <a:avLst/>
                <a:gdLst/>
                <a:ahLst/>
                <a:cxnLst/>
                <a:rect l="l" t="t" r="r" b="b"/>
                <a:pathLst>
                  <a:path w="1598929" h="634">
                    <a:moveTo>
                      <a:pt x="0" y="475"/>
                    </a:moveTo>
                    <a:lnTo>
                      <a:pt x="1598437" y="0"/>
                    </a:lnTo>
                  </a:path>
                </a:pathLst>
              </a:custGeom>
              <a:ln w="7587">
                <a:solidFill>
                  <a:srgbClr val="000000"/>
                </a:solidFill>
              </a:ln>
            </p:spPr>
            <p:txBody>
              <a:bodyPr wrap="square" lIns="0" tIns="0" rIns="0" bIns="0" rtlCol="0"/>
              <a:lstStyle/>
              <a:p>
                <a:endParaRPr sz="3804"/>
              </a:p>
            </p:txBody>
          </p:sp>
        </p:grpSp>
        <p:sp>
          <p:nvSpPr>
            <p:cNvPr id="18" name="object 18"/>
            <p:cNvSpPr txBox="1"/>
            <p:nvPr/>
          </p:nvSpPr>
          <p:spPr>
            <a:xfrm>
              <a:off x="2415220" y="1108277"/>
              <a:ext cx="6761371" cy="4899692"/>
            </a:xfrm>
            <a:prstGeom prst="rect">
              <a:avLst/>
            </a:prstGeom>
          </p:spPr>
          <p:txBody>
            <a:bodyPr vert="horz" wrap="square" lIns="0" tIns="52341" rIns="0" bIns="0" rtlCol="0">
              <a:spAutoFit/>
            </a:bodyPr>
            <a:lstStyle/>
            <a:p>
              <a:pPr marL="26841">
                <a:spcBef>
                  <a:spcPts val="412"/>
                </a:spcBef>
              </a:pPr>
              <a:r>
                <a:rPr sz="2114" b="1" dirty="0">
                  <a:cs typeface="Arial"/>
                </a:rPr>
                <a:t>Deep</a:t>
              </a:r>
              <a:r>
                <a:rPr sz="2114" b="1" spc="211" dirty="0">
                  <a:cs typeface="Arial"/>
                </a:rPr>
                <a:t> </a:t>
              </a:r>
              <a:r>
                <a:rPr sz="2114" b="1" dirty="0">
                  <a:cs typeface="Arial"/>
                </a:rPr>
                <a:t>Learning</a:t>
              </a:r>
              <a:r>
                <a:rPr sz="2114" b="1" spc="222" dirty="0">
                  <a:cs typeface="Arial"/>
                </a:rPr>
                <a:t> </a:t>
              </a:r>
              <a:r>
                <a:rPr sz="2114" b="1" spc="-42" dirty="0">
                  <a:cs typeface="Arial"/>
                </a:rPr>
                <a:t>(DL)</a:t>
              </a:r>
              <a:endParaRPr sz="2114" dirty="0">
                <a:cs typeface="Arial"/>
              </a:endParaRPr>
            </a:p>
            <a:p>
              <a:pPr marL="42946" marR="2665356">
                <a:lnSpc>
                  <a:spcPct val="106700"/>
                </a:lnSpc>
                <a:spcBef>
                  <a:spcPts val="32"/>
                </a:spcBef>
              </a:pPr>
              <a:r>
                <a:rPr sz="1479" dirty="0">
                  <a:cs typeface="Arial"/>
                </a:rPr>
                <a:t>A</a:t>
              </a:r>
              <a:r>
                <a:rPr sz="1479" spc="-21" dirty="0">
                  <a:cs typeface="Arial"/>
                </a:rPr>
                <a:t> </a:t>
              </a:r>
              <a:r>
                <a:rPr sz="1479" dirty="0">
                  <a:cs typeface="Arial"/>
                </a:rPr>
                <a:t>class</a:t>
              </a:r>
              <a:r>
                <a:rPr sz="1479" spc="63" dirty="0">
                  <a:cs typeface="Arial"/>
                </a:rPr>
                <a:t> </a:t>
              </a:r>
              <a:r>
                <a:rPr sz="1479" dirty="0">
                  <a:cs typeface="Arial"/>
                </a:rPr>
                <a:t>of</a:t>
              </a:r>
              <a:r>
                <a:rPr sz="1479" spc="63" dirty="0">
                  <a:cs typeface="Arial"/>
                </a:rPr>
                <a:t> </a:t>
              </a:r>
              <a:r>
                <a:rPr sz="1479" dirty="0">
                  <a:cs typeface="Arial"/>
                </a:rPr>
                <a:t>ML which</a:t>
              </a:r>
              <a:r>
                <a:rPr sz="1479" spc="63" dirty="0">
                  <a:cs typeface="Arial"/>
                </a:rPr>
                <a:t> </a:t>
              </a:r>
              <a:r>
                <a:rPr sz="1479" dirty="0">
                  <a:cs typeface="Arial"/>
                </a:rPr>
                <a:t>uses</a:t>
              </a:r>
              <a:r>
                <a:rPr sz="1479" spc="63" dirty="0">
                  <a:cs typeface="Arial"/>
                </a:rPr>
                <a:t> </a:t>
              </a:r>
              <a:r>
                <a:rPr sz="1479" dirty="0">
                  <a:cs typeface="Arial"/>
                </a:rPr>
                <a:t>large,</a:t>
              </a:r>
              <a:r>
                <a:rPr sz="1479" spc="63" dirty="0">
                  <a:cs typeface="Arial"/>
                </a:rPr>
                <a:t> </a:t>
              </a:r>
              <a:r>
                <a:rPr sz="1479" dirty="0">
                  <a:cs typeface="Arial"/>
                </a:rPr>
                <a:t>layered</a:t>
              </a:r>
              <a:r>
                <a:rPr sz="1479" spc="63" dirty="0">
                  <a:cs typeface="Arial"/>
                </a:rPr>
                <a:t> </a:t>
              </a:r>
              <a:r>
                <a:rPr sz="1479" spc="-21" dirty="0">
                  <a:cs typeface="Arial"/>
                </a:rPr>
                <a:t>models</a:t>
              </a:r>
              <a:r>
                <a:rPr sz="1479" spc="1057" dirty="0">
                  <a:cs typeface="Arial"/>
                </a:rPr>
                <a:t> </a:t>
              </a:r>
              <a:r>
                <a:rPr sz="1479" dirty="0">
                  <a:cs typeface="Arial"/>
                </a:rPr>
                <a:t>(e.g.,</a:t>
              </a:r>
              <a:r>
                <a:rPr sz="1479" spc="74" dirty="0">
                  <a:cs typeface="Arial"/>
                </a:rPr>
                <a:t> </a:t>
              </a:r>
              <a:r>
                <a:rPr sz="1479" dirty="0">
                  <a:cs typeface="Arial"/>
                </a:rPr>
                <a:t>vast</a:t>
              </a:r>
              <a:r>
                <a:rPr sz="1479" spc="74" dirty="0">
                  <a:cs typeface="Arial"/>
                </a:rPr>
                <a:t> </a:t>
              </a:r>
              <a:r>
                <a:rPr sz="1479" dirty="0">
                  <a:cs typeface="Arial"/>
                </a:rPr>
                <a:t>artifical</a:t>
              </a:r>
              <a:r>
                <a:rPr sz="1479" spc="85" dirty="0">
                  <a:cs typeface="Arial"/>
                </a:rPr>
                <a:t> </a:t>
              </a:r>
              <a:r>
                <a:rPr sz="1479" dirty="0">
                  <a:cs typeface="Arial"/>
                </a:rPr>
                <a:t>neural</a:t>
              </a:r>
              <a:r>
                <a:rPr sz="1479" spc="74" dirty="0">
                  <a:cs typeface="Arial"/>
                </a:rPr>
                <a:t> </a:t>
              </a:r>
              <a:r>
                <a:rPr sz="1479" dirty="0">
                  <a:cs typeface="Arial"/>
                </a:rPr>
                <a:t>networks)</a:t>
              </a:r>
              <a:r>
                <a:rPr sz="1479" spc="85" dirty="0">
                  <a:cs typeface="Arial"/>
                </a:rPr>
                <a:t> </a:t>
              </a:r>
              <a:r>
                <a:rPr sz="1479" spc="-53" dirty="0">
                  <a:cs typeface="Arial"/>
                </a:rPr>
                <a:t>to</a:t>
              </a:r>
              <a:endParaRPr sz="1479" dirty="0">
                <a:cs typeface="Arial"/>
              </a:endParaRPr>
            </a:p>
            <a:p>
              <a:pPr marL="42946">
                <a:spcBef>
                  <a:spcPts val="116"/>
                </a:spcBef>
              </a:pPr>
              <a:r>
                <a:rPr sz="1479" dirty="0">
                  <a:cs typeface="Arial"/>
                </a:rPr>
                <a:t>progressively</a:t>
              </a:r>
              <a:r>
                <a:rPr sz="1479" spc="74" dirty="0">
                  <a:cs typeface="Arial"/>
                </a:rPr>
                <a:t> </a:t>
              </a:r>
              <a:r>
                <a:rPr sz="1479" dirty="0">
                  <a:cs typeface="Arial"/>
                </a:rPr>
                <a:t>extract</a:t>
              </a:r>
              <a:r>
                <a:rPr sz="1479" spc="85" dirty="0">
                  <a:cs typeface="Arial"/>
                </a:rPr>
                <a:t> </a:t>
              </a:r>
              <a:r>
                <a:rPr sz="1479" dirty="0">
                  <a:cs typeface="Arial"/>
                </a:rPr>
                <a:t>more</a:t>
              </a:r>
              <a:r>
                <a:rPr sz="1479" spc="85" dirty="0">
                  <a:cs typeface="Arial"/>
                </a:rPr>
                <a:t> </a:t>
              </a:r>
              <a:r>
                <a:rPr sz="1479" dirty="0">
                  <a:cs typeface="Arial"/>
                </a:rPr>
                <a:t>information</a:t>
              </a:r>
              <a:r>
                <a:rPr sz="1479" spc="85" dirty="0">
                  <a:cs typeface="Arial"/>
                </a:rPr>
                <a:t> </a:t>
              </a:r>
              <a:r>
                <a:rPr sz="1479" dirty="0">
                  <a:cs typeface="Arial"/>
                </a:rPr>
                <a:t>from</a:t>
              </a:r>
              <a:r>
                <a:rPr sz="1479" spc="85" dirty="0">
                  <a:cs typeface="Arial"/>
                </a:rPr>
                <a:t> </a:t>
              </a:r>
              <a:r>
                <a:rPr sz="1479" dirty="0">
                  <a:cs typeface="Arial"/>
                </a:rPr>
                <a:t>the</a:t>
              </a:r>
              <a:r>
                <a:rPr sz="1479" spc="85" dirty="0">
                  <a:cs typeface="Arial"/>
                </a:rPr>
                <a:t> </a:t>
              </a:r>
              <a:r>
                <a:rPr sz="1479" spc="-21" dirty="0">
                  <a:cs typeface="Arial"/>
                </a:rPr>
                <a:t>data.</a:t>
              </a:r>
              <a:endParaRPr sz="1479" dirty="0">
                <a:cs typeface="Arial"/>
              </a:endParaRPr>
            </a:p>
            <a:p>
              <a:pPr marL="44288">
                <a:spcBef>
                  <a:spcPts val="1701"/>
                </a:spcBef>
              </a:pPr>
              <a:r>
                <a:rPr sz="2114" b="1" dirty="0">
                  <a:cs typeface="Arial"/>
                </a:rPr>
                <a:t>Machine</a:t>
              </a:r>
              <a:r>
                <a:rPr sz="2114" b="1" spc="264" dirty="0">
                  <a:cs typeface="Arial"/>
                </a:rPr>
                <a:t> </a:t>
              </a:r>
              <a:r>
                <a:rPr sz="2114" b="1" dirty="0">
                  <a:cs typeface="Arial"/>
                </a:rPr>
                <a:t>Learning</a:t>
              </a:r>
              <a:r>
                <a:rPr sz="2114" b="1" spc="275" dirty="0">
                  <a:cs typeface="Arial"/>
                </a:rPr>
                <a:t> </a:t>
              </a:r>
              <a:r>
                <a:rPr sz="2114" b="1" spc="-42" dirty="0">
                  <a:cs typeface="Arial"/>
                </a:rPr>
                <a:t>(ML)</a:t>
              </a:r>
              <a:endParaRPr sz="2114" dirty="0">
                <a:cs typeface="Arial"/>
              </a:endParaRPr>
            </a:p>
            <a:p>
              <a:pPr marL="49657" marR="2821036">
                <a:lnSpc>
                  <a:spcPct val="106700"/>
                </a:lnSpc>
                <a:spcBef>
                  <a:spcPts val="190"/>
                </a:spcBef>
              </a:pPr>
              <a:r>
                <a:rPr sz="1479" dirty="0">
                  <a:cs typeface="Arial"/>
                </a:rPr>
                <a:t>A</a:t>
              </a:r>
              <a:r>
                <a:rPr sz="1479" spc="-21" dirty="0">
                  <a:cs typeface="Arial"/>
                </a:rPr>
                <a:t> </a:t>
              </a:r>
              <a:r>
                <a:rPr sz="1479" dirty="0">
                  <a:cs typeface="Arial"/>
                </a:rPr>
                <a:t>subset</a:t>
              </a:r>
              <a:r>
                <a:rPr sz="1479" spc="74" dirty="0">
                  <a:cs typeface="Arial"/>
                </a:rPr>
                <a:t> </a:t>
              </a:r>
              <a:r>
                <a:rPr sz="1479" dirty="0">
                  <a:cs typeface="Arial"/>
                </a:rPr>
                <a:t>of</a:t>
              </a:r>
              <a:r>
                <a:rPr sz="1479" spc="-21" dirty="0">
                  <a:cs typeface="Arial"/>
                </a:rPr>
                <a:t> </a:t>
              </a:r>
              <a:r>
                <a:rPr sz="1479" dirty="0">
                  <a:cs typeface="Arial"/>
                </a:rPr>
                <a:t>AI</a:t>
              </a:r>
              <a:r>
                <a:rPr sz="1479" spc="74" dirty="0">
                  <a:cs typeface="Arial"/>
                </a:rPr>
                <a:t> </a:t>
              </a:r>
              <a:r>
                <a:rPr sz="1479" dirty="0">
                  <a:cs typeface="Arial"/>
                </a:rPr>
                <a:t>involved</a:t>
              </a:r>
              <a:r>
                <a:rPr sz="1479" spc="74" dirty="0">
                  <a:cs typeface="Arial"/>
                </a:rPr>
                <a:t> </a:t>
              </a:r>
              <a:r>
                <a:rPr sz="1479" dirty="0">
                  <a:cs typeface="Arial"/>
                </a:rPr>
                <a:t>with</a:t>
              </a:r>
              <a:r>
                <a:rPr sz="1479" spc="63" dirty="0">
                  <a:cs typeface="Arial"/>
                </a:rPr>
                <a:t> </a:t>
              </a:r>
              <a:r>
                <a:rPr sz="1479" dirty="0">
                  <a:cs typeface="Arial"/>
                </a:rPr>
                <a:t>the</a:t>
              </a:r>
              <a:r>
                <a:rPr sz="1479" spc="74" dirty="0">
                  <a:cs typeface="Arial"/>
                </a:rPr>
                <a:t> </a:t>
              </a:r>
              <a:r>
                <a:rPr sz="1479" dirty="0">
                  <a:cs typeface="Arial"/>
                </a:rPr>
                <a:t>creation</a:t>
              </a:r>
              <a:r>
                <a:rPr sz="1479" spc="74" dirty="0">
                  <a:cs typeface="Arial"/>
                </a:rPr>
                <a:t> </a:t>
              </a:r>
              <a:r>
                <a:rPr sz="1479" spc="-53" dirty="0">
                  <a:cs typeface="Arial"/>
                </a:rPr>
                <a:t>of</a:t>
              </a:r>
              <a:r>
                <a:rPr sz="1479" spc="1057" dirty="0">
                  <a:cs typeface="Arial"/>
                </a:rPr>
                <a:t> </a:t>
              </a:r>
              <a:r>
                <a:rPr sz="1479" dirty="0">
                  <a:cs typeface="Arial"/>
                </a:rPr>
                <a:t>algorithms</a:t>
              </a:r>
              <a:r>
                <a:rPr sz="1479" spc="85" dirty="0">
                  <a:cs typeface="Arial"/>
                </a:rPr>
                <a:t> </a:t>
              </a:r>
              <a:r>
                <a:rPr sz="1479" dirty="0">
                  <a:cs typeface="Arial"/>
                </a:rPr>
                <a:t>which</a:t>
              </a:r>
              <a:r>
                <a:rPr sz="1479" spc="85" dirty="0">
                  <a:cs typeface="Arial"/>
                </a:rPr>
                <a:t> </a:t>
              </a:r>
              <a:r>
                <a:rPr sz="1479" dirty="0">
                  <a:cs typeface="Arial"/>
                </a:rPr>
                <a:t>can</a:t>
              </a:r>
              <a:r>
                <a:rPr sz="1479" spc="95" dirty="0">
                  <a:cs typeface="Arial"/>
                </a:rPr>
                <a:t> </a:t>
              </a:r>
              <a:r>
                <a:rPr sz="1479" dirty="0">
                  <a:cs typeface="Arial"/>
                </a:rPr>
                <a:t>modify</a:t>
              </a:r>
              <a:r>
                <a:rPr sz="1479" spc="85" dirty="0">
                  <a:cs typeface="Arial"/>
                </a:rPr>
                <a:t> </a:t>
              </a:r>
              <a:r>
                <a:rPr sz="1479" dirty="0">
                  <a:cs typeface="Arial"/>
                </a:rPr>
                <a:t>itself</a:t>
              </a:r>
              <a:r>
                <a:rPr sz="1479" spc="95" dirty="0">
                  <a:cs typeface="Arial"/>
                </a:rPr>
                <a:t> </a:t>
              </a:r>
              <a:r>
                <a:rPr sz="1479" spc="-21" dirty="0">
                  <a:cs typeface="Arial"/>
                </a:rPr>
                <a:t>without</a:t>
              </a:r>
              <a:r>
                <a:rPr sz="1479" spc="1057" dirty="0">
                  <a:cs typeface="Arial"/>
                </a:rPr>
                <a:t> </a:t>
              </a:r>
              <a:r>
                <a:rPr sz="1479" dirty="0">
                  <a:cs typeface="Arial"/>
                </a:rPr>
                <a:t>human</a:t>
              </a:r>
              <a:r>
                <a:rPr sz="1479" spc="85" dirty="0">
                  <a:cs typeface="Arial"/>
                </a:rPr>
                <a:t> </a:t>
              </a:r>
              <a:r>
                <a:rPr sz="1479" dirty="0">
                  <a:cs typeface="Arial"/>
                </a:rPr>
                <a:t>intervention</a:t>
              </a:r>
              <a:r>
                <a:rPr sz="1479" spc="95" dirty="0">
                  <a:cs typeface="Arial"/>
                </a:rPr>
                <a:t> </a:t>
              </a:r>
              <a:r>
                <a:rPr sz="1479" dirty="0">
                  <a:cs typeface="Arial"/>
                </a:rPr>
                <a:t>to</a:t>
              </a:r>
              <a:r>
                <a:rPr sz="1479" spc="95" dirty="0">
                  <a:cs typeface="Arial"/>
                </a:rPr>
                <a:t> </a:t>
              </a:r>
              <a:r>
                <a:rPr sz="1479" dirty="0">
                  <a:cs typeface="Arial"/>
                </a:rPr>
                <a:t>produce</a:t>
              </a:r>
              <a:r>
                <a:rPr sz="1479" spc="85" dirty="0">
                  <a:cs typeface="Arial"/>
                </a:rPr>
                <a:t> </a:t>
              </a:r>
              <a:r>
                <a:rPr sz="1479" dirty="0">
                  <a:cs typeface="Arial"/>
                </a:rPr>
                <a:t>desired</a:t>
              </a:r>
              <a:r>
                <a:rPr sz="1479" spc="95" dirty="0">
                  <a:cs typeface="Arial"/>
                </a:rPr>
                <a:t> </a:t>
              </a:r>
              <a:r>
                <a:rPr sz="1479" spc="-21" dirty="0">
                  <a:cs typeface="Arial"/>
                </a:rPr>
                <a:t>output</a:t>
              </a:r>
              <a:r>
                <a:rPr sz="1479" spc="1057" dirty="0">
                  <a:cs typeface="Arial"/>
                </a:rPr>
                <a:t> </a:t>
              </a:r>
              <a:r>
                <a:rPr sz="1479" dirty="0">
                  <a:cs typeface="Arial"/>
                </a:rPr>
                <a:t>by</a:t>
              </a:r>
              <a:r>
                <a:rPr sz="1479" spc="74" dirty="0">
                  <a:cs typeface="Arial"/>
                </a:rPr>
                <a:t> </a:t>
              </a:r>
              <a:r>
                <a:rPr sz="1479" dirty="0">
                  <a:cs typeface="Arial"/>
                </a:rPr>
                <a:t>feeding</a:t>
              </a:r>
              <a:r>
                <a:rPr sz="1479" spc="85" dirty="0">
                  <a:cs typeface="Arial"/>
                </a:rPr>
                <a:t> </a:t>
              </a:r>
              <a:r>
                <a:rPr sz="1479" dirty="0">
                  <a:cs typeface="Arial"/>
                </a:rPr>
                <a:t>itself</a:t>
              </a:r>
              <a:r>
                <a:rPr sz="1479" spc="85" dirty="0">
                  <a:cs typeface="Arial"/>
                </a:rPr>
                <a:t> </a:t>
              </a:r>
              <a:r>
                <a:rPr sz="1479" dirty="0">
                  <a:cs typeface="Arial"/>
                </a:rPr>
                <a:t>through</a:t>
              </a:r>
              <a:r>
                <a:rPr sz="1479" spc="85" dirty="0">
                  <a:cs typeface="Arial"/>
                </a:rPr>
                <a:t> </a:t>
              </a:r>
              <a:r>
                <a:rPr sz="1479" dirty="0">
                  <a:cs typeface="Arial"/>
                </a:rPr>
                <a:t>structured</a:t>
              </a:r>
              <a:r>
                <a:rPr sz="1479" spc="85" dirty="0">
                  <a:cs typeface="Arial"/>
                </a:rPr>
                <a:t> </a:t>
              </a:r>
              <a:r>
                <a:rPr sz="1479" spc="-21" dirty="0">
                  <a:cs typeface="Arial"/>
                </a:rPr>
                <a:t>data.</a:t>
              </a:r>
              <a:endParaRPr sz="1479" dirty="0">
                <a:cs typeface="Arial"/>
              </a:endParaRPr>
            </a:p>
            <a:p>
              <a:pPr>
                <a:spcBef>
                  <a:spcPts val="412"/>
                </a:spcBef>
              </a:pPr>
              <a:endParaRPr sz="1479" dirty="0">
                <a:cs typeface="Arial"/>
              </a:endParaRPr>
            </a:p>
            <a:p>
              <a:pPr marL="63077"/>
              <a:r>
                <a:rPr sz="2114" b="1" dirty="0">
                  <a:cs typeface="Arial"/>
                </a:rPr>
                <a:t>Artifical</a:t>
              </a:r>
              <a:r>
                <a:rPr sz="2114" b="1" spc="359" dirty="0">
                  <a:cs typeface="Arial"/>
                </a:rPr>
                <a:t> </a:t>
              </a:r>
              <a:r>
                <a:rPr sz="2114" b="1" dirty="0">
                  <a:cs typeface="Arial"/>
                </a:rPr>
                <a:t>Intelligence</a:t>
              </a:r>
              <a:r>
                <a:rPr sz="2114" b="1" spc="359" dirty="0">
                  <a:cs typeface="Arial"/>
                </a:rPr>
                <a:t> </a:t>
              </a:r>
              <a:r>
                <a:rPr sz="2114" b="1" spc="-42" dirty="0">
                  <a:cs typeface="Arial"/>
                </a:rPr>
                <a:t>(AI)</a:t>
              </a:r>
              <a:endParaRPr sz="2114" dirty="0">
                <a:cs typeface="Arial"/>
              </a:endParaRPr>
            </a:p>
            <a:p>
              <a:pPr marL="60393" marR="2321785">
                <a:lnSpc>
                  <a:spcPts val="1902"/>
                </a:lnSpc>
                <a:spcBef>
                  <a:spcPts val="74"/>
                </a:spcBef>
              </a:pPr>
              <a:r>
                <a:rPr sz="1479" dirty="0">
                  <a:cs typeface="Arial"/>
                </a:rPr>
                <a:t>Any</a:t>
              </a:r>
              <a:r>
                <a:rPr sz="1479" spc="74" dirty="0">
                  <a:cs typeface="Arial"/>
                </a:rPr>
                <a:t> </a:t>
              </a:r>
              <a:r>
                <a:rPr sz="1479" dirty="0">
                  <a:cs typeface="Arial"/>
                </a:rPr>
                <a:t>device</a:t>
              </a:r>
              <a:r>
                <a:rPr sz="1479" spc="85" dirty="0">
                  <a:cs typeface="Arial"/>
                </a:rPr>
                <a:t> </a:t>
              </a:r>
              <a:r>
                <a:rPr sz="1479" dirty="0">
                  <a:cs typeface="Arial"/>
                </a:rPr>
                <a:t>that</a:t>
              </a:r>
              <a:r>
                <a:rPr sz="1479" spc="74" dirty="0">
                  <a:cs typeface="Arial"/>
                </a:rPr>
                <a:t> </a:t>
              </a:r>
              <a:r>
                <a:rPr sz="1479" dirty="0">
                  <a:cs typeface="Arial"/>
                </a:rPr>
                <a:t>perceives</a:t>
              </a:r>
              <a:r>
                <a:rPr sz="1479" spc="85" dirty="0">
                  <a:cs typeface="Arial"/>
                </a:rPr>
                <a:t> </a:t>
              </a:r>
              <a:r>
                <a:rPr sz="1479" dirty="0">
                  <a:cs typeface="Arial"/>
                </a:rPr>
                <a:t>its</a:t>
              </a:r>
              <a:r>
                <a:rPr sz="1479" spc="74" dirty="0">
                  <a:cs typeface="Arial"/>
                </a:rPr>
                <a:t> </a:t>
              </a:r>
              <a:r>
                <a:rPr sz="1479" dirty="0">
                  <a:cs typeface="Arial"/>
                </a:rPr>
                <a:t>environment</a:t>
              </a:r>
              <a:r>
                <a:rPr sz="1479" spc="85" dirty="0">
                  <a:cs typeface="Arial"/>
                </a:rPr>
                <a:t> </a:t>
              </a:r>
              <a:r>
                <a:rPr sz="1479" spc="-53" dirty="0">
                  <a:cs typeface="Arial"/>
                </a:rPr>
                <a:t>and</a:t>
              </a:r>
              <a:r>
                <a:rPr sz="1479" spc="1057" dirty="0">
                  <a:cs typeface="Arial"/>
                </a:rPr>
                <a:t> </a:t>
              </a:r>
              <a:r>
                <a:rPr sz="1479" dirty="0">
                  <a:cs typeface="Arial"/>
                </a:rPr>
                <a:t>takes</a:t>
              </a:r>
              <a:r>
                <a:rPr sz="1479" spc="63" dirty="0">
                  <a:cs typeface="Arial"/>
                </a:rPr>
                <a:t> </a:t>
              </a:r>
              <a:r>
                <a:rPr sz="1479" dirty="0">
                  <a:cs typeface="Arial"/>
                </a:rPr>
                <a:t>actions</a:t>
              </a:r>
              <a:r>
                <a:rPr sz="1479" spc="74" dirty="0">
                  <a:cs typeface="Arial"/>
                </a:rPr>
                <a:t> </a:t>
              </a:r>
              <a:r>
                <a:rPr sz="1479" dirty="0">
                  <a:cs typeface="Arial"/>
                </a:rPr>
                <a:t>that</a:t>
              </a:r>
              <a:r>
                <a:rPr sz="1479" spc="74" dirty="0">
                  <a:cs typeface="Arial"/>
                </a:rPr>
                <a:t> </a:t>
              </a:r>
              <a:r>
                <a:rPr sz="1479" dirty="0">
                  <a:cs typeface="Arial"/>
                </a:rPr>
                <a:t>maximize</a:t>
              </a:r>
              <a:r>
                <a:rPr sz="1479" spc="74" dirty="0">
                  <a:cs typeface="Arial"/>
                </a:rPr>
                <a:t> </a:t>
              </a:r>
              <a:r>
                <a:rPr sz="1479" dirty="0">
                  <a:cs typeface="Arial"/>
                </a:rPr>
                <a:t>its</a:t>
              </a:r>
              <a:r>
                <a:rPr sz="1479" spc="74" dirty="0">
                  <a:cs typeface="Arial"/>
                </a:rPr>
                <a:t> </a:t>
              </a:r>
              <a:r>
                <a:rPr sz="1479" dirty="0">
                  <a:cs typeface="Arial"/>
                </a:rPr>
                <a:t>chance</a:t>
              </a:r>
              <a:r>
                <a:rPr sz="1479" spc="74" dirty="0">
                  <a:cs typeface="Arial"/>
                </a:rPr>
                <a:t> </a:t>
              </a:r>
              <a:r>
                <a:rPr sz="1479" spc="-53" dirty="0">
                  <a:cs typeface="Arial"/>
                </a:rPr>
                <a:t>of</a:t>
              </a:r>
              <a:r>
                <a:rPr sz="1479" spc="1057" dirty="0">
                  <a:cs typeface="Arial"/>
                </a:rPr>
                <a:t> </a:t>
              </a:r>
              <a:r>
                <a:rPr sz="1479" dirty="0">
                  <a:cs typeface="Arial"/>
                </a:rPr>
                <a:t>successfully</a:t>
              </a:r>
              <a:r>
                <a:rPr sz="1479" spc="74" dirty="0">
                  <a:cs typeface="Arial"/>
                </a:rPr>
                <a:t> </a:t>
              </a:r>
              <a:r>
                <a:rPr sz="1479" dirty="0">
                  <a:cs typeface="Arial"/>
                </a:rPr>
                <a:t>achieving</a:t>
              </a:r>
              <a:r>
                <a:rPr sz="1479" spc="85" dirty="0">
                  <a:cs typeface="Arial"/>
                </a:rPr>
                <a:t> </a:t>
              </a:r>
              <a:r>
                <a:rPr sz="1479" dirty="0">
                  <a:cs typeface="Arial"/>
                </a:rPr>
                <a:t>its</a:t>
              </a:r>
              <a:r>
                <a:rPr sz="1479" spc="85" dirty="0">
                  <a:cs typeface="Arial"/>
                </a:rPr>
                <a:t> </a:t>
              </a:r>
              <a:r>
                <a:rPr sz="1479" dirty="0">
                  <a:cs typeface="Arial"/>
                </a:rPr>
                <a:t>goals.</a:t>
              </a:r>
              <a:r>
                <a:rPr sz="1479" spc="-11" dirty="0">
                  <a:cs typeface="Arial"/>
                </a:rPr>
                <a:t> </a:t>
              </a:r>
              <a:r>
                <a:rPr sz="1479" dirty="0">
                  <a:cs typeface="Arial"/>
                </a:rPr>
                <a:t>AI</a:t>
              </a:r>
              <a:r>
                <a:rPr sz="1479" spc="85" dirty="0">
                  <a:cs typeface="Arial"/>
                </a:rPr>
                <a:t> </a:t>
              </a:r>
              <a:r>
                <a:rPr sz="1479" dirty="0">
                  <a:cs typeface="Arial"/>
                </a:rPr>
                <a:t>is</a:t>
              </a:r>
              <a:r>
                <a:rPr sz="1479" spc="85" dirty="0">
                  <a:cs typeface="Arial"/>
                </a:rPr>
                <a:t> </a:t>
              </a:r>
              <a:r>
                <a:rPr sz="1479" dirty="0">
                  <a:cs typeface="Arial"/>
                </a:rPr>
                <a:t>often</a:t>
              </a:r>
              <a:r>
                <a:rPr sz="1479" spc="85" dirty="0">
                  <a:cs typeface="Arial"/>
                </a:rPr>
                <a:t> </a:t>
              </a:r>
              <a:r>
                <a:rPr sz="1479" dirty="0">
                  <a:cs typeface="Arial"/>
                </a:rPr>
                <a:t>used</a:t>
              </a:r>
              <a:r>
                <a:rPr sz="1479" spc="74" dirty="0">
                  <a:cs typeface="Arial"/>
                </a:rPr>
                <a:t> </a:t>
              </a:r>
              <a:r>
                <a:rPr sz="1479" spc="-53" dirty="0">
                  <a:cs typeface="Arial"/>
                </a:rPr>
                <a:t>to</a:t>
              </a:r>
              <a:r>
                <a:rPr sz="1479" spc="1057" dirty="0">
                  <a:cs typeface="Arial"/>
                </a:rPr>
                <a:t> </a:t>
              </a:r>
              <a:r>
                <a:rPr sz="1479" dirty="0">
                  <a:cs typeface="Arial"/>
                </a:rPr>
                <a:t>describe</a:t>
              </a:r>
              <a:r>
                <a:rPr sz="1479" spc="74" dirty="0">
                  <a:cs typeface="Arial"/>
                </a:rPr>
                <a:t> </a:t>
              </a:r>
              <a:r>
                <a:rPr sz="1479" dirty="0">
                  <a:cs typeface="Arial"/>
                </a:rPr>
                <a:t>machines</a:t>
              </a:r>
              <a:r>
                <a:rPr sz="1479" spc="592" dirty="0">
                  <a:cs typeface="Arial"/>
                </a:rPr>
                <a:t> </a:t>
              </a:r>
              <a:r>
                <a:rPr sz="1479" dirty="0">
                  <a:cs typeface="Arial"/>
                </a:rPr>
                <a:t>that</a:t>
              </a:r>
              <a:r>
                <a:rPr sz="1479" spc="85" dirty="0">
                  <a:cs typeface="Arial"/>
                </a:rPr>
                <a:t> </a:t>
              </a:r>
              <a:r>
                <a:rPr sz="1479" dirty="0">
                  <a:cs typeface="Arial"/>
                </a:rPr>
                <a:t>mimic</a:t>
              </a:r>
              <a:r>
                <a:rPr sz="1479" spc="74" dirty="0">
                  <a:cs typeface="Arial"/>
                </a:rPr>
                <a:t> </a:t>
              </a:r>
              <a:r>
                <a:rPr sz="1479" dirty="0">
                  <a:cs typeface="Arial"/>
                </a:rPr>
                <a:t>"cognitive"</a:t>
              </a:r>
              <a:r>
                <a:rPr sz="1479" spc="85" dirty="0">
                  <a:cs typeface="Arial"/>
                </a:rPr>
                <a:t> </a:t>
              </a:r>
              <a:r>
                <a:rPr sz="1479" spc="-21" dirty="0">
                  <a:cs typeface="Arial"/>
                </a:rPr>
                <a:t>functions</a:t>
              </a:r>
              <a:r>
                <a:rPr sz="1479" spc="1057" dirty="0">
                  <a:cs typeface="Arial"/>
                </a:rPr>
                <a:t> </a:t>
              </a:r>
              <a:r>
                <a:rPr sz="1479" dirty="0">
                  <a:cs typeface="Arial"/>
                </a:rPr>
                <a:t>that</a:t>
              </a:r>
              <a:r>
                <a:rPr sz="1479" spc="74" dirty="0">
                  <a:cs typeface="Arial"/>
                </a:rPr>
                <a:t> </a:t>
              </a:r>
              <a:r>
                <a:rPr sz="1479" dirty="0">
                  <a:cs typeface="Arial"/>
                </a:rPr>
                <a:t>humans</a:t>
              </a:r>
              <a:r>
                <a:rPr sz="1479" spc="74" dirty="0">
                  <a:cs typeface="Arial"/>
                </a:rPr>
                <a:t> </a:t>
              </a:r>
              <a:r>
                <a:rPr sz="1479" dirty="0">
                  <a:cs typeface="Arial"/>
                </a:rPr>
                <a:t>associate</a:t>
              </a:r>
              <a:r>
                <a:rPr sz="1479" spc="74" dirty="0">
                  <a:cs typeface="Arial"/>
                </a:rPr>
                <a:t> </a:t>
              </a:r>
              <a:r>
                <a:rPr sz="1479" dirty="0">
                  <a:cs typeface="Arial"/>
                </a:rPr>
                <a:t>with</a:t>
              </a:r>
              <a:r>
                <a:rPr sz="1479" spc="85" dirty="0">
                  <a:cs typeface="Arial"/>
                </a:rPr>
                <a:t> </a:t>
              </a:r>
              <a:r>
                <a:rPr sz="1479" dirty="0">
                  <a:cs typeface="Arial"/>
                </a:rPr>
                <a:t>the</a:t>
              </a:r>
              <a:r>
                <a:rPr sz="1479" spc="74" dirty="0">
                  <a:cs typeface="Arial"/>
                </a:rPr>
                <a:t> </a:t>
              </a:r>
              <a:r>
                <a:rPr sz="1479" dirty="0">
                  <a:cs typeface="Arial"/>
                </a:rPr>
                <a:t>human</a:t>
              </a:r>
              <a:r>
                <a:rPr sz="1479" spc="74" dirty="0">
                  <a:cs typeface="Arial"/>
                </a:rPr>
                <a:t> </a:t>
              </a:r>
              <a:r>
                <a:rPr sz="1479" spc="-21" dirty="0">
                  <a:cs typeface="Arial"/>
                </a:rPr>
                <a:t>mind.</a:t>
              </a:r>
              <a:endParaRPr sz="1479" dirty="0">
                <a:cs typeface="Arial"/>
              </a:endParaRPr>
            </a:p>
            <a:p>
              <a:pPr marL="554276">
                <a:spcBef>
                  <a:spcPts val="729"/>
                </a:spcBef>
              </a:pPr>
              <a:r>
                <a:rPr sz="1600" spc="-42" dirty="0">
                  <a:cs typeface="Tahoma"/>
                </a:rPr>
                <a:t>Figure </a:t>
              </a:r>
              <a:r>
                <a:rPr sz="1600" spc="-106" dirty="0">
                  <a:cs typeface="Tahoma"/>
                </a:rPr>
                <a:t>1.3:</a:t>
              </a:r>
              <a:r>
                <a:rPr sz="1600" spc="-42" dirty="0">
                  <a:cs typeface="Tahoma"/>
                </a:rPr>
                <a:t> </a:t>
              </a:r>
              <a:r>
                <a:rPr sz="1600" dirty="0">
                  <a:cs typeface="Tahoma"/>
                </a:rPr>
                <a:t>The</a:t>
              </a:r>
              <a:r>
                <a:rPr sz="1600" spc="-32" dirty="0">
                  <a:cs typeface="Tahoma"/>
                </a:rPr>
                <a:t> </a:t>
              </a:r>
              <a:r>
                <a:rPr sz="1600" spc="-95" dirty="0">
                  <a:cs typeface="Tahoma"/>
                </a:rPr>
                <a:t>broader</a:t>
              </a:r>
              <a:r>
                <a:rPr sz="1600" spc="-42" dirty="0">
                  <a:cs typeface="Tahoma"/>
                </a:rPr>
                <a:t> </a:t>
              </a:r>
              <a:r>
                <a:rPr sz="1600" spc="-106" dirty="0">
                  <a:cs typeface="Tahoma"/>
                </a:rPr>
                <a:t>scope</a:t>
              </a:r>
              <a:r>
                <a:rPr sz="1600" spc="-42" dirty="0">
                  <a:cs typeface="Tahoma"/>
                </a:rPr>
                <a:t> </a:t>
              </a:r>
              <a:r>
                <a:rPr sz="1600" spc="-95" dirty="0">
                  <a:cs typeface="Tahoma"/>
                </a:rPr>
                <a:t>around</a:t>
              </a:r>
              <a:r>
                <a:rPr sz="1600" spc="-42" dirty="0">
                  <a:cs typeface="Tahoma"/>
                </a:rPr>
                <a:t> </a:t>
              </a:r>
              <a:r>
                <a:rPr sz="1600" spc="-74" dirty="0">
                  <a:cs typeface="Tahoma"/>
                </a:rPr>
                <a:t>machine</a:t>
              </a:r>
              <a:r>
                <a:rPr sz="1600" spc="-32" dirty="0">
                  <a:cs typeface="Tahoma"/>
                </a:rPr>
                <a:t> </a:t>
              </a:r>
              <a:r>
                <a:rPr sz="1600" spc="-21" dirty="0">
                  <a:cs typeface="Tahoma"/>
                </a:rPr>
                <a:t>learning</a:t>
              </a:r>
              <a:endParaRPr sz="1600" dirty="0">
                <a:cs typeface="Tahoma"/>
              </a:endParaRPr>
            </a:p>
          </p:txBody>
        </p:sp>
      </p:gr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6236" rIns="0" bIns="0" rtlCol="0" anchor="ctr">
            <a:spAutoFit/>
          </a:bodyPr>
          <a:lstStyle/>
          <a:p>
            <a:pPr marL="26841">
              <a:lnSpc>
                <a:spcPct val="100000"/>
              </a:lnSpc>
              <a:spcBef>
                <a:spcPts val="285"/>
              </a:spcBef>
            </a:pPr>
            <a:r>
              <a:rPr dirty="0"/>
              <a:t>Many</a:t>
            </a:r>
            <a:r>
              <a:rPr spc="-53" dirty="0"/>
              <a:t> </a:t>
            </a:r>
            <a:r>
              <a:rPr spc="-116" dirty="0"/>
              <a:t>faces</a:t>
            </a:r>
            <a:r>
              <a:rPr spc="-53" dirty="0"/>
              <a:t> </a:t>
            </a:r>
            <a:r>
              <a:rPr dirty="0"/>
              <a:t>of</a:t>
            </a:r>
            <a:r>
              <a:rPr spc="-42" dirty="0"/>
              <a:t> </a:t>
            </a:r>
            <a:r>
              <a:rPr spc="-116" dirty="0"/>
              <a:t>reinforcement</a:t>
            </a:r>
            <a:r>
              <a:rPr spc="-53" dirty="0"/>
              <a:t> </a:t>
            </a:r>
            <a:r>
              <a:rPr spc="-85" dirty="0"/>
              <a:t>learning</a:t>
            </a:r>
          </a:p>
        </p:txBody>
      </p:sp>
      <p:grpSp>
        <p:nvGrpSpPr>
          <p:cNvPr id="33" name="Group 32">
            <a:extLst>
              <a:ext uri="{FF2B5EF4-FFF2-40B4-BE49-F238E27FC236}">
                <a16:creationId xmlns:a16="http://schemas.microsoft.com/office/drawing/2014/main" id="{2C59A67A-1F9D-59E6-6AA0-4DBEB7F34EDF}"/>
              </a:ext>
            </a:extLst>
          </p:cNvPr>
          <p:cNvGrpSpPr/>
          <p:nvPr/>
        </p:nvGrpSpPr>
        <p:grpSpPr>
          <a:xfrm>
            <a:off x="3921593" y="1365773"/>
            <a:ext cx="4434214" cy="4502659"/>
            <a:chOff x="3841898" y="841461"/>
            <a:chExt cx="4434214" cy="4502659"/>
          </a:xfrm>
        </p:grpSpPr>
        <p:grpSp>
          <p:nvGrpSpPr>
            <p:cNvPr id="3" name="object 3"/>
            <p:cNvGrpSpPr/>
            <p:nvPr/>
          </p:nvGrpSpPr>
          <p:grpSpPr>
            <a:xfrm>
              <a:off x="3841898" y="841461"/>
              <a:ext cx="4434214" cy="4502659"/>
              <a:chOff x="1816376" y="398135"/>
              <a:chExt cx="2098040" cy="2130425"/>
            </a:xfrm>
          </p:grpSpPr>
          <p:pic>
            <p:nvPicPr>
              <p:cNvPr id="4" name="object 4"/>
              <p:cNvPicPr/>
              <p:nvPr/>
            </p:nvPicPr>
            <p:blipFill>
              <a:blip r:embed="rId2" cstate="print"/>
              <a:stretch>
                <a:fillRect/>
              </a:stretch>
            </p:blipFill>
            <p:spPr>
              <a:xfrm>
                <a:off x="2258018" y="906178"/>
                <a:ext cx="1202277" cy="1187122"/>
              </a:xfrm>
              <a:prstGeom prst="rect">
                <a:avLst/>
              </a:prstGeom>
            </p:spPr>
          </p:pic>
          <p:pic>
            <p:nvPicPr>
              <p:cNvPr id="5" name="object 5"/>
              <p:cNvPicPr/>
              <p:nvPr/>
            </p:nvPicPr>
            <p:blipFill>
              <a:blip r:embed="rId3" cstate="print"/>
              <a:stretch>
                <a:fillRect/>
              </a:stretch>
            </p:blipFill>
            <p:spPr>
              <a:xfrm>
                <a:off x="2254235" y="398135"/>
                <a:ext cx="1202277" cy="1187122"/>
              </a:xfrm>
              <a:prstGeom prst="rect">
                <a:avLst/>
              </a:prstGeom>
            </p:spPr>
          </p:pic>
          <p:pic>
            <p:nvPicPr>
              <p:cNvPr id="6" name="object 6"/>
              <p:cNvPicPr/>
              <p:nvPr/>
            </p:nvPicPr>
            <p:blipFill>
              <a:blip r:embed="rId4" cstate="print"/>
              <a:stretch>
                <a:fillRect/>
              </a:stretch>
            </p:blipFill>
            <p:spPr>
              <a:xfrm>
                <a:off x="2712029" y="642056"/>
                <a:ext cx="1201930" cy="1187122"/>
              </a:xfrm>
              <a:prstGeom prst="rect">
                <a:avLst/>
              </a:prstGeom>
            </p:spPr>
          </p:pic>
          <p:pic>
            <p:nvPicPr>
              <p:cNvPr id="7" name="object 7"/>
              <p:cNvPicPr/>
              <p:nvPr/>
            </p:nvPicPr>
            <p:blipFill>
              <a:blip r:embed="rId5" cstate="print"/>
              <a:stretch>
                <a:fillRect/>
              </a:stretch>
            </p:blipFill>
            <p:spPr>
              <a:xfrm>
                <a:off x="2712029" y="1153852"/>
                <a:ext cx="1201930" cy="1187122"/>
              </a:xfrm>
              <a:prstGeom prst="rect">
                <a:avLst/>
              </a:prstGeom>
            </p:spPr>
          </p:pic>
          <p:pic>
            <p:nvPicPr>
              <p:cNvPr id="8" name="object 8"/>
              <p:cNvPicPr/>
              <p:nvPr/>
            </p:nvPicPr>
            <p:blipFill>
              <a:blip r:embed="rId6" cstate="print"/>
              <a:stretch>
                <a:fillRect/>
              </a:stretch>
            </p:blipFill>
            <p:spPr>
              <a:xfrm>
                <a:off x="2258018" y="1397773"/>
                <a:ext cx="1202277" cy="1130631"/>
              </a:xfrm>
              <a:prstGeom prst="rect">
                <a:avLst/>
              </a:prstGeom>
            </p:spPr>
          </p:pic>
          <p:pic>
            <p:nvPicPr>
              <p:cNvPr id="9" name="object 9"/>
              <p:cNvPicPr/>
              <p:nvPr/>
            </p:nvPicPr>
            <p:blipFill>
              <a:blip r:embed="rId7" cstate="print"/>
              <a:stretch>
                <a:fillRect/>
              </a:stretch>
            </p:blipFill>
            <p:spPr>
              <a:xfrm>
                <a:off x="1816376" y="1153852"/>
                <a:ext cx="1189908" cy="1187122"/>
              </a:xfrm>
              <a:prstGeom prst="rect">
                <a:avLst/>
              </a:prstGeom>
            </p:spPr>
          </p:pic>
          <p:pic>
            <p:nvPicPr>
              <p:cNvPr id="10" name="object 10"/>
              <p:cNvPicPr/>
              <p:nvPr/>
            </p:nvPicPr>
            <p:blipFill>
              <a:blip r:embed="rId8" cstate="print"/>
              <a:stretch>
                <a:fillRect/>
              </a:stretch>
            </p:blipFill>
            <p:spPr>
              <a:xfrm>
                <a:off x="1816376" y="642056"/>
                <a:ext cx="1189908" cy="1187122"/>
              </a:xfrm>
              <a:prstGeom prst="rect">
                <a:avLst/>
              </a:prstGeom>
            </p:spPr>
          </p:pic>
          <p:sp>
            <p:nvSpPr>
              <p:cNvPr id="11" name="object 11"/>
              <p:cNvSpPr/>
              <p:nvPr/>
            </p:nvSpPr>
            <p:spPr>
              <a:xfrm>
                <a:off x="2313586" y="941974"/>
                <a:ext cx="1090295" cy="1071245"/>
              </a:xfrm>
              <a:custGeom>
                <a:avLst/>
                <a:gdLst/>
                <a:ahLst/>
                <a:cxnLst/>
                <a:rect l="l" t="t" r="r" b="b"/>
                <a:pathLst>
                  <a:path w="1090295" h="1071245">
                    <a:moveTo>
                      <a:pt x="566955" y="0"/>
                    </a:moveTo>
                    <a:lnTo>
                      <a:pt x="522924" y="0"/>
                    </a:lnTo>
                    <a:lnTo>
                      <a:pt x="479009" y="3477"/>
                    </a:lnTo>
                    <a:lnTo>
                      <a:pt x="435440" y="10432"/>
                    </a:lnTo>
                    <a:lnTo>
                      <a:pt x="392450" y="20864"/>
                    </a:lnTo>
                    <a:lnTo>
                      <a:pt x="350270" y="34774"/>
                    </a:lnTo>
                    <a:lnTo>
                      <a:pt x="309131" y="52161"/>
                    </a:lnTo>
                    <a:lnTo>
                      <a:pt x="269264" y="73026"/>
                    </a:lnTo>
                    <a:lnTo>
                      <a:pt x="230900" y="97368"/>
                    </a:lnTo>
                    <a:lnTo>
                      <a:pt x="194272" y="125188"/>
                    </a:lnTo>
                    <a:lnTo>
                      <a:pt x="159609" y="156485"/>
                    </a:lnTo>
                    <a:lnTo>
                      <a:pt x="126111" y="192515"/>
                    </a:lnTo>
                    <a:lnTo>
                      <a:pt x="96554" y="230685"/>
                    </a:lnTo>
                    <a:lnTo>
                      <a:pt x="70937" y="270727"/>
                    </a:lnTo>
                    <a:lnTo>
                      <a:pt x="49262" y="312374"/>
                    </a:lnTo>
                    <a:lnTo>
                      <a:pt x="31527" y="355359"/>
                    </a:lnTo>
                    <a:lnTo>
                      <a:pt x="17734" y="399413"/>
                    </a:lnTo>
                    <a:lnTo>
                      <a:pt x="7881" y="444270"/>
                    </a:lnTo>
                    <a:lnTo>
                      <a:pt x="1970" y="489662"/>
                    </a:lnTo>
                    <a:lnTo>
                      <a:pt x="0" y="535321"/>
                    </a:lnTo>
                    <a:lnTo>
                      <a:pt x="1970" y="580980"/>
                    </a:lnTo>
                    <a:lnTo>
                      <a:pt x="7881" y="626372"/>
                    </a:lnTo>
                    <a:lnTo>
                      <a:pt x="17734" y="671228"/>
                    </a:lnTo>
                    <a:lnTo>
                      <a:pt x="31527" y="715283"/>
                    </a:lnTo>
                    <a:lnTo>
                      <a:pt x="49262" y="758267"/>
                    </a:lnTo>
                    <a:lnTo>
                      <a:pt x="70937" y="799914"/>
                    </a:lnTo>
                    <a:lnTo>
                      <a:pt x="96554" y="839957"/>
                    </a:lnTo>
                    <a:lnTo>
                      <a:pt x="126111" y="878127"/>
                    </a:lnTo>
                    <a:lnTo>
                      <a:pt x="159609" y="914157"/>
                    </a:lnTo>
                    <a:lnTo>
                      <a:pt x="194272" y="945454"/>
                    </a:lnTo>
                    <a:lnTo>
                      <a:pt x="230900" y="973273"/>
                    </a:lnTo>
                    <a:lnTo>
                      <a:pt x="269264" y="997616"/>
                    </a:lnTo>
                    <a:lnTo>
                      <a:pt x="309131" y="1018480"/>
                    </a:lnTo>
                    <a:lnTo>
                      <a:pt x="350270" y="1035867"/>
                    </a:lnTo>
                    <a:lnTo>
                      <a:pt x="392450" y="1049777"/>
                    </a:lnTo>
                    <a:lnTo>
                      <a:pt x="435440" y="1060210"/>
                    </a:lnTo>
                    <a:lnTo>
                      <a:pt x="479009" y="1067165"/>
                    </a:lnTo>
                    <a:lnTo>
                      <a:pt x="522924" y="1070642"/>
                    </a:lnTo>
                    <a:lnTo>
                      <a:pt x="566955" y="1070642"/>
                    </a:lnTo>
                    <a:lnTo>
                      <a:pt x="610870" y="1067165"/>
                    </a:lnTo>
                    <a:lnTo>
                      <a:pt x="654438" y="1060210"/>
                    </a:lnTo>
                    <a:lnTo>
                      <a:pt x="697428" y="1049777"/>
                    </a:lnTo>
                    <a:lnTo>
                      <a:pt x="739608" y="1035867"/>
                    </a:lnTo>
                    <a:lnTo>
                      <a:pt x="780748" y="1018480"/>
                    </a:lnTo>
                    <a:lnTo>
                      <a:pt x="820615" y="997616"/>
                    </a:lnTo>
                    <a:lnTo>
                      <a:pt x="858978" y="973273"/>
                    </a:lnTo>
                    <a:lnTo>
                      <a:pt x="895607" y="945454"/>
                    </a:lnTo>
                    <a:lnTo>
                      <a:pt x="930269" y="914157"/>
                    </a:lnTo>
                    <a:lnTo>
                      <a:pt x="963767" y="878127"/>
                    </a:lnTo>
                    <a:lnTo>
                      <a:pt x="993325" y="839957"/>
                    </a:lnTo>
                    <a:lnTo>
                      <a:pt x="1018941" y="799914"/>
                    </a:lnTo>
                    <a:lnTo>
                      <a:pt x="1040617" y="758267"/>
                    </a:lnTo>
                    <a:lnTo>
                      <a:pt x="1058351" y="715283"/>
                    </a:lnTo>
                    <a:lnTo>
                      <a:pt x="1072144" y="671228"/>
                    </a:lnTo>
                    <a:lnTo>
                      <a:pt x="1081997" y="626372"/>
                    </a:lnTo>
                    <a:lnTo>
                      <a:pt x="1087908" y="580980"/>
                    </a:lnTo>
                    <a:lnTo>
                      <a:pt x="1089879" y="535321"/>
                    </a:lnTo>
                    <a:lnTo>
                      <a:pt x="1087908" y="489662"/>
                    </a:lnTo>
                    <a:lnTo>
                      <a:pt x="1081997" y="444270"/>
                    </a:lnTo>
                    <a:lnTo>
                      <a:pt x="1072144" y="399413"/>
                    </a:lnTo>
                    <a:lnTo>
                      <a:pt x="1058351" y="355359"/>
                    </a:lnTo>
                    <a:lnTo>
                      <a:pt x="1040617" y="312374"/>
                    </a:lnTo>
                    <a:lnTo>
                      <a:pt x="1018941" y="270727"/>
                    </a:lnTo>
                    <a:lnTo>
                      <a:pt x="993325" y="230685"/>
                    </a:lnTo>
                    <a:lnTo>
                      <a:pt x="963767" y="192515"/>
                    </a:lnTo>
                    <a:lnTo>
                      <a:pt x="930269" y="156485"/>
                    </a:lnTo>
                    <a:lnTo>
                      <a:pt x="895607" y="125188"/>
                    </a:lnTo>
                    <a:lnTo>
                      <a:pt x="858978" y="97368"/>
                    </a:lnTo>
                    <a:lnTo>
                      <a:pt x="820615" y="73026"/>
                    </a:lnTo>
                    <a:lnTo>
                      <a:pt x="780748" y="52161"/>
                    </a:lnTo>
                    <a:lnTo>
                      <a:pt x="739608" y="34774"/>
                    </a:lnTo>
                    <a:lnTo>
                      <a:pt x="697428" y="20864"/>
                    </a:lnTo>
                    <a:lnTo>
                      <a:pt x="654438" y="10432"/>
                    </a:lnTo>
                    <a:lnTo>
                      <a:pt x="610870" y="3477"/>
                    </a:lnTo>
                    <a:lnTo>
                      <a:pt x="566955" y="0"/>
                    </a:lnTo>
                    <a:close/>
                  </a:path>
                </a:pathLst>
              </a:custGeom>
              <a:solidFill>
                <a:srgbClr val="D6D6D6"/>
              </a:solidFill>
            </p:spPr>
            <p:txBody>
              <a:bodyPr wrap="square" lIns="0" tIns="0" rIns="0" bIns="0" rtlCol="0"/>
              <a:lstStyle/>
              <a:p>
                <a:endParaRPr sz="3804"/>
              </a:p>
            </p:txBody>
          </p:sp>
          <p:sp>
            <p:nvSpPr>
              <p:cNvPr id="12" name="object 12"/>
              <p:cNvSpPr/>
              <p:nvPr/>
            </p:nvSpPr>
            <p:spPr>
              <a:xfrm>
                <a:off x="2313586" y="941974"/>
                <a:ext cx="1090295" cy="1071245"/>
              </a:xfrm>
              <a:custGeom>
                <a:avLst/>
                <a:gdLst/>
                <a:ahLst/>
                <a:cxnLst/>
                <a:rect l="l" t="t" r="r" b="b"/>
                <a:pathLst>
                  <a:path w="1090295" h="1071245">
                    <a:moveTo>
                      <a:pt x="930269" y="156485"/>
                    </a:moveTo>
                    <a:lnTo>
                      <a:pt x="963767" y="192515"/>
                    </a:lnTo>
                    <a:lnTo>
                      <a:pt x="993325" y="230685"/>
                    </a:lnTo>
                    <a:lnTo>
                      <a:pt x="1018941" y="270727"/>
                    </a:lnTo>
                    <a:lnTo>
                      <a:pt x="1040617" y="312374"/>
                    </a:lnTo>
                    <a:lnTo>
                      <a:pt x="1058351" y="355359"/>
                    </a:lnTo>
                    <a:lnTo>
                      <a:pt x="1072144" y="399413"/>
                    </a:lnTo>
                    <a:lnTo>
                      <a:pt x="1081997" y="444270"/>
                    </a:lnTo>
                    <a:lnTo>
                      <a:pt x="1087908" y="489662"/>
                    </a:lnTo>
                    <a:lnTo>
                      <a:pt x="1089879" y="535321"/>
                    </a:lnTo>
                    <a:lnTo>
                      <a:pt x="1087908" y="580980"/>
                    </a:lnTo>
                    <a:lnTo>
                      <a:pt x="1081997" y="626372"/>
                    </a:lnTo>
                    <a:lnTo>
                      <a:pt x="1072144" y="671228"/>
                    </a:lnTo>
                    <a:lnTo>
                      <a:pt x="1058351" y="715283"/>
                    </a:lnTo>
                    <a:lnTo>
                      <a:pt x="1040617" y="758267"/>
                    </a:lnTo>
                    <a:lnTo>
                      <a:pt x="1018941" y="799914"/>
                    </a:lnTo>
                    <a:lnTo>
                      <a:pt x="993325" y="839957"/>
                    </a:lnTo>
                    <a:lnTo>
                      <a:pt x="963767" y="878127"/>
                    </a:lnTo>
                    <a:lnTo>
                      <a:pt x="930269" y="914157"/>
                    </a:lnTo>
                    <a:lnTo>
                      <a:pt x="895607" y="945454"/>
                    </a:lnTo>
                    <a:lnTo>
                      <a:pt x="858978" y="973273"/>
                    </a:lnTo>
                    <a:lnTo>
                      <a:pt x="820615" y="997616"/>
                    </a:lnTo>
                    <a:lnTo>
                      <a:pt x="780748" y="1018480"/>
                    </a:lnTo>
                    <a:lnTo>
                      <a:pt x="739608" y="1035867"/>
                    </a:lnTo>
                    <a:lnTo>
                      <a:pt x="697428" y="1049777"/>
                    </a:lnTo>
                    <a:lnTo>
                      <a:pt x="654438" y="1060210"/>
                    </a:lnTo>
                    <a:lnTo>
                      <a:pt x="610870" y="1067165"/>
                    </a:lnTo>
                    <a:lnTo>
                      <a:pt x="566955" y="1070642"/>
                    </a:lnTo>
                    <a:lnTo>
                      <a:pt x="522924" y="1070642"/>
                    </a:lnTo>
                    <a:lnTo>
                      <a:pt x="479009" y="1067165"/>
                    </a:lnTo>
                    <a:lnTo>
                      <a:pt x="435440" y="1060210"/>
                    </a:lnTo>
                    <a:lnTo>
                      <a:pt x="392450" y="1049777"/>
                    </a:lnTo>
                    <a:lnTo>
                      <a:pt x="350270" y="1035867"/>
                    </a:lnTo>
                    <a:lnTo>
                      <a:pt x="309131" y="1018480"/>
                    </a:lnTo>
                    <a:lnTo>
                      <a:pt x="269264" y="997616"/>
                    </a:lnTo>
                    <a:lnTo>
                      <a:pt x="230900" y="973273"/>
                    </a:lnTo>
                    <a:lnTo>
                      <a:pt x="194272" y="945454"/>
                    </a:lnTo>
                    <a:lnTo>
                      <a:pt x="159609" y="914157"/>
                    </a:lnTo>
                    <a:lnTo>
                      <a:pt x="126111" y="878127"/>
                    </a:lnTo>
                    <a:lnTo>
                      <a:pt x="96554" y="839957"/>
                    </a:lnTo>
                    <a:lnTo>
                      <a:pt x="70937" y="799914"/>
                    </a:lnTo>
                    <a:lnTo>
                      <a:pt x="49262" y="758267"/>
                    </a:lnTo>
                    <a:lnTo>
                      <a:pt x="31527" y="715283"/>
                    </a:lnTo>
                    <a:lnTo>
                      <a:pt x="17734" y="671228"/>
                    </a:lnTo>
                    <a:lnTo>
                      <a:pt x="7881" y="626372"/>
                    </a:lnTo>
                    <a:lnTo>
                      <a:pt x="1970" y="580980"/>
                    </a:lnTo>
                    <a:lnTo>
                      <a:pt x="0" y="535321"/>
                    </a:lnTo>
                    <a:lnTo>
                      <a:pt x="1970" y="489662"/>
                    </a:lnTo>
                    <a:lnTo>
                      <a:pt x="7881" y="444270"/>
                    </a:lnTo>
                    <a:lnTo>
                      <a:pt x="17734" y="399413"/>
                    </a:lnTo>
                    <a:lnTo>
                      <a:pt x="31527" y="355359"/>
                    </a:lnTo>
                    <a:lnTo>
                      <a:pt x="49262" y="312374"/>
                    </a:lnTo>
                    <a:lnTo>
                      <a:pt x="70937" y="270727"/>
                    </a:lnTo>
                    <a:lnTo>
                      <a:pt x="96554" y="230685"/>
                    </a:lnTo>
                    <a:lnTo>
                      <a:pt x="126111" y="192515"/>
                    </a:lnTo>
                    <a:lnTo>
                      <a:pt x="159609" y="156485"/>
                    </a:lnTo>
                    <a:lnTo>
                      <a:pt x="194272" y="125188"/>
                    </a:lnTo>
                    <a:lnTo>
                      <a:pt x="230900" y="97368"/>
                    </a:lnTo>
                    <a:lnTo>
                      <a:pt x="269264" y="73026"/>
                    </a:lnTo>
                    <a:lnTo>
                      <a:pt x="309131" y="52161"/>
                    </a:lnTo>
                    <a:lnTo>
                      <a:pt x="350270" y="34774"/>
                    </a:lnTo>
                    <a:lnTo>
                      <a:pt x="392450" y="20864"/>
                    </a:lnTo>
                    <a:lnTo>
                      <a:pt x="435440" y="10432"/>
                    </a:lnTo>
                    <a:lnTo>
                      <a:pt x="479009" y="3477"/>
                    </a:lnTo>
                    <a:lnTo>
                      <a:pt x="522924" y="0"/>
                    </a:lnTo>
                    <a:lnTo>
                      <a:pt x="566955" y="0"/>
                    </a:lnTo>
                    <a:lnTo>
                      <a:pt x="610870" y="3477"/>
                    </a:lnTo>
                    <a:lnTo>
                      <a:pt x="654438" y="10432"/>
                    </a:lnTo>
                    <a:lnTo>
                      <a:pt x="697428" y="20864"/>
                    </a:lnTo>
                    <a:lnTo>
                      <a:pt x="739608" y="34774"/>
                    </a:lnTo>
                    <a:lnTo>
                      <a:pt x="780748" y="52161"/>
                    </a:lnTo>
                    <a:lnTo>
                      <a:pt x="820615" y="73026"/>
                    </a:lnTo>
                    <a:lnTo>
                      <a:pt x="858978" y="97368"/>
                    </a:lnTo>
                    <a:lnTo>
                      <a:pt x="895607" y="125188"/>
                    </a:lnTo>
                    <a:lnTo>
                      <a:pt x="930269" y="156485"/>
                    </a:lnTo>
                  </a:path>
                </a:pathLst>
              </a:custGeom>
              <a:ln w="10103">
                <a:solidFill>
                  <a:srgbClr val="9A9A9A"/>
                </a:solidFill>
              </a:ln>
            </p:spPr>
            <p:txBody>
              <a:bodyPr wrap="square" lIns="0" tIns="0" rIns="0" bIns="0" rtlCol="0"/>
              <a:lstStyle/>
              <a:p>
                <a:endParaRPr sz="3804"/>
              </a:p>
            </p:txBody>
          </p:sp>
          <p:sp>
            <p:nvSpPr>
              <p:cNvPr id="13" name="object 13"/>
              <p:cNvSpPr/>
              <p:nvPr/>
            </p:nvSpPr>
            <p:spPr>
              <a:xfrm>
                <a:off x="2309802" y="433931"/>
                <a:ext cx="1090295" cy="1071245"/>
              </a:xfrm>
              <a:custGeom>
                <a:avLst/>
                <a:gdLst/>
                <a:ahLst/>
                <a:cxnLst/>
                <a:rect l="l" t="t" r="r" b="b"/>
                <a:pathLst>
                  <a:path w="1090295" h="1071245">
                    <a:moveTo>
                      <a:pt x="930269" y="156485"/>
                    </a:moveTo>
                    <a:lnTo>
                      <a:pt x="963767" y="192515"/>
                    </a:lnTo>
                    <a:lnTo>
                      <a:pt x="993325" y="230685"/>
                    </a:lnTo>
                    <a:lnTo>
                      <a:pt x="1018941" y="270727"/>
                    </a:lnTo>
                    <a:lnTo>
                      <a:pt x="1040617" y="312374"/>
                    </a:lnTo>
                    <a:lnTo>
                      <a:pt x="1058351" y="355359"/>
                    </a:lnTo>
                    <a:lnTo>
                      <a:pt x="1072144" y="399413"/>
                    </a:lnTo>
                    <a:lnTo>
                      <a:pt x="1081997" y="444270"/>
                    </a:lnTo>
                    <a:lnTo>
                      <a:pt x="1087908" y="489662"/>
                    </a:lnTo>
                    <a:lnTo>
                      <a:pt x="1089879" y="535321"/>
                    </a:lnTo>
                    <a:lnTo>
                      <a:pt x="1087908" y="580980"/>
                    </a:lnTo>
                    <a:lnTo>
                      <a:pt x="1081997" y="626372"/>
                    </a:lnTo>
                    <a:lnTo>
                      <a:pt x="1072144" y="671228"/>
                    </a:lnTo>
                    <a:lnTo>
                      <a:pt x="1058351" y="715283"/>
                    </a:lnTo>
                    <a:lnTo>
                      <a:pt x="1040617" y="758267"/>
                    </a:lnTo>
                    <a:lnTo>
                      <a:pt x="1018941" y="799914"/>
                    </a:lnTo>
                    <a:lnTo>
                      <a:pt x="993325" y="839957"/>
                    </a:lnTo>
                    <a:lnTo>
                      <a:pt x="963767" y="878127"/>
                    </a:lnTo>
                    <a:lnTo>
                      <a:pt x="930269" y="914157"/>
                    </a:lnTo>
                    <a:lnTo>
                      <a:pt x="895607" y="945454"/>
                    </a:lnTo>
                    <a:lnTo>
                      <a:pt x="858978" y="973273"/>
                    </a:lnTo>
                    <a:lnTo>
                      <a:pt x="820615" y="997616"/>
                    </a:lnTo>
                    <a:lnTo>
                      <a:pt x="780748" y="1018480"/>
                    </a:lnTo>
                    <a:lnTo>
                      <a:pt x="739608" y="1035867"/>
                    </a:lnTo>
                    <a:lnTo>
                      <a:pt x="697428" y="1049777"/>
                    </a:lnTo>
                    <a:lnTo>
                      <a:pt x="654438" y="1060210"/>
                    </a:lnTo>
                    <a:lnTo>
                      <a:pt x="610870" y="1067165"/>
                    </a:lnTo>
                    <a:lnTo>
                      <a:pt x="566955" y="1070642"/>
                    </a:lnTo>
                    <a:lnTo>
                      <a:pt x="522924" y="1070642"/>
                    </a:lnTo>
                    <a:lnTo>
                      <a:pt x="479009" y="1067165"/>
                    </a:lnTo>
                    <a:lnTo>
                      <a:pt x="435440" y="1060210"/>
                    </a:lnTo>
                    <a:lnTo>
                      <a:pt x="392450" y="1049777"/>
                    </a:lnTo>
                    <a:lnTo>
                      <a:pt x="350270" y="1035867"/>
                    </a:lnTo>
                    <a:lnTo>
                      <a:pt x="309131" y="1018480"/>
                    </a:lnTo>
                    <a:lnTo>
                      <a:pt x="269264" y="997616"/>
                    </a:lnTo>
                    <a:lnTo>
                      <a:pt x="230900" y="973273"/>
                    </a:lnTo>
                    <a:lnTo>
                      <a:pt x="194272" y="945454"/>
                    </a:lnTo>
                    <a:lnTo>
                      <a:pt x="159609" y="914157"/>
                    </a:lnTo>
                    <a:lnTo>
                      <a:pt x="126111" y="878127"/>
                    </a:lnTo>
                    <a:lnTo>
                      <a:pt x="96554" y="839957"/>
                    </a:lnTo>
                    <a:lnTo>
                      <a:pt x="70937" y="799914"/>
                    </a:lnTo>
                    <a:lnTo>
                      <a:pt x="49262" y="758267"/>
                    </a:lnTo>
                    <a:lnTo>
                      <a:pt x="31527" y="715283"/>
                    </a:lnTo>
                    <a:lnTo>
                      <a:pt x="17734" y="671228"/>
                    </a:lnTo>
                    <a:lnTo>
                      <a:pt x="7881" y="626372"/>
                    </a:lnTo>
                    <a:lnTo>
                      <a:pt x="1970" y="580980"/>
                    </a:lnTo>
                    <a:lnTo>
                      <a:pt x="0" y="535321"/>
                    </a:lnTo>
                    <a:lnTo>
                      <a:pt x="1970" y="489662"/>
                    </a:lnTo>
                    <a:lnTo>
                      <a:pt x="7881" y="444270"/>
                    </a:lnTo>
                    <a:lnTo>
                      <a:pt x="17734" y="399413"/>
                    </a:lnTo>
                    <a:lnTo>
                      <a:pt x="31527" y="355359"/>
                    </a:lnTo>
                    <a:lnTo>
                      <a:pt x="49262" y="312374"/>
                    </a:lnTo>
                    <a:lnTo>
                      <a:pt x="70937" y="270727"/>
                    </a:lnTo>
                    <a:lnTo>
                      <a:pt x="96554" y="230685"/>
                    </a:lnTo>
                    <a:lnTo>
                      <a:pt x="126111" y="192515"/>
                    </a:lnTo>
                    <a:lnTo>
                      <a:pt x="159609" y="156485"/>
                    </a:lnTo>
                    <a:lnTo>
                      <a:pt x="194272" y="125188"/>
                    </a:lnTo>
                    <a:lnTo>
                      <a:pt x="230900" y="97368"/>
                    </a:lnTo>
                    <a:lnTo>
                      <a:pt x="269264" y="73026"/>
                    </a:lnTo>
                    <a:lnTo>
                      <a:pt x="309131" y="52161"/>
                    </a:lnTo>
                    <a:lnTo>
                      <a:pt x="350270" y="34774"/>
                    </a:lnTo>
                    <a:lnTo>
                      <a:pt x="392450" y="20864"/>
                    </a:lnTo>
                    <a:lnTo>
                      <a:pt x="435440" y="10432"/>
                    </a:lnTo>
                    <a:lnTo>
                      <a:pt x="479009" y="3477"/>
                    </a:lnTo>
                    <a:lnTo>
                      <a:pt x="522924" y="0"/>
                    </a:lnTo>
                    <a:lnTo>
                      <a:pt x="566955" y="0"/>
                    </a:lnTo>
                    <a:lnTo>
                      <a:pt x="610870" y="3477"/>
                    </a:lnTo>
                    <a:lnTo>
                      <a:pt x="654438" y="10432"/>
                    </a:lnTo>
                    <a:lnTo>
                      <a:pt x="697428" y="20864"/>
                    </a:lnTo>
                    <a:lnTo>
                      <a:pt x="739608" y="34774"/>
                    </a:lnTo>
                    <a:lnTo>
                      <a:pt x="780748" y="52161"/>
                    </a:lnTo>
                    <a:lnTo>
                      <a:pt x="820615" y="73026"/>
                    </a:lnTo>
                    <a:lnTo>
                      <a:pt x="858978" y="97368"/>
                    </a:lnTo>
                    <a:lnTo>
                      <a:pt x="895607" y="125188"/>
                    </a:lnTo>
                    <a:lnTo>
                      <a:pt x="930269" y="156485"/>
                    </a:lnTo>
                  </a:path>
                </a:pathLst>
              </a:custGeom>
              <a:ln w="10103">
                <a:solidFill>
                  <a:srgbClr val="9A9A9A"/>
                </a:solidFill>
              </a:ln>
            </p:spPr>
            <p:txBody>
              <a:bodyPr wrap="square" lIns="0" tIns="0" rIns="0" bIns="0" rtlCol="0"/>
              <a:lstStyle/>
              <a:p>
                <a:endParaRPr sz="3804"/>
              </a:p>
            </p:txBody>
          </p:sp>
          <p:sp>
            <p:nvSpPr>
              <p:cNvPr id="14" name="object 14"/>
              <p:cNvSpPr/>
              <p:nvPr/>
            </p:nvSpPr>
            <p:spPr>
              <a:xfrm>
                <a:off x="2767597" y="677852"/>
                <a:ext cx="1090295" cy="1071245"/>
              </a:xfrm>
              <a:custGeom>
                <a:avLst/>
                <a:gdLst/>
                <a:ahLst/>
                <a:cxnLst/>
                <a:rect l="l" t="t" r="r" b="b"/>
                <a:pathLst>
                  <a:path w="1090295" h="1071245">
                    <a:moveTo>
                      <a:pt x="930269" y="156485"/>
                    </a:moveTo>
                    <a:lnTo>
                      <a:pt x="963767" y="192515"/>
                    </a:lnTo>
                    <a:lnTo>
                      <a:pt x="993325" y="230685"/>
                    </a:lnTo>
                    <a:lnTo>
                      <a:pt x="1018941" y="270727"/>
                    </a:lnTo>
                    <a:lnTo>
                      <a:pt x="1040617" y="312374"/>
                    </a:lnTo>
                    <a:lnTo>
                      <a:pt x="1058351" y="355359"/>
                    </a:lnTo>
                    <a:lnTo>
                      <a:pt x="1072144" y="399413"/>
                    </a:lnTo>
                    <a:lnTo>
                      <a:pt x="1081997" y="444270"/>
                    </a:lnTo>
                    <a:lnTo>
                      <a:pt x="1087908" y="489662"/>
                    </a:lnTo>
                    <a:lnTo>
                      <a:pt x="1089879" y="535321"/>
                    </a:lnTo>
                    <a:lnTo>
                      <a:pt x="1087908" y="580980"/>
                    </a:lnTo>
                    <a:lnTo>
                      <a:pt x="1081997" y="626372"/>
                    </a:lnTo>
                    <a:lnTo>
                      <a:pt x="1072144" y="671228"/>
                    </a:lnTo>
                    <a:lnTo>
                      <a:pt x="1058351" y="715283"/>
                    </a:lnTo>
                    <a:lnTo>
                      <a:pt x="1040617" y="758267"/>
                    </a:lnTo>
                    <a:lnTo>
                      <a:pt x="1018941" y="799914"/>
                    </a:lnTo>
                    <a:lnTo>
                      <a:pt x="993325" y="839957"/>
                    </a:lnTo>
                    <a:lnTo>
                      <a:pt x="963767" y="878127"/>
                    </a:lnTo>
                    <a:lnTo>
                      <a:pt x="930269" y="914157"/>
                    </a:lnTo>
                    <a:lnTo>
                      <a:pt x="895607" y="945454"/>
                    </a:lnTo>
                    <a:lnTo>
                      <a:pt x="858978" y="973273"/>
                    </a:lnTo>
                    <a:lnTo>
                      <a:pt x="820615" y="997616"/>
                    </a:lnTo>
                    <a:lnTo>
                      <a:pt x="780748" y="1018480"/>
                    </a:lnTo>
                    <a:lnTo>
                      <a:pt x="739608" y="1035867"/>
                    </a:lnTo>
                    <a:lnTo>
                      <a:pt x="697428" y="1049777"/>
                    </a:lnTo>
                    <a:lnTo>
                      <a:pt x="654438" y="1060210"/>
                    </a:lnTo>
                    <a:lnTo>
                      <a:pt x="610870" y="1067165"/>
                    </a:lnTo>
                    <a:lnTo>
                      <a:pt x="566955" y="1070642"/>
                    </a:lnTo>
                    <a:lnTo>
                      <a:pt x="522924" y="1070642"/>
                    </a:lnTo>
                    <a:lnTo>
                      <a:pt x="479009" y="1067165"/>
                    </a:lnTo>
                    <a:lnTo>
                      <a:pt x="435440" y="1060210"/>
                    </a:lnTo>
                    <a:lnTo>
                      <a:pt x="392450" y="1049777"/>
                    </a:lnTo>
                    <a:lnTo>
                      <a:pt x="350270" y="1035867"/>
                    </a:lnTo>
                    <a:lnTo>
                      <a:pt x="309131" y="1018480"/>
                    </a:lnTo>
                    <a:lnTo>
                      <a:pt x="269264" y="997616"/>
                    </a:lnTo>
                    <a:lnTo>
                      <a:pt x="230900" y="973273"/>
                    </a:lnTo>
                    <a:lnTo>
                      <a:pt x="194272" y="945454"/>
                    </a:lnTo>
                    <a:lnTo>
                      <a:pt x="159609" y="914157"/>
                    </a:lnTo>
                    <a:lnTo>
                      <a:pt x="126111" y="878127"/>
                    </a:lnTo>
                    <a:lnTo>
                      <a:pt x="96554" y="839957"/>
                    </a:lnTo>
                    <a:lnTo>
                      <a:pt x="70937" y="799914"/>
                    </a:lnTo>
                    <a:lnTo>
                      <a:pt x="49262" y="758267"/>
                    </a:lnTo>
                    <a:lnTo>
                      <a:pt x="31527" y="715283"/>
                    </a:lnTo>
                    <a:lnTo>
                      <a:pt x="17734" y="671228"/>
                    </a:lnTo>
                    <a:lnTo>
                      <a:pt x="7881" y="626372"/>
                    </a:lnTo>
                    <a:lnTo>
                      <a:pt x="1970" y="580980"/>
                    </a:lnTo>
                    <a:lnTo>
                      <a:pt x="0" y="535321"/>
                    </a:lnTo>
                    <a:lnTo>
                      <a:pt x="1970" y="489662"/>
                    </a:lnTo>
                    <a:lnTo>
                      <a:pt x="7881" y="444270"/>
                    </a:lnTo>
                    <a:lnTo>
                      <a:pt x="17734" y="399413"/>
                    </a:lnTo>
                    <a:lnTo>
                      <a:pt x="31527" y="355359"/>
                    </a:lnTo>
                    <a:lnTo>
                      <a:pt x="49262" y="312374"/>
                    </a:lnTo>
                    <a:lnTo>
                      <a:pt x="70937" y="270727"/>
                    </a:lnTo>
                    <a:lnTo>
                      <a:pt x="96554" y="230685"/>
                    </a:lnTo>
                    <a:lnTo>
                      <a:pt x="126111" y="192515"/>
                    </a:lnTo>
                    <a:lnTo>
                      <a:pt x="159609" y="156485"/>
                    </a:lnTo>
                    <a:lnTo>
                      <a:pt x="194272" y="125188"/>
                    </a:lnTo>
                    <a:lnTo>
                      <a:pt x="230900" y="97368"/>
                    </a:lnTo>
                    <a:lnTo>
                      <a:pt x="269264" y="73026"/>
                    </a:lnTo>
                    <a:lnTo>
                      <a:pt x="309131" y="52161"/>
                    </a:lnTo>
                    <a:lnTo>
                      <a:pt x="350270" y="34774"/>
                    </a:lnTo>
                    <a:lnTo>
                      <a:pt x="392450" y="20864"/>
                    </a:lnTo>
                    <a:lnTo>
                      <a:pt x="435440" y="10432"/>
                    </a:lnTo>
                    <a:lnTo>
                      <a:pt x="479009" y="3477"/>
                    </a:lnTo>
                    <a:lnTo>
                      <a:pt x="522924" y="0"/>
                    </a:lnTo>
                    <a:lnTo>
                      <a:pt x="566955" y="0"/>
                    </a:lnTo>
                    <a:lnTo>
                      <a:pt x="610870" y="3477"/>
                    </a:lnTo>
                    <a:lnTo>
                      <a:pt x="654438" y="10432"/>
                    </a:lnTo>
                    <a:lnTo>
                      <a:pt x="697428" y="20864"/>
                    </a:lnTo>
                    <a:lnTo>
                      <a:pt x="739608" y="34774"/>
                    </a:lnTo>
                    <a:lnTo>
                      <a:pt x="780748" y="52161"/>
                    </a:lnTo>
                    <a:lnTo>
                      <a:pt x="820615" y="73026"/>
                    </a:lnTo>
                    <a:lnTo>
                      <a:pt x="858978" y="97368"/>
                    </a:lnTo>
                    <a:lnTo>
                      <a:pt x="895607" y="125188"/>
                    </a:lnTo>
                    <a:lnTo>
                      <a:pt x="930269" y="156485"/>
                    </a:lnTo>
                  </a:path>
                </a:pathLst>
              </a:custGeom>
              <a:ln w="10103">
                <a:solidFill>
                  <a:srgbClr val="9A9A9A"/>
                </a:solidFill>
              </a:ln>
            </p:spPr>
            <p:txBody>
              <a:bodyPr wrap="square" lIns="0" tIns="0" rIns="0" bIns="0" rtlCol="0"/>
              <a:lstStyle/>
              <a:p>
                <a:endParaRPr sz="3804"/>
              </a:p>
            </p:txBody>
          </p:sp>
          <p:sp>
            <p:nvSpPr>
              <p:cNvPr id="15" name="object 15"/>
              <p:cNvSpPr/>
              <p:nvPr/>
            </p:nvSpPr>
            <p:spPr>
              <a:xfrm>
                <a:off x="2767597" y="1189648"/>
                <a:ext cx="1090295" cy="1071245"/>
              </a:xfrm>
              <a:custGeom>
                <a:avLst/>
                <a:gdLst/>
                <a:ahLst/>
                <a:cxnLst/>
                <a:rect l="l" t="t" r="r" b="b"/>
                <a:pathLst>
                  <a:path w="1090295" h="1071245">
                    <a:moveTo>
                      <a:pt x="930269" y="156485"/>
                    </a:moveTo>
                    <a:lnTo>
                      <a:pt x="963767" y="192515"/>
                    </a:lnTo>
                    <a:lnTo>
                      <a:pt x="993325" y="230685"/>
                    </a:lnTo>
                    <a:lnTo>
                      <a:pt x="1018941" y="270727"/>
                    </a:lnTo>
                    <a:lnTo>
                      <a:pt x="1040617" y="312374"/>
                    </a:lnTo>
                    <a:lnTo>
                      <a:pt x="1058351" y="355359"/>
                    </a:lnTo>
                    <a:lnTo>
                      <a:pt x="1072144" y="399413"/>
                    </a:lnTo>
                    <a:lnTo>
                      <a:pt x="1081997" y="444270"/>
                    </a:lnTo>
                    <a:lnTo>
                      <a:pt x="1087908" y="489662"/>
                    </a:lnTo>
                    <a:lnTo>
                      <a:pt x="1089879" y="535321"/>
                    </a:lnTo>
                    <a:lnTo>
                      <a:pt x="1087908" y="580980"/>
                    </a:lnTo>
                    <a:lnTo>
                      <a:pt x="1081997" y="626372"/>
                    </a:lnTo>
                    <a:lnTo>
                      <a:pt x="1072144" y="671228"/>
                    </a:lnTo>
                    <a:lnTo>
                      <a:pt x="1058351" y="715283"/>
                    </a:lnTo>
                    <a:lnTo>
                      <a:pt x="1040617" y="758267"/>
                    </a:lnTo>
                    <a:lnTo>
                      <a:pt x="1018941" y="799914"/>
                    </a:lnTo>
                    <a:lnTo>
                      <a:pt x="993325" y="839957"/>
                    </a:lnTo>
                    <a:lnTo>
                      <a:pt x="963767" y="878127"/>
                    </a:lnTo>
                    <a:lnTo>
                      <a:pt x="930269" y="914157"/>
                    </a:lnTo>
                    <a:lnTo>
                      <a:pt x="895607" y="945454"/>
                    </a:lnTo>
                    <a:lnTo>
                      <a:pt x="858978" y="973273"/>
                    </a:lnTo>
                    <a:lnTo>
                      <a:pt x="820615" y="997616"/>
                    </a:lnTo>
                    <a:lnTo>
                      <a:pt x="780748" y="1018480"/>
                    </a:lnTo>
                    <a:lnTo>
                      <a:pt x="739608" y="1035867"/>
                    </a:lnTo>
                    <a:lnTo>
                      <a:pt x="697428" y="1049777"/>
                    </a:lnTo>
                    <a:lnTo>
                      <a:pt x="654438" y="1060210"/>
                    </a:lnTo>
                    <a:lnTo>
                      <a:pt x="610870" y="1067165"/>
                    </a:lnTo>
                    <a:lnTo>
                      <a:pt x="566955" y="1070642"/>
                    </a:lnTo>
                    <a:lnTo>
                      <a:pt x="522924" y="1070642"/>
                    </a:lnTo>
                    <a:lnTo>
                      <a:pt x="479009" y="1067165"/>
                    </a:lnTo>
                    <a:lnTo>
                      <a:pt x="435440" y="1060210"/>
                    </a:lnTo>
                    <a:lnTo>
                      <a:pt x="392450" y="1049777"/>
                    </a:lnTo>
                    <a:lnTo>
                      <a:pt x="350270" y="1035867"/>
                    </a:lnTo>
                    <a:lnTo>
                      <a:pt x="309131" y="1018480"/>
                    </a:lnTo>
                    <a:lnTo>
                      <a:pt x="269264" y="997616"/>
                    </a:lnTo>
                    <a:lnTo>
                      <a:pt x="230900" y="973273"/>
                    </a:lnTo>
                    <a:lnTo>
                      <a:pt x="194272" y="945454"/>
                    </a:lnTo>
                    <a:lnTo>
                      <a:pt x="159609" y="914157"/>
                    </a:lnTo>
                    <a:lnTo>
                      <a:pt x="126111" y="878127"/>
                    </a:lnTo>
                    <a:lnTo>
                      <a:pt x="96554" y="839957"/>
                    </a:lnTo>
                    <a:lnTo>
                      <a:pt x="70937" y="799914"/>
                    </a:lnTo>
                    <a:lnTo>
                      <a:pt x="49262" y="758267"/>
                    </a:lnTo>
                    <a:lnTo>
                      <a:pt x="31527" y="715283"/>
                    </a:lnTo>
                    <a:lnTo>
                      <a:pt x="17734" y="671228"/>
                    </a:lnTo>
                    <a:lnTo>
                      <a:pt x="7881" y="626372"/>
                    </a:lnTo>
                    <a:lnTo>
                      <a:pt x="1970" y="580980"/>
                    </a:lnTo>
                    <a:lnTo>
                      <a:pt x="0" y="535321"/>
                    </a:lnTo>
                    <a:lnTo>
                      <a:pt x="1970" y="489662"/>
                    </a:lnTo>
                    <a:lnTo>
                      <a:pt x="7881" y="444270"/>
                    </a:lnTo>
                    <a:lnTo>
                      <a:pt x="17734" y="399413"/>
                    </a:lnTo>
                    <a:lnTo>
                      <a:pt x="31527" y="355359"/>
                    </a:lnTo>
                    <a:lnTo>
                      <a:pt x="49262" y="312374"/>
                    </a:lnTo>
                    <a:lnTo>
                      <a:pt x="70937" y="270727"/>
                    </a:lnTo>
                    <a:lnTo>
                      <a:pt x="96554" y="230685"/>
                    </a:lnTo>
                    <a:lnTo>
                      <a:pt x="126111" y="192515"/>
                    </a:lnTo>
                    <a:lnTo>
                      <a:pt x="159609" y="156485"/>
                    </a:lnTo>
                    <a:lnTo>
                      <a:pt x="194272" y="125188"/>
                    </a:lnTo>
                    <a:lnTo>
                      <a:pt x="230900" y="97368"/>
                    </a:lnTo>
                    <a:lnTo>
                      <a:pt x="269264" y="73026"/>
                    </a:lnTo>
                    <a:lnTo>
                      <a:pt x="309131" y="52161"/>
                    </a:lnTo>
                    <a:lnTo>
                      <a:pt x="350270" y="34774"/>
                    </a:lnTo>
                    <a:lnTo>
                      <a:pt x="392450" y="20864"/>
                    </a:lnTo>
                    <a:lnTo>
                      <a:pt x="435440" y="10432"/>
                    </a:lnTo>
                    <a:lnTo>
                      <a:pt x="479009" y="3477"/>
                    </a:lnTo>
                    <a:lnTo>
                      <a:pt x="522924" y="0"/>
                    </a:lnTo>
                    <a:lnTo>
                      <a:pt x="566955" y="0"/>
                    </a:lnTo>
                    <a:lnTo>
                      <a:pt x="610870" y="3477"/>
                    </a:lnTo>
                    <a:lnTo>
                      <a:pt x="654438" y="10432"/>
                    </a:lnTo>
                    <a:lnTo>
                      <a:pt x="697428" y="20864"/>
                    </a:lnTo>
                    <a:lnTo>
                      <a:pt x="739608" y="34774"/>
                    </a:lnTo>
                    <a:lnTo>
                      <a:pt x="780748" y="52161"/>
                    </a:lnTo>
                    <a:lnTo>
                      <a:pt x="820615" y="73026"/>
                    </a:lnTo>
                    <a:lnTo>
                      <a:pt x="858978" y="97368"/>
                    </a:lnTo>
                    <a:lnTo>
                      <a:pt x="895607" y="125188"/>
                    </a:lnTo>
                    <a:lnTo>
                      <a:pt x="930269" y="156485"/>
                    </a:lnTo>
                  </a:path>
                </a:pathLst>
              </a:custGeom>
              <a:ln w="10103">
                <a:solidFill>
                  <a:srgbClr val="9A9A9A"/>
                </a:solidFill>
              </a:ln>
            </p:spPr>
            <p:txBody>
              <a:bodyPr wrap="square" lIns="0" tIns="0" rIns="0" bIns="0" rtlCol="0"/>
              <a:lstStyle/>
              <a:p>
                <a:endParaRPr sz="3804"/>
              </a:p>
            </p:txBody>
          </p:sp>
          <p:sp>
            <p:nvSpPr>
              <p:cNvPr id="16" name="object 16"/>
              <p:cNvSpPr/>
              <p:nvPr/>
            </p:nvSpPr>
            <p:spPr>
              <a:xfrm>
                <a:off x="2313586" y="1433569"/>
                <a:ext cx="1090295" cy="1071245"/>
              </a:xfrm>
              <a:custGeom>
                <a:avLst/>
                <a:gdLst/>
                <a:ahLst/>
                <a:cxnLst/>
                <a:rect l="l" t="t" r="r" b="b"/>
                <a:pathLst>
                  <a:path w="1090295" h="1071245">
                    <a:moveTo>
                      <a:pt x="930269" y="156485"/>
                    </a:moveTo>
                    <a:lnTo>
                      <a:pt x="963767" y="192515"/>
                    </a:lnTo>
                    <a:lnTo>
                      <a:pt x="993325" y="230685"/>
                    </a:lnTo>
                    <a:lnTo>
                      <a:pt x="1018941" y="270727"/>
                    </a:lnTo>
                    <a:lnTo>
                      <a:pt x="1040617" y="312374"/>
                    </a:lnTo>
                    <a:lnTo>
                      <a:pt x="1058351" y="355359"/>
                    </a:lnTo>
                    <a:lnTo>
                      <a:pt x="1072144" y="399413"/>
                    </a:lnTo>
                    <a:lnTo>
                      <a:pt x="1081997" y="444270"/>
                    </a:lnTo>
                    <a:lnTo>
                      <a:pt x="1087908" y="489662"/>
                    </a:lnTo>
                    <a:lnTo>
                      <a:pt x="1089879" y="535321"/>
                    </a:lnTo>
                    <a:lnTo>
                      <a:pt x="1087908" y="580980"/>
                    </a:lnTo>
                    <a:lnTo>
                      <a:pt x="1081997" y="626372"/>
                    </a:lnTo>
                    <a:lnTo>
                      <a:pt x="1072144" y="671228"/>
                    </a:lnTo>
                    <a:lnTo>
                      <a:pt x="1058351" y="715283"/>
                    </a:lnTo>
                    <a:lnTo>
                      <a:pt x="1040617" y="758267"/>
                    </a:lnTo>
                    <a:lnTo>
                      <a:pt x="1018941" y="799914"/>
                    </a:lnTo>
                    <a:lnTo>
                      <a:pt x="993325" y="839957"/>
                    </a:lnTo>
                    <a:lnTo>
                      <a:pt x="963767" y="878127"/>
                    </a:lnTo>
                    <a:lnTo>
                      <a:pt x="930269" y="914157"/>
                    </a:lnTo>
                    <a:lnTo>
                      <a:pt x="895607" y="945454"/>
                    </a:lnTo>
                    <a:lnTo>
                      <a:pt x="858978" y="973273"/>
                    </a:lnTo>
                    <a:lnTo>
                      <a:pt x="820615" y="997616"/>
                    </a:lnTo>
                    <a:lnTo>
                      <a:pt x="780748" y="1018480"/>
                    </a:lnTo>
                    <a:lnTo>
                      <a:pt x="739608" y="1035867"/>
                    </a:lnTo>
                    <a:lnTo>
                      <a:pt x="697428" y="1049777"/>
                    </a:lnTo>
                    <a:lnTo>
                      <a:pt x="654438" y="1060210"/>
                    </a:lnTo>
                    <a:lnTo>
                      <a:pt x="610870" y="1067165"/>
                    </a:lnTo>
                    <a:lnTo>
                      <a:pt x="566955" y="1070642"/>
                    </a:lnTo>
                    <a:lnTo>
                      <a:pt x="522924" y="1070642"/>
                    </a:lnTo>
                    <a:lnTo>
                      <a:pt x="479009" y="1067165"/>
                    </a:lnTo>
                    <a:lnTo>
                      <a:pt x="435440" y="1060210"/>
                    </a:lnTo>
                    <a:lnTo>
                      <a:pt x="392450" y="1049777"/>
                    </a:lnTo>
                    <a:lnTo>
                      <a:pt x="350270" y="1035867"/>
                    </a:lnTo>
                    <a:lnTo>
                      <a:pt x="309131" y="1018480"/>
                    </a:lnTo>
                    <a:lnTo>
                      <a:pt x="269264" y="997616"/>
                    </a:lnTo>
                    <a:lnTo>
                      <a:pt x="230900" y="973273"/>
                    </a:lnTo>
                    <a:lnTo>
                      <a:pt x="194272" y="945454"/>
                    </a:lnTo>
                    <a:lnTo>
                      <a:pt x="159609" y="914157"/>
                    </a:lnTo>
                    <a:lnTo>
                      <a:pt x="126111" y="878127"/>
                    </a:lnTo>
                    <a:lnTo>
                      <a:pt x="96554" y="839957"/>
                    </a:lnTo>
                    <a:lnTo>
                      <a:pt x="70937" y="799914"/>
                    </a:lnTo>
                    <a:lnTo>
                      <a:pt x="49262" y="758267"/>
                    </a:lnTo>
                    <a:lnTo>
                      <a:pt x="31527" y="715283"/>
                    </a:lnTo>
                    <a:lnTo>
                      <a:pt x="17734" y="671228"/>
                    </a:lnTo>
                    <a:lnTo>
                      <a:pt x="7881" y="626372"/>
                    </a:lnTo>
                    <a:lnTo>
                      <a:pt x="1970" y="580980"/>
                    </a:lnTo>
                    <a:lnTo>
                      <a:pt x="0" y="535321"/>
                    </a:lnTo>
                    <a:lnTo>
                      <a:pt x="1970" y="489662"/>
                    </a:lnTo>
                    <a:lnTo>
                      <a:pt x="7881" y="444270"/>
                    </a:lnTo>
                    <a:lnTo>
                      <a:pt x="17734" y="399413"/>
                    </a:lnTo>
                    <a:lnTo>
                      <a:pt x="31527" y="355359"/>
                    </a:lnTo>
                    <a:lnTo>
                      <a:pt x="49262" y="312374"/>
                    </a:lnTo>
                    <a:lnTo>
                      <a:pt x="70937" y="270727"/>
                    </a:lnTo>
                    <a:lnTo>
                      <a:pt x="96554" y="230685"/>
                    </a:lnTo>
                    <a:lnTo>
                      <a:pt x="126111" y="192515"/>
                    </a:lnTo>
                    <a:lnTo>
                      <a:pt x="159609" y="156485"/>
                    </a:lnTo>
                    <a:lnTo>
                      <a:pt x="194272" y="125188"/>
                    </a:lnTo>
                    <a:lnTo>
                      <a:pt x="230900" y="97368"/>
                    </a:lnTo>
                    <a:lnTo>
                      <a:pt x="269264" y="73026"/>
                    </a:lnTo>
                    <a:lnTo>
                      <a:pt x="309131" y="52161"/>
                    </a:lnTo>
                    <a:lnTo>
                      <a:pt x="350270" y="34774"/>
                    </a:lnTo>
                    <a:lnTo>
                      <a:pt x="392450" y="20864"/>
                    </a:lnTo>
                    <a:lnTo>
                      <a:pt x="435440" y="10432"/>
                    </a:lnTo>
                    <a:lnTo>
                      <a:pt x="479009" y="3477"/>
                    </a:lnTo>
                    <a:lnTo>
                      <a:pt x="522924" y="0"/>
                    </a:lnTo>
                    <a:lnTo>
                      <a:pt x="566955" y="0"/>
                    </a:lnTo>
                    <a:lnTo>
                      <a:pt x="610870" y="3477"/>
                    </a:lnTo>
                    <a:lnTo>
                      <a:pt x="654438" y="10432"/>
                    </a:lnTo>
                    <a:lnTo>
                      <a:pt x="697428" y="20864"/>
                    </a:lnTo>
                    <a:lnTo>
                      <a:pt x="739608" y="34774"/>
                    </a:lnTo>
                    <a:lnTo>
                      <a:pt x="780748" y="52161"/>
                    </a:lnTo>
                    <a:lnTo>
                      <a:pt x="820615" y="73026"/>
                    </a:lnTo>
                    <a:lnTo>
                      <a:pt x="858978" y="97368"/>
                    </a:lnTo>
                    <a:lnTo>
                      <a:pt x="895607" y="125188"/>
                    </a:lnTo>
                    <a:lnTo>
                      <a:pt x="930269" y="156485"/>
                    </a:lnTo>
                  </a:path>
                </a:pathLst>
              </a:custGeom>
              <a:ln w="10103">
                <a:solidFill>
                  <a:srgbClr val="9A9A9A"/>
                </a:solidFill>
              </a:ln>
            </p:spPr>
            <p:txBody>
              <a:bodyPr wrap="square" lIns="0" tIns="0" rIns="0" bIns="0" rtlCol="0"/>
              <a:lstStyle/>
              <a:p>
                <a:endParaRPr sz="3804"/>
              </a:p>
            </p:txBody>
          </p:sp>
          <p:sp>
            <p:nvSpPr>
              <p:cNvPr id="17" name="object 17"/>
              <p:cNvSpPr/>
              <p:nvPr/>
            </p:nvSpPr>
            <p:spPr>
              <a:xfrm>
                <a:off x="1859575" y="1189648"/>
                <a:ext cx="1090295" cy="1071245"/>
              </a:xfrm>
              <a:custGeom>
                <a:avLst/>
                <a:gdLst/>
                <a:ahLst/>
                <a:cxnLst/>
                <a:rect l="l" t="t" r="r" b="b"/>
                <a:pathLst>
                  <a:path w="1090295" h="1071245">
                    <a:moveTo>
                      <a:pt x="930269" y="156485"/>
                    </a:moveTo>
                    <a:lnTo>
                      <a:pt x="963767" y="192515"/>
                    </a:lnTo>
                    <a:lnTo>
                      <a:pt x="993325" y="230685"/>
                    </a:lnTo>
                    <a:lnTo>
                      <a:pt x="1018941" y="270727"/>
                    </a:lnTo>
                    <a:lnTo>
                      <a:pt x="1040617" y="312374"/>
                    </a:lnTo>
                    <a:lnTo>
                      <a:pt x="1058351" y="355359"/>
                    </a:lnTo>
                    <a:lnTo>
                      <a:pt x="1072144" y="399413"/>
                    </a:lnTo>
                    <a:lnTo>
                      <a:pt x="1081997" y="444270"/>
                    </a:lnTo>
                    <a:lnTo>
                      <a:pt x="1087908" y="489662"/>
                    </a:lnTo>
                    <a:lnTo>
                      <a:pt x="1089879" y="535321"/>
                    </a:lnTo>
                    <a:lnTo>
                      <a:pt x="1087908" y="580980"/>
                    </a:lnTo>
                    <a:lnTo>
                      <a:pt x="1081997" y="626372"/>
                    </a:lnTo>
                    <a:lnTo>
                      <a:pt x="1072144" y="671228"/>
                    </a:lnTo>
                    <a:lnTo>
                      <a:pt x="1058351" y="715283"/>
                    </a:lnTo>
                    <a:lnTo>
                      <a:pt x="1040617" y="758267"/>
                    </a:lnTo>
                    <a:lnTo>
                      <a:pt x="1018941" y="799914"/>
                    </a:lnTo>
                    <a:lnTo>
                      <a:pt x="993325" y="839957"/>
                    </a:lnTo>
                    <a:lnTo>
                      <a:pt x="963767" y="878127"/>
                    </a:lnTo>
                    <a:lnTo>
                      <a:pt x="930269" y="914157"/>
                    </a:lnTo>
                    <a:lnTo>
                      <a:pt x="895607" y="945454"/>
                    </a:lnTo>
                    <a:lnTo>
                      <a:pt x="858978" y="973273"/>
                    </a:lnTo>
                    <a:lnTo>
                      <a:pt x="820615" y="997616"/>
                    </a:lnTo>
                    <a:lnTo>
                      <a:pt x="780748" y="1018480"/>
                    </a:lnTo>
                    <a:lnTo>
                      <a:pt x="739608" y="1035867"/>
                    </a:lnTo>
                    <a:lnTo>
                      <a:pt x="697428" y="1049777"/>
                    </a:lnTo>
                    <a:lnTo>
                      <a:pt x="654438" y="1060210"/>
                    </a:lnTo>
                    <a:lnTo>
                      <a:pt x="610870" y="1067165"/>
                    </a:lnTo>
                    <a:lnTo>
                      <a:pt x="566955" y="1070642"/>
                    </a:lnTo>
                    <a:lnTo>
                      <a:pt x="522924" y="1070642"/>
                    </a:lnTo>
                    <a:lnTo>
                      <a:pt x="479009" y="1067165"/>
                    </a:lnTo>
                    <a:lnTo>
                      <a:pt x="435440" y="1060210"/>
                    </a:lnTo>
                    <a:lnTo>
                      <a:pt x="392450" y="1049777"/>
                    </a:lnTo>
                    <a:lnTo>
                      <a:pt x="350270" y="1035867"/>
                    </a:lnTo>
                    <a:lnTo>
                      <a:pt x="309131" y="1018480"/>
                    </a:lnTo>
                    <a:lnTo>
                      <a:pt x="269264" y="997616"/>
                    </a:lnTo>
                    <a:lnTo>
                      <a:pt x="230900" y="973273"/>
                    </a:lnTo>
                    <a:lnTo>
                      <a:pt x="194272" y="945454"/>
                    </a:lnTo>
                    <a:lnTo>
                      <a:pt x="159609" y="914157"/>
                    </a:lnTo>
                    <a:lnTo>
                      <a:pt x="126111" y="878127"/>
                    </a:lnTo>
                    <a:lnTo>
                      <a:pt x="96554" y="839957"/>
                    </a:lnTo>
                    <a:lnTo>
                      <a:pt x="70937" y="799914"/>
                    </a:lnTo>
                    <a:lnTo>
                      <a:pt x="49262" y="758267"/>
                    </a:lnTo>
                    <a:lnTo>
                      <a:pt x="31527" y="715283"/>
                    </a:lnTo>
                    <a:lnTo>
                      <a:pt x="17734" y="671228"/>
                    </a:lnTo>
                    <a:lnTo>
                      <a:pt x="7881" y="626372"/>
                    </a:lnTo>
                    <a:lnTo>
                      <a:pt x="1970" y="580980"/>
                    </a:lnTo>
                    <a:lnTo>
                      <a:pt x="0" y="535321"/>
                    </a:lnTo>
                    <a:lnTo>
                      <a:pt x="1970" y="489662"/>
                    </a:lnTo>
                    <a:lnTo>
                      <a:pt x="7881" y="444270"/>
                    </a:lnTo>
                    <a:lnTo>
                      <a:pt x="17734" y="399413"/>
                    </a:lnTo>
                    <a:lnTo>
                      <a:pt x="31527" y="355359"/>
                    </a:lnTo>
                    <a:lnTo>
                      <a:pt x="49262" y="312374"/>
                    </a:lnTo>
                    <a:lnTo>
                      <a:pt x="70937" y="270727"/>
                    </a:lnTo>
                    <a:lnTo>
                      <a:pt x="96554" y="230685"/>
                    </a:lnTo>
                    <a:lnTo>
                      <a:pt x="126111" y="192515"/>
                    </a:lnTo>
                    <a:lnTo>
                      <a:pt x="159609" y="156485"/>
                    </a:lnTo>
                    <a:lnTo>
                      <a:pt x="194272" y="125188"/>
                    </a:lnTo>
                    <a:lnTo>
                      <a:pt x="230900" y="97368"/>
                    </a:lnTo>
                    <a:lnTo>
                      <a:pt x="269264" y="73026"/>
                    </a:lnTo>
                    <a:lnTo>
                      <a:pt x="309131" y="52161"/>
                    </a:lnTo>
                    <a:lnTo>
                      <a:pt x="350270" y="34774"/>
                    </a:lnTo>
                    <a:lnTo>
                      <a:pt x="392450" y="20864"/>
                    </a:lnTo>
                    <a:lnTo>
                      <a:pt x="435440" y="10432"/>
                    </a:lnTo>
                    <a:lnTo>
                      <a:pt x="479009" y="3477"/>
                    </a:lnTo>
                    <a:lnTo>
                      <a:pt x="522924" y="0"/>
                    </a:lnTo>
                    <a:lnTo>
                      <a:pt x="566955" y="0"/>
                    </a:lnTo>
                    <a:lnTo>
                      <a:pt x="610870" y="3477"/>
                    </a:lnTo>
                    <a:lnTo>
                      <a:pt x="654438" y="10432"/>
                    </a:lnTo>
                    <a:lnTo>
                      <a:pt x="697428" y="20864"/>
                    </a:lnTo>
                    <a:lnTo>
                      <a:pt x="739608" y="34774"/>
                    </a:lnTo>
                    <a:lnTo>
                      <a:pt x="780748" y="52161"/>
                    </a:lnTo>
                    <a:lnTo>
                      <a:pt x="820615" y="73026"/>
                    </a:lnTo>
                    <a:lnTo>
                      <a:pt x="858978" y="97368"/>
                    </a:lnTo>
                    <a:lnTo>
                      <a:pt x="895607" y="125188"/>
                    </a:lnTo>
                    <a:lnTo>
                      <a:pt x="930269" y="156485"/>
                    </a:lnTo>
                  </a:path>
                </a:pathLst>
              </a:custGeom>
              <a:ln w="10103">
                <a:solidFill>
                  <a:srgbClr val="9A9A9A"/>
                </a:solidFill>
              </a:ln>
            </p:spPr>
            <p:txBody>
              <a:bodyPr wrap="square" lIns="0" tIns="0" rIns="0" bIns="0" rtlCol="0"/>
              <a:lstStyle/>
              <a:p>
                <a:endParaRPr sz="3804"/>
              </a:p>
            </p:txBody>
          </p:sp>
          <p:sp>
            <p:nvSpPr>
              <p:cNvPr id="18" name="object 18"/>
              <p:cNvSpPr/>
              <p:nvPr/>
            </p:nvSpPr>
            <p:spPr>
              <a:xfrm>
                <a:off x="1859575" y="677852"/>
                <a:ext cx="1090295" cy="1071245"/>
              </a:xfrm>
              <a:custGeom>
                <a:avLst/>
                <a:gdLst/>
                <a:ahLst/>
                <a:cxnLst/>
                <a:rect l="l" t="t" r="r" b="b"/>
                <a:pathLst>
                  <a:path w="1090295" h="1071245">
                    <a:moveTo>
                      <a:pt x="930269" y="156485"/>
                    </a:moveTo>
                    <a:lnTo>
                      <a:pt x="963767" y="192515"/>
                    </a:lnTo>
                    <a:lnTo>
                      <a:pt x="993325" y="230685"/>
                    </a:lnTo>
                    <a:lnTo>
                      <a:pt x="1018941" y="270727"/>
                    </a:lnTo>
                    <a:lnTo>
                      <a:pt x="1040617" y="312374"/>
                    </a:lnTo>
                    <a:lnTo>
                      <a:pt x="1058351" y="355359"/>
                    </a:lnTo>
                    <a:lnTo>
                      <a:pt x="1072144" y="399413"/>
                    </a:lnTo>
                    <a:lnTo>
                      <a:pt x="1081997" y="444270"/>
                    </a:lnTo>
                    <a:lnTo>
                      <a:pt x="1087908" y="489662"/>
                    </a:lnTo>
                    <a:lnTo>
                      <a:pt x="1089879" y="535321"/>
                    </a:lnTo>
                    <a:lnTo>
                      <a:pt x="1087908" y="580980"/>
                    </a:lnTo>
                    <a:lnTo>
                      <a:pt x="1081997" y="626372"/>
                    </a:lnTo>
                    <a:lnTo>
                      <a:pt x="1072144" y="671228"/>
                    </a:lnTo>
                    <a:lnTo>
                      <a:pt x="1058351" y="715283"/>
                    </a:lnTo>
                    <a:lnTo>
                      <a:pt x="1040617" y="758267"/>
                    </a:lnTo>
                    <a:lnTo>
                      <a:pt x="1018941" y="799914"/>
                    </a:lnTo>
                    <a:lnTo>
                      <a:pt x="993325" y="839957"/>
                    </a:lnTo>
                    <a:lnTo>
                      <a:pt x="963767" y="878127"/>
                    </a:lnTo>
                    <a:lnTo>
                      <a:pt x="930269" y="914157"/>
                    </a:lnTo>
                    <a:lnTo>
                      <a:pt x="895607" y="945454"/>
                    </a:lnTo>
                    <a:lnTo>
                      <a:pt x="858978" y="973273"/>
                    </a:lnTo>
                    <a:lnTo>
                      <a:pt x="820615" y="997616"/>
                    </a:lnTo>
                    <a:lnTo>
                      <a:pt x="780748" y="1018480"/>
                    </a:lnTo>
                    <a:lnTo>
                      <a:pt x="739608" y="1035867"/>
                    </a:lnTo>
                    <a:lnTo>
                      <a:pt x="697428" y="1049777"/>
                    </a:lnTo>
                    <a:lnTo>
                      <a:pt x="654438" y="1060210"/>
                    </a:lnTo>
                    <a:lnTo>
                      <a:pt x="610870" y="1067165"/>
                    </a:lnTo>
                    <a:lnTo>
                      <a:pt x="566955" y="1070642"/>
                    </a:lnTo>
                    <a:lnTo>
                      <a:pt x="522924" y="1070642"/>
                    </a:lnTo>
                    <a:lnTo>
                      <a:pt x="479009" y="1067165"/>
                    </a:lnTo>
                    <a:lnTo>
                      <a:pt x="435440" y="1060210"/>
                    </a:lnTo>
                    <a:lnTo>
                      <a:pt x="392450" y="1049777"/>
                    </a:lnTo>
                    <a:lnTo>
                      <a:pt x="350270" y="1035867"/>
                    </a:lnTo>
                    <a:lnTo>
                      <a:pt x="309131" y="1018480"/>
                    </a:lnTo>
                    <a:lnTo>
                      <a:pt x="269264" y="997616"/>
                    </a:lnTo>
                    <a:lnTo>
                      <a:pt x="230900" y="973273"/>
                    </a:lnTo>
                    <a:lnTo>
                      <a:pt x="194272" y="945454"/>
                    </a:lnTo>
                    <a:lnTo>
                      <a:pt x="159609" y="914157"/>
                    </a:lnTo>
                    <a:lnTo>
                      <a:pt x="126111" y="878127"/>
                    </a:lnTo>
                    <a:lnTo>
                      <a:pt x="96554" y="839957"/>
                    </a:lnTo>
                    <a:lnTo>
                      <a:pt x="70937" y="799914"/>
                    </a:lnTo>
                    <a:lnTo>
                      <a:pt x="49262" y="758267"/>
                    </a:lnTo>
                    <a:lnTo>
                      <a:pt x="31527" y="715283"/>
                    </a:lnTo>
                    <a:lnTo>
                      <a:pt x="17734" y="671228"/>
                    </a:lnTo>
                    <a:lnTo>
                      <a:pt x="7881" y="626372"/>
                    </a:lnTo>
                    <a:lnTo>
                      <a:pt x="1970" y="580980"/>
                    </a:lnTo>
                    <a:lnTo>
                      <a:pt x="0" y="535321"/>
                    </a:lnTo>
                    <a:lnTo>
                      <a:pt x="1970" y="489662"/>
                    </a:lnTo>
                    <a:lnTo>
                      <a:pt x="7881" y="444270"/>
                    </a:lnTo>
                    <a:lnTo>
                      <a:pt x="17734" y="399413"/>
                    </a:lnTo>
                    <a:lnTo>
                      <a:pt x="31527" y="355359"/>
                    </a:lnTo>
                    <a:lnTo>
                      <a:pt x="49262" y="312374"/>
                    </a:lnTo>
                    <a:lnTo>
                      <a:pt x="70937" y="270727"/>
                    </a:lnTo>
                    <a:lnTo>
                      <a:pt x="96554" y="230685"/>
                    </a:lnTo>
                    <a:lnTo>
                      <a:pt x="126111" y="192515"/>
                    </a:lnTo>
                    <a:lnTo>
                      <a:pt x="159609" y="156485"/>
                    </a:lnTo>
                    <a:lnTo>
                      <a:pt x="194272" y="125188"/>
                    </a:lnTo>
                    <a:lnTo>
                      <a:pt x="230900" y="97368"/>
                    </a:lnTo>
                    <a:lnTo>
                      <a:pt x="269264" y="73026"/>
                    </a:lnTo>
                    <a:lnTo>
                      <a:pt x="309131" y="52161"/>
                    </a:lnTo>
                    <a:lnTo>
                      <a:pt x="350270" y="34774"/>
                    </a:lnTo>
                    <a:lnTo>
                      <a:pt x="392450" y="20864"/>
                    </a:lnTo>
                    <a:lnTo>
                      <a:pt x="435440" y="10432"/>
                    </a:lnTo>
                    <a:lnTo>
                      <a:pt x="479009" y="3477"/>
                    </a:lnTo>
                    <a:lnTo>
                      <a:pt x="522924" y="0"/>
                    </a:lnTo>
                    <a:lnTo>
                      <a:pt x="566955" y="0"/>
                    </a:lnTo>
                    <a:lnTo>
                      <a:pt x="610870" y="3477"/>
                    </a:lnTo>
                    <a:lnTo>
                      <a:pt x="654438" y="10432"/>
                    </a:lnTo>
                    <a:lnTo>
                      <a:pt x="697428" y="20864"/>
                    </a:lnTo>
                    <a:lnTo>
                      <a:pt x="739608" y="34774"/>
                    </a:lnTo>
                    <a:lnTo>
                      <a:pt x="780748" y="52161"/>
                    </a:lnTo>
                    <a:lnTo>
                      <a:pt x="820615" y="73026"/>
                    </a:lnTo>
                    <a:lnTo>
                      <a:pt x="858978" y="97368"/>
                    </a:lnTo>
                    <a:lnTo>
                      <a:pt x="895607" y="125188"/>
                    </a:lnTo>
                    <a:lnTo>
                      <a:pt x="930269" y="156485"/>
                    </a:lnTo>
                  </a:path>
                </a:pathLst>
              </a:custGeom>
              <a:ln w="10103">
                <a:solidFill>
                  <a:srgbClr val="9A9A9A"/>
                </a:solidFill>
              </a:ln>
            </p:spPr>
            <p:txBody>
              <a:bodyPr wrap="square" lIns="0" tIns="0" rIns="0" bIns="0" rtlCol="0"/>
              <a:lstStyle/>
              <a:p>
                <a:endParaRPr sz="3804"/>
              </a:p>
            </p:txBody>
          </p:sp>
        </p:grpSp>
        <p:sp>
          <p:nvSpPr>
            <p:cNvPr id="19" name="object 19"/>
            <p:cNvSpPr txBox="1"/>
            <p:nvPr/>
          </p:nvSpPr>
          <p:spPr>
            <a:xfrm>
              <a:off x="5449841" y="1093954"/>
              <a:ext cx="1178341" cy="180202"/>
            </a:xfrm>
            <a:prstGeom prst="rect">
              <a:avLst/>
            </a:prstGeom>
          </p:spPr>
          <p:txBody>
            <a:bodyPr vert="horz" wrap="square" lIns="0" tIns="33552" rIns="0" bIns="0" rtlCol="0">
              <a:spAutoFit/>
            </a:bodyPr>
            <a:lstStyle/>
            <a:p>
              <a:pPr marL="26841">
                <a:spcBef>
                  <a:spcPts val="264"/>
                </a:spcBef>
              </a:pPr>
              <a:r>
                <a:rPr sz="951" b="1" dirty="0">
                  <a:latin typeface="Arial"/>
                  <a:cs typeface="Arial"/>
                </a:rPr>
                <a:t>Computer</a:t>
              </a:r>
              <a:r>
                <a:rPr sz="951" b="1" spc="201" dirty="0">
                  <a:latin typeface="Arial"/>
                  <a:cs typeface="Arial"/>
                </a:rPr>
                <a:t> </a:t>
              </a:r>
              <a:r>
                <a:rPr sz="951" b="1" spc="-21" dirty="0">
                  <a:latin typeface="Arial"/>
                  <a:cs typeface="Arial"/>
                </a:rPr>
                <a:t>Science</a:t>
              </a:r>
              <a:endParaRPr sz="951">
                <a:latin typeface="Arial"/>
                <a:cs typeface="Arial"/>
              </a:endParaRPr>
            </a:p>
          </p:txBody>
        </p:sp>
        <p:sp>
          <p:nvSpPr>
            <p:cNvPr id="20" name="object 20"/>
            <p:cNvSpPr txBox="1"/>
            <p:nvPr/>
          </p:nvSpPr>
          <p:spPr>
            <a:xfrm>
              <a:off x="5670590" y="4960954"/>
              <a:ext cx="738141" cy="180202"/>
            </a:xfrm>
            <a:prstGeom prst="rect">
              <a:avLst/>
            </a:prstGeom>
          </p:spPr>
          <p:txBody>
            <a:bodyPr vert="horz" wrap="square" lIns="0" tIns="33552" rIns="0" bIns="0" rtlCol="0">
              <a:spAutoFit/>
            </a:bodyPr>
            <a:lstStyle/>
            <a:p>
              <a:pPr marL="26841">
                <a:spcBef>
                  <a:spcPts val="264"/>
                </a:spcBef>
              </a:pPr>
              <a:r>
                <a:rPr sz="951" b="1" spc="-21" dirty="0">
                  <a:latin typeface="Arial"/>
                  <a:cs typeface="Arial"/>
                </a:rPr>
                <a:t>Economics</a:t>
              </a:r>
              <a:endParaRPr sz="951">
                <a:latin typeface="Arial"/>
                <a:cs typeface="Arial"/>
              </a:endParaRPr>
            </a:p>
          </p:txBody>
        </p:sp>
        <p:sp>
          <p:nvSpPr>
            <p:cNvPr id="21" name="object 21"/>
            <p:cNvSpPr txBox="1"/>
            <p:nvPr/>
          </p:nvSpPr>
          <p:spPr>
            <a:xfrm>
              <a:off x="4072825" y="3716794"/>
              <a:ext cx="830744" cy="180202"/>
            </a:xfrm>
            <a:prstGeom prst="rect">
              <a:avLst/>
            </a:prstGeom>
          </p:spPr>
          <p:txBody>
            <a:bodyPr vert="horz" wrap="square" lIns="0" tIns="33552" rIns="0" bIns="0" rtlCol="0">
              <a:spAutoFit/>
            </a:bodyPr>
            <a:lstStyle/>
            <a:p>
              <a:pPr marL="26841">
                <a:spcBef>
                  <a:spcPts val="264"/>
                </a:spcBef>
              </a:pPr>
              <a:r>
                <a:rPr sz="951" b="1" spc="-21" dirty="0">
                  <a:latin typeface="Arial"/>
                  <a:cs typeface="Arial"/>
                </a:rPr>
                <a:t>Mathematics</a:t>
              </a:r>
              <a:endParaRPr sz="951">
                <a:latin typeface="Arial"/>
                <a:cs typeface="Arial"/>
              </a:endParaRPr>
            </a:p>
          </p:txBody>
        </p:sp>
        <p:sp>
          <p:nvSpPr>
            <p:cNvPr id="22" name="object 22"/>
            <p:cNvSpPr txBox="1"/>
            <p:nvPr/>
          </p:nvSpPr>
          <p:spPr>
            <a:xfrm>
              <a:off x="4058731" y="2240229"/>
              <a:ext cx="794508" cy="180202"/>
            </a:xfrm>
            <a:prstGeom prst="rect">
              <a:avLst/>
            </a:prstGeom>
          </p:spPr>
          <p:txBody>
            <a:bodyPr vert="horz" wrap="square" lIns="0" tIns="33552" rIns="0" bIns="0" rtlCol="0">
              <a:spAutoFit/>
            </a:bodyPr>
            <a:lstStyle/>
            <a:p>
              <a:pPr marL="26841">
                <a:spcBef>
                  <a:spcPts val="264"/>
                </a:spcBef>
              </a:pPr>
              <a:r>
                <a:rPr sz="951" b="1" spc="-21" dirty="0">
                  <a:latin typeface="Arial"/>
                  <a:cs typeface="Arial"/>
                </a:rPr>
                <a:t>Engineering</a:t>
              </a:r>
              <a:endParaRPr sz="951">
                <a:latin typeface="Arial"/>
                <a:cs typeface="Arial"/>
              </a:endParaRPr>
            </a:p>
          </p:txBody>
        </p:sp>
        <p:sp>
          <p:nvSpPr>
            <p:cNvPr id="23" name="object 23"/>
            <p:cNvSpPr txBox="1"/>
            <p:nvPr/>
          </p:nvSpPr>
          <p:spPr>
            <a:xfrm>
              <a:off x="7191869" y="2240229"/>
              <a:ext cx="895164" cy="180202"/>
            </a:xfrm>
            <a:prstGeom prst="rect">
              <a:avLst/>
            </a:prstGeom>
          </p:spPr>
          <p:txBody>
            <a:bodyPr vert="horz" wrap="square" lIns="0" tIns="33552" rIns="0" bIns="0" rtlCol="0">
              <a:spAutoFit/>
            </a:bodyPr>
            <a:lstStyle/>
            <a:p>
              <a:pPr marL="26841">
                <a:spcBef>
                  <a:spcPts val="264"/>
                </a:spcBef>
              </a:pPr>
              <a:r>
                <a:rPr sz="951" b="1" spc="-21" dirty="0">
                  <a:latin typeface="Arial"/>
                  <a:cs typeface="Arial"/>
                </a:rPr>
                <a:t>Neuroscience</a:t>
              </a:r>
              <a:endParaRPr sz="951">
                <a:latin typeface="Arial"/>
                <a:cs typeface="Arial"/>
              </a:endParaRPr>
            </a:p>
          </p:txBody>
        </p:sp>
        <p:sp>
          <p:nvSpPr>
            <p:cNvPr id="24" name="object 24"/>
            <p:cNvSpPr txBox="1"/>
            <p:nvPr/>
          </p:nvSpPr>
          <p:spPr>
            <a:xfrm>
              <a:off x="7300369" y="3716855"/>
              <a:ext cx="773035" cy="180202"/>
            </a:xfrm>
            <a:prstGeom prst="rect">
              <a:avLst/>
            </a:prstGeom>
          </p:spPr>
          <p:txBody>
            <a:bodyPr vert="horz" wrap="square" lIns="0" tIns="33552" rIns="0" bIns="0" rtlCol="0">
              <a:spAutoFit/>
            </a:bodyPr>
            <a:lstStyle/>
            <a:p>
              <a:pPr marL="26841">
                <a:spcBef>
                  <a:spcPts val="264"/>
                </a:spcBef>
              </a:pPr>
              <a:r>
                <a:rPr sz="951" b="1" spc="-21" dirty="0">
                  <a:latin typeface="Arial"/>
                  <a:cs typeface="Arial"/>
                </a:rPr>
                <a:t>Psychology</a:t>
              </a:r>
              <a:endParaRPr sz="951">
                <a:latin typeface="Arial"/>
                <a:cs typeface="Arial"/>
              </a:endParaRPr>
            </a:p>
          </p:txBody>
        </p:sp>
        <p:sp>
          <p:nvSpPr>
            <p:cNvPr id="25" name="object 25"/>
            <p:cNvSpPr txBox="1"/>
            <p:nvPr/>
          </p:nvSpPr>
          <p:spPr>
            <a:xfrm>
              <a:off x="5773837" y="2314726"/>
              <a:ext cx="595881" cy="321304"/>
            </a:xfrm>
            <a:prstGeom prst="rect">
              <a:avLst/>
            </a:prstGeom>
          </p:spPr>
          <p:txBody>
            <a:bodyPr vert="horz" wrap="square" lIns="0" tIns="29526" rIns="0" bIns="0" rtlCol="0">
              <a:spAutoFit/>
            </a:bodyPr>
            <a:lstStyle/>
            <a:p>
              <a:pPr marL="26841" marR="10737" indent="13421">
                <a:lnSpc>
                  <a:spcPct val="103200"/>
                </a:lnSpc>
                <a:spcBef>
                  <a:spcPts val="232"/>
                </a:spcBef>
              </a:pPr>
              <a:r>
                <a:rPr sz="951" b="1" spc="-21" dirty="0">
                  <a:solidFill>
                    <a:srgbClr val="F53825"/>
                  </a:solidFill>
                  <a:latin typeface="Arial"/>
                  <a:cs typeface="Arial"/>
                </a:rPr>
                <a:t>Machine</a:t>
              </a:r>
              <a:r>
                <a:rPr sz="951" b="1" spc="1057" dirty="0">
                  <a:solidFill>
                    <a:srgbClr val="F53825"/>
                  </a:solidFill>
                  <a:latin typeface="Arial"/>
                  <a:cs typeface="Arial"/>
                </a:rPr>
                <a:t> </a:t>
              </a:r>
              <a:r>
                <a:rPr sz="951" b="1" spc="-21" dirty="0">
                  <a:solidFill>
                    <a:srgbClr val="F53825"/>
                  </a:solidFill>
                  <a:latin typeface="Arial"/>
                  <a:cs typeface="Arial"/>
                </a:rPr>
                <a:t>Learning</a:t>
              </a:r>
              <a:endParaRPr sz="951">
                <a:latin typeface="Arial"/>
                <a:cs typeface="Arial"/>
              </a:endParaRPr>
            </a:p>
          </p:txBody>
        </p:sp>
        <p:sp>
          <p:nvSpPr>
            <p:cNvPr id="26" name="object 26"/>
            <p:cNvSpPr txBox="1"/>
            <p:nvPr/>
          </p:nvSpPr>
          <p:spPr>
            <a:xfrm>
              <a:off x="5210675" y="2602895"/>
              <a:ext cx="531461" cy="321304"/>
            </a:xfrm>
            <a:prstGeom prst="rect">
              <a:avLst/>
            </a:prstGeom>
          </p:spPr>
          <p:txBody>
            <a:bodyPr vert="horz" wrap="square" lIns="0" tIns="29526" rIns="0" bIns="0" rtlCol="0">
              <a:spAutoFit/>
            </a:bodyPr>
            <a:lstStyle/>
            <a:p>
              <a:pPr marL="37578" marR="10737" indent="-12079">
                <a:lnSpc>
                  <a:spcPct val="103200"/>
                </a:lnSpc>
                <a:spcBef>
                  <a:spcPts val="232"/>
                </a:spcBef>
              </a:pPr>
              <a:r>
                <a:rPr sz="951" b="1" spc="-21" dirty="0">
                  <a:solidFill>
                    <a:srgbClr val="F53825"/>
                  </a:solidFill>
                  <a:latin typeface="Arial"/>
                  <a:cs typeface="Arial"/>
                </a:rPr>
                <a:t>Optimal</a:t>
              </a:r>
              <a:r>
                <a:rPr sz="951" b="1" spc="1057" dirty="0">
                  <a:solidFill>
                    <a:srgbClr val="F53825"/>
                  </a:solidFill>
                  <a:latin typeface="Arial"/>
                  <a:cs typeface="Arial"/>
                </a:rPr>
                <a:t> </a:t>
              </a:r>
              <a:r>
                <a:rPr sz="951" b="1" spc="-21" dirty="0">
                  <a:solidFill>
                    <a:srgbClr val="F53825"/>
                  </a:solidFill>
                  <a:latin typeface="Arial"/>
                  <a:cs typeface="Arial"/>
                </a:rPr>
                <a:t>Control</a:t>
              </a:r>
              <a:endParaRPr sz="951">
                <a:latin typeface="Arial"/>
                <a:cs typeface="Arial"/>
              </a:endParaRPr>
            </a:p>
          </p:txBody>
        </p:sp>
        <p:sp>
          <p:nvSpPr>
            <p:cNvPr id="27" name="object 27"/>
            <p:cNvSpPr txBox="1"/>
            <p:nvPr/>
          </p:nvSpPr>
          <p:spPr>
            <a:xfrm>
              <a:off x="6368096" y="2602895"/>
              <a:ext cx="518041" cy="321304"/>
            </a:xfrm>
            <a:prstGeom prst="rect">
              <a:avLst/>
            </a:prstGeom>
          </p:spPr>
          <p:txBody>
            <a:bodyPr vert="horz" wrap="square" lIns="0" tIns="29526" rIns="0" bIns="0" rtlCol="0">
              <a:spAutoFit/>
            </a:bodyPr>
            <a:lstStyle/>
            <a:p>
              <a:pPr marL="29526" marR="10737" indent="-4026">
                <a:lnSpc>
                  <a:spcPct val="103200"/>
                </a:lnSpc>
                <a:spcBef>
                  <a:spcPts val="232"/>
                </a:spcBef>
              </a:pPr>
              <a:r>
                <a:rPr sz="951" b="1" spc="-21" dirty="0">
                  <a:solidFill>
                    <a:srgbClr val="F53825"/>
                  </a:solidFill>
                  <a:latin typeface="Arial"/>
                  <a:cs typeface="Arial"/>
                </a:rPr>
                <a:t>Reward</a:t>
              </a:r>
              <a:r>
                <a:rPr sz="951" b="1" spc="1057" dirty="0">
                  <a:solidFill>
                    <a:srgbClr val="F53825"/>
                  </a:solidFill>
                  <a:latin typeface="Arial"/>
                  <a:cs typeface="Arial"/>
                </a:rPr>
                <a:t> </a:t>
              </a:r>
              <a:r>
                <a:rPr sz="951" b="1" spc="-21" dirty="0">
                  <a:solidFill>
                    <a:srgbClr val="F53825"/>
                  </a:solidFill>
                  <a:latin typeface="Arial"/>
                  <a:cs typeface="Arial"/>
                </a:rPr>
                <a:t>System</a:t>
              </a:r>
              <a:endParaRPr sz="951">
                <a:latin typeface="Arial"/>
                <a:cs typeface="Arial"/>
              </a:endParaRPr>
            </a:p>
          </p:txBody>
        </p:sp>
        <p:sp>
          <p:nvSpPr>
            <p:cNvPr id="28" name="object 28"/>
            <p:cNvSpPr txBox="1"/>
            <p:nvPr/>
          </p:nvSpPr>
          <p:spPr>
            <a:xfrm>
              <a:off x="5108240" y="2933869"/>
              <a:ext cx="2086926" cy="1026626"/>
            </a:xfrm>
            <a:prstGeom prst="rect">
              <a:avLst/>
            </a:prstGeom>
          </p:spPr>
          <p:txBody>
            <a:bodyPr vert="horz" wrap="square" lIns="0" tIns="29526" rIns="0" bIns="0" rtlCol="0">
              <a:spAutoFit/>
            </a:bodyPr>
            <a:lstStyle/>
            <a:p>
              <a:pPr marL="691167" marR="658958" indent="-178496">
                <a:lnSpc>
                  <a:spcPct val="103200"/>
                </a:lnSpc>
                <a:spcBef>
                  <a:spcPts val="232"/>
                </a:spcBef>
              </a:pPr>
              <a:r>
                <a:rPr sz="951" b="1" spc="-21" dirty="0">
                  <a:solidFill>
                    <a:srgbClr val="203DD7"/>
                  </a:solidFill>
                  <a:latin typeface="Arial"/>
                  <a:cs typeface="Arial"/>
                </a:rPr>
                <a:t>Reinforcement</a:t>
              </a:r>
              <a:r>
                <a:rPr sz="951" b="1" spc="1057" dirty="0">
                  <a:solidFill>
                    <a:srgbClr val="203DD7"/>
                  </a:solidFill>
                  <a:latin typeface="Arial"/>
                  <a:cs typeface="Arial"/>
                </a:rPr>
                <a:t> </a:t>
              </a:r>
              <a:r>
                <a:rPr sz="951" b="1" spc="-21" dirty="0">
                  <a:solidFill>
                    <a:srgbClr val="203DD7"/>
                  </a:solidFill>
                  <a:latin typeface="Arial"/>
                  <a:cs typeface="Arial"/>
                </a:rPr>
                <a:t>Learning</a:t>
              </a:r>
              <a:endParaRPr sz="951">
                <a:latin typeface="Arial"/>
                <a:cs typeface="Arial"/>
              </a:endParaRPr>
            </a:p>
            <a:p>
              <a:pPr marL="76498" marR="10737" indent="-50999">
                <a:lnSpc>
                  <a:spcPct val="103200"/>
                </a:lnSpc>
                <a:spcBef>
                  <a:spcPts val="328"/>
                </a:spcBef>
                <a:tabLst>
                  <a:tab pos="975687" algn="l"/>
                  <a:tab pos="1121973" algn="l"/>
                </a:tabLst>
              </a:pPr>
              <a:r>
                <a:rPr sz="951" b="1" spc="-21" dirty="0">
                  <a:solidFill>
                    <a:srgbClr val="F53825"/>
                  </a:solidFill>
                  <a:latin typeface="Arial"/>
                  <a:cs typeface="Arial"/>
                </a:rPr>
                <a:t>Operations</a:t>
              </a:r>
              <a:r>
                <a:rPr sz="951" b="1" dirty="0">
                  <a:solidFill>
                    <a:srgbClr val="F53825"/>
                  </a:solidFill>
                  <a:latin typeface="Arial"/>
                  <a:cs typeface="Arial"/>
                </a:rPr>
                <a:t>	</a:t>
              </a:r>
              <a:r>
                <a:rPr sz="951" b="1" spc="-21" dirty="0">
                  <a:solidFill>
                    <a:srgbClr val="F53825"/>
                  </a:solidFill>
                  <a:latin typeface="Arial"/>
                  <a:cs typeface="Arial"/>
                </a:rPr>
                <a:t>Classical/Operant</a:t>
              </a:r>
              <a:r>
                <a:rPr sz="951" b="1" spc="1057" dirty="0">
                  <a:solidFill>
                    <a:srgbClr val="F53825"/>
                  </a:solidFill>
                  <a:latin typeface="Arial"/>
                  <a:cs typeface="Arial"/>
                </a:rPr>
                <a:t> </a:t>
              </a:r>
              <a:r>
                <a:rPr sz="951" b="1" spc="-21" dirty="0">
                  <a:solidFill>
                    <a:srgbClr val="F53825"/>
                  </a:solidFill>
                  <a:latin typeface="Arial"/>
                  <a:cs typeface="Arial"/>
                </a:rPr>
                <a:t>Research</a:t>
              </a:r>
              <a:r>
                <a:rPr sz="951" b="1" dirty="0">
                  <a:solidFill>
                    <a:srgbClr val="F53825"/>
                  </a:solidFill>
                  <a:latin typeface="Arial"/>
                  <a:cs typeface="Arial"/>
                </a:rPr>
                <a:t>		</a:t>
              </a:r>
              <a:r>
                <a:rPr sz="951" b="1" spc="-21" dirty="0">
                  <a:solidFill>
                    <a:srgbClr val="F53825"/>
                  </a:solidFill>
                  <a:latin typeface="Arial"/>
                  <a:cs typeface="Arial"/>
                </a:rPr>
                <a:t>Conditioning</a:t>
              </a:r>
              <a:endParaRPr sz="951">
                <a:latin typeface="Arial"/>
                <a:cs typeface="Arial"/>
              </a:endParaRPr>
            </a:p>
            <a:p>
              <a:pPr marL="618695" marR="795849" indent="49657">
                <a:lnSpc>
                  <a:spcPct val="103099"/>
                </a:lnSpc>
                <a:spcBef>
                  <a:spcPts val="507"/>
                </a:spcBef>
              </a:pPr>
              <a:r>
                <a:rPr sz="951" b="1" spc="-21" dirty="0">
                  <a:solidFill>
                    <a:srgbClr val="F53825"/>
                  </a:solidFill>
                  <a:latin typeface="Arial"/>
                  <a:cs typeface="Arial"/>
                </a:rPr>
                <a:t>Bounded</a:t>
              </a:r>
              <a:r>
                <a:rPr sz="951" b="1" spc="1057" dirty="0">
                  <a:solidFill>
                    <a:srgbClr val="F53825"/>
                  </a:solidFill>
                  <a:latin typeface="Arial"/>
                  <a:cs typeface="Arial"/>
                </a:rPr>
                <a:t> </a:t>
              </a:r>
              <a:r>
                <a:rPr sz="951" b="1" spc="-21" dirty="0">
                  <a:solidFill>
                    <a:srgbClr val="F53825"/>
                  </a:solidFill>
                  <a:latin typeface="Arial"/>
                  <a:cs typeface="Arial"/>
                </a:rPr>
                <a:t>Rationality</a:t>
              </a:r>
              <a:endParaRPr sz="951">
                <a:latin typeface="Arial"/>
                <a:cs typeface="Arial"/>
              </a:endParaRPr>
            </a:p>
          </p:txBody>
        </p:sp>
      </p:grpSp>
      <p:sp>
        <p:nvSpPr>
          <p:cNvPr id="29" name="object 29"/>
          <p:cNvSpPr txBox="1"/>
          <p:nvPr/>
        </p:nvSpPr>
        <p:spPr>
          <a:xfrm>
            <a:off x="2227140" y="5984273"/>
            <a:ext cx="7655192" cy="650727"/>
          </a:xfrm>
          <a:prstGeom prst="rect">
            <a:avLst/>
          </a:prstGeom>
        </p:spPr>
        <p:txBody>
          <a:bodyPr vert="horz" wrap="square" lIns="0" tIns="25499" rIns="0" bIns="0" rtlCol="0">
            <a:spAutoFit/>
          </a:bodyPr>
          <a:lstStyle/>
          <a:p>
            <a:pPr marL="1342" algn="ctr">
              <a:lnSpc>
                <a:spcPts val="2536"/>
              </a:lnSpc>
              <a:spcBef>
                <a:spcPts val="201"/>
              </a:spcBef>
            </a:pPr>
            <a:r>
              <a:rPr sz="1400" dirty="0"/>
              <a:t>RL and its neighboring domains</a:t>
            </a:r>
          </a:p>
          <a:p>
            <a:pPr algn="ctr">
              <a:lnSpc>
                <a:spcPts val="2536"/>
              </a:lnSpc>
            </a:pPr>
            <a:r>
              <a:rPr sz="1400" dirty="0"/>
              <a:t>(source: D. Silver, “Reinforcement learning”, 2015. </a:t>
            </a:r>
            <a:r>
              <a:rPr sz="1400" dirty="0">
                <a:hlinkClick r:id="rId9"/>
              </a:rPr>
              <a:t>CC BY-NC 4.0</a:t>
            </a:r>
            <a:r>
              <a:rPr sz="1400" dirty="0"/>
              <a:t>)</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AA10FC-94AB-8342-E9B4-8A0EAD31EE38}"/>
              </a:ext>
            </a:extLst>
          </p:cNvPr>
          <p:cNvSpPr>
            <a:spLocks noGrp="1"/>
          </p:cNvSpPr>
          <p:nvPr>
            <p:ph type="title"/>
          </p:nvPr>
        </p:nvSpPr>
        <p:spPr/>
        <p:txBody>
          <a:bodyPr/>
          <a:lstStyle/>
          <a:p>
            <a:r>
              <a:rPr lang="en-US" dirty="0"/>
              <a:t>Table of contents</a:t>
            </a:r>
          </a:p>
        </p:txBody>
      </p:sp>
      <p:sp>
        <p:nvSpPr>
          <p:cNvPr id="4" name="Content Placeholder 3">
            <a:extLst>
              <a:ext uri="{FF2B5EF4-FFF2-40B4-BE49-F238E27FC236}">
                <a16:creationId xmlns:a16="http://schemas.microsoft.com/office/drawing/2014/main" id="{A05B9334-5410-687A-B371-D374180BD12C}"/>
              </a:ext>
            </a:extLst>
          </p:cNvPr>
          <p:cNvSpPr>
            <a:spLocks noGrp="1"/>
          </p:cNvSpPr>
          <p:nvPr>
            <p:ph idx="1"/>
          </p:nvPr>
        </p:nvSpPr>
        <p:spPr/>
        <p:txBody>
          <a:bodyPr/>
          <a:lstStyle/>
          <a:p>
            <a:pPr marL="0" indent="0">
              <a:buNone/>
            </a:pPr>
            <a:r>
              <a:rPr lang="en-US" dirty="0"/>
              <a:t>Introduction to reinforcement learning </a:t>
            </a:r>
          </a:p>
          <a:p>
            <a:r>
              <a:rPr lang="en-US" dirty="0"/>
              <a:t>Course framework</a:t>
            </a:r>
          </a:p>
          <a:p>
            <a:r>
              <a:rPr lang="en-US" dirty="0"/>
              <a:t>Reinforcement learning: what is it? </a:t>
            </a:r>
          </a:p>
          <a:p>
            <a:r>
              <a:rPr lang="en-US" dirty="0"/>
              <a:t>Application examples and historic review Basic terminology</a:t>
            </a:r>
          </a:p>
          <a:p>
            <a:r>
              <a:rPr lang="en-US" dirty="0"/>
              <a:t>Main categories of reinforcement learning algorithms </a:t>
            </a:r>
          </a:p>
          <a:p>
            <a:r>
              <a:rPr lang="en-US" dirty="0"/>
              <a:t>Small comparison to model predictive control</a:t>
            </a:r>
          </a:p>
          <a:p>
            <a:endParaRPr lang="en-US" dirty="0"/>
          </a:p>
        </p:txBody>
      </p:sp>
    </p:spTree>
    <p:extLst>
      <p:ext uri="{BB962C8B-B14F-4D97-AF65-F5344CB8AC3E}">
        <p14:creationId xmlns:p14="http://schemas.microsoft.com/office/powerpoint/2010/main" val="2587008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6236" rIns="0" bIns="0" rtlCol="0" anchor="ctr">
            <a:spAutoFit/>
          </a:bodyPr>
          <a:lstStyle/>
          <a:p>
            <a:pPr marL="26841">
              <a:lnSpc>
                <a:spcPct val="100000"/>
              </a:lnSpc>
              <a:spcBef>
                <a:spcPts val="285"/>
              </a:spcBef>
            </a:pPr>
            <a:r>
              <a:rPr spc="-21" dirty="0"/>
              <a:t>Methodical</a:t>
            </a:r>
            <a:r>
              <a:rPr spc="-74" dirty="0"/>
              <a:t> </a:t>
            </a:r>
            <a:r>
              <a:rPr spc="-85" dirty="0"/>
              <a:t>origins</a:t>
            </a:r>
          </a:p>
        </p:txBody>
      </p:sp>
      <p:grpSp>
        <p:nvGrpSpPr>
          <p:cNvPr id="9" name="Group 8">
            <a:extLst>
              <a:ext uri="{FF2B5EF4-FFF2-40B4-BE49-F238E27FC236}">
                <a16:creationId xmlns:a16="http://schemas.microsoft.com/office/drawing/2014/main" id="{523A5164-6021-68A0-6772-3664677A0CBB}"/>
              </a:ext>
            </a:extLst>
          </p:cNvPr>
          <p:cNvGrpSpPr/>
          <p:nvPr/>
        </p:nvGrpSpPr>
        <p:grpSpPr>
          <a:xfrm>
            <a:off x="696498" y="2016332"/>
            <a:ext cx="2942919" cy="3610876"/>
            <a:chOff x="338994" y="2003094"/>
            <a:chExt cx="2942919" cy="3610876"/>
          </a:xfrm>
        </p:grpSpPr>
        <p:pic>
          <p:nvPicPr>
            <p:cNvPr id="3" name="object 3"/>
            <p:cNvPicPr/>
            <p:nvPr/>
          </p:nvPicPr>
          <p:blipFill>
            <a:blip r:embed="rId2" cstate="print"/>
            <a:stretch>
              <a:fillRect/>
            </a:stretch>
          </p:blipFill>
          <p:spPr>
            <a:xfrm>
              <a:off x="669285" y="2401146"/>
              <a:ext cx="2282336" cy="2854091"/>
            </a:xfrm>
            <a:prstGeom prst="rect">
              <a:avLst/>
            </a:prstGeom>
          </p:spPr>
        </p:pic>
        <p:sp>
          <p:nvSpPr>
            <p:cNvPr id="4" name="object 4"/>
            <p:cNvSpPr txBox="1"/>
            <p:nvPr/>
          </p:nvSpPr>
          <p:spPr>
            <a:xfrm>
              <a:off x="359667" y="5372778"/>
              <a:ext cx="2901573" cy="241192"/>
            </a:xfrm>
            <a:prstGeom prst="rect">
              <a:avLst/>
            </a:prstGeom>
          </p:spPr>
          <p:txBody>
            <a:bodyPr vert="horz" wrap="square" lIns="0" tIns="25499" rIns="0" bIns="0" rtlCol="0">
              <a:spAutoFit/>
            </a:bodyPr>
            <a:lstStyle/>
            <a:p>
              <a:pPr marL="633458" marR="10737" indent="-607959" algn="ctr">
                <a:spcBef>
                  <a:spcPts val="201"/>
                </a:spcBef>
              </a:pPr>
              <a:r>
                <a:rPr sz="1400" dirty="0">
                  <a:cs typeface="Tahoma"/>
                </a:rPr>
                <a:t>Ivan Pavlov (1849-1936)</a:t>
              </a:r>
            </a:p>
          </p:txBody>
        </p:sp>
        <p:sp>
          <p:nvSpPr>
            <p:cNvPr id="5" name="object 5"/>
            <p:cNvSpPr txBox="1"/>
            <p:nvPr/>
          </p:nvSpPr>
          <p:spPr>
            <a:xfrm>
              <a:off x="338994" y="2003094"/>
              <a:ext cx="2942919" cy="239837"/>
            </a:xfrm>
            <a:prstGeom prst="rect">
              <a:avLst/>
            </a:prstGeom>
          </p:spPr>
          <p:txBody>
            <a:bodyPr vert="horz" wrap="square" lIns="0" tIns="24157" rIns="0" bIns="0" rtlCol="0">
              <a:spAutoFit/>
            </a:bodyPr>
            <a:lstStyle/>
            <a:p>
              <a:pPr marL="26841" algn="ctr">
                <a:spcBef>
                  <a:spcPts val="190"/>
                </a:spcBef>
              </a:pPr>
              <a:r>
                <a:rPr sz="1400" b="1" dirty="0">
                  <a:cs typeface="Tahoma"/>
                </a:rPr>
                <a:t>Classical conditioning</a:t>
              </a:r>
            </a:p>
          </p:txBody>
        </p:sp>
      </p:grpSp>
      <p:grpSp>
        <p:nvGrpSpPr>
          <p:cNvPr id="10" name="Group 9">
            <a:extLst>
              <a:ext uri="{FF2B5EF4-FFF2-40B4-BE49-F238E27FC236}">
                <a16:creationId xmlns:a16="http://schemas.microsoft.com/office/drawing/2014/main" id="{0C7D4FA5-B819-4C7B-E0E2-89F33C0DCD71}"/>
              </a:ext>
            </a:extLst>
          </p:cNvPr>
          <p:cNvGrpSpPr/>
          <p:nvPr/>
        </p:nvGrpSpPr>
        <p:grpSpPr>
          <a:xfrm>
            <a:off x="4352422" y="1993842"/>
            <a:ext cx="3291404" cy="3655856"/>
            <a:chOff x="4497562" y="1995799"/>
            <a:chExt cx="3291404" cy="3655856"/>
          </a:xfrm>
        </p:grpSpPr>
        <p:pic>
          <p:nvPicPr>
            <p:cNvPr id="6" name="object 6"/>
            <p:cNvPicPr/>
            <p:nvPr/>
          </p:nvPicPr>
          <p:blipFill>
            <a:blip r:embed="rId3" cstate="print"/>
            <a:stretch>
              <a:fillRect/>
            </a:stretch>
          </p:blipFill>
          <p:spPr>
            <a:xfrm>
              <a:off x="5027579" y="2401249"/>
              <a:ext cx="2231371" cy="2891674"/>
            </a:xfrm>
            <a:prstGeom prst="rect">
              <a:avLst/>
            </a:prstGeom>
          </p:spPr>
        </p:pic>
        <p:sp>
          <p:nvSpPr>
            <p:cNvPr id="7" name="object 7"/>
            <p:cNvSpPr txBox="1"/>
            <p:nvPr/>
          </p:nvSpPr>
          <p:spPr>
            <a:xfrm>
              <a:off x="4497562" y="5410463"/>
              <a:ext cx="3291404" cy="241192"/>
            </a:xfrm>
            <a:prstGeom prst="rect">
              <a:avLst/>
            </a:prstGeom>
          </p:spPr>
          <p:txBody>
            <a:bodyPr vert="horz" wrap="square" lIns="0" tIns="25499" rIns="0" bIns="0" rtlCol="0">
              <a:spAutoFit/>
            </a:bodyPr>
            <a:lstStyle/>
            <a:p>
              <a:pPr marL="811954" marR="10737" indent="-786454" algn="ctr">
                <a:spcBef>
                  <a:spcPts val="201"/>
                </a:spcBef>
              </a:pPr>
              <a:r>
                <a:rPr sz="1400" dirty="0">
                  <a:cs typeface="Tahoma"/>
                </a:rPr>
                <a:t>Andrei Markov (1856-1922)</a:t>
              </a:r>
            </a:p>
          </p:txBody>
        </p:sp>
        <p:sp>
          <p:nvSpPr>
            <p:cNvPr id="8" name="object 8"/>
            <p:cNvSpPr txBox="1"/>
            <p:nvPr/>
          </p:nvSpPr>
          <p:spPr>
            <a:xfrm>
              <a:off x="4878533" y="1995799"/>
              <a:ext cx="2529463" cy="231120"/>
            </a:xfrm>
            <a:prstGeom prst="rect">
              <a:avLst/>
            </a:prstGeom>
          </p:spPr>
          <p:txBody>
            <a:bodyPr vert="horz" wrap="square" lIns="0" tIns="14763" rIns="0" bIns="0" rtlCol="0">
              <a:spAutoFit/>
            </a:bodyPr>
            <a:lstStyle/>
            <a:p>
              <a:pPr marL="554276" marR="10737" indent="-528777" algn="ctr">
                <a:lnSpc>
                  <a:spcPct val="102600"/>
                </a:lnSpc>
                <a:spcBef>
                  <a:spcPts val="116"/>
                </a:spcBef>
              </a:pPr>
              <a:r>
                <a:rPr sz="1400" b="1" dirty="0">
                  <a:cs typeface="Tahoma"/>
                </a:rPr>
                <a:t>Stochastic process formalism</a:t>
              </a:r>
            </a:p>
          </p:txBody>
        </p:sp>
      </p:grpSp>
      <p:grpSp>
        <p:nvGrpSpPr>
          <p:cNvPr id="11" name="Group 10">
            <a:extLst>
              <a:ext uri="{FF2B5EF4-FFF2-40B4-BE49-F238E27FC236}">
                <a16:creationId xmlns:a16="http://schemas.microsoft.com/office/drawing/2014/main" id="{E875A5A4-3861-37B4-902D-9726A4F49D82}"/>
              </a:ext>
            </a:extLst>
          </p:cNvPr>
          <p:cNvGrpSpPr/>
          <p:nvPr/>
        </p:nvGrpSpPr>
        <p:grpSpPr>
          <a:xfrm>
            <a:off x="8131673" y="1993281"/>
            <a:ext cx="3620691" cy="3656978"/>
            <a:chOff x="8552584" y="1991885"/>
            <a:chExt cx="3620691" cy="3656978"/>
          </a:xfrm>
        </p:grpSpPr>
        <p:sp>
          <p:nvSpPr>
            <p:cNvPr id="19" name="object 19"/>
            <p:cNvSpPr txBox="1"/>
            <p:nvPr/>
          </p:nvSpPr>
          <p:spPr>
            <a:xfrm>
              <a:off x="8552584" y="5407671"/>
              <a:ext cx="3620691" cy="241192"/>
            </a:xfrm>
            <a:prstGeom prst="rect">
              <a:avLst/>
            </a:prstGeom>
          </p:spPr>
          <p:txBody>
            <a:bodyPr vert="horz" wrap="square" lIns="0" tIns="25499" rIns="0" bIns="0" rtlCol="0">
              <a:spAutoFit/>
            </a:bodyPr>
            <a:lstStyle/>
            <a:p>
              <a:pPr marL="904557" marR="64419" indent="-825375" algn="ctr">
                <a:spcBef>
                  <a:spcPts val="201"/>
                </a:spcBef>
              </a:pPr>
              <a:r>
                <a:rPr sz="1400" dirty="0">
                  <a:cs typeface="Tahoma"/>
                </a:rPr>
                <a:t>Richard Bellman (1920-1984)</a:t>
              </a:r>
              <a:endParaRPr sz="1400" baseline="27777" dirty="0">
                <a:cs typeface="Arial"/>
              </a:endParaRPr>
            </a:p>
          </p:txBody>
        </p:sp>
        <p:sp>
          <p:nvSpPr>
            <p:cNvPr id="20" name="object 20"/>
            <p:cNvSpPr txBox="1"/>
            <p:nvPr/>
          </p:nvSpPr>
          <p:spPr>
            <a:xfrm>
              <a:off x="8861677" y="1991885"/>
              <a:ext cx="3002504" cy="231120"/>
            </a:xfrm>
            <a:prstGeom prst="rect">
              <a:avLst/>
            </a:prstGeom>
          </p:spPr>
          <p:txBody>
            <a:bodyPr vert="horz" wrap="square" lIns="0" tIns="14763" rIns="0" bIns="0" rtlCol="0">
              <a:spAutoFit/>
            </a:bodyPr>
            <a:lstStyle/>
            <a:p>
              <a:pPr marL="202653" marR="10737" indent="-177154" algn="ctr">
                <a:lnSpc>
                  <a:spcPct val="102699"/>
                </a:lnSpc>
                <a:spcBef>
                  <a:spcPts val="116"/>
                </a:spcBef>
              </a:pPr>
              <a:r>
                <a:rPr sz="1400" b="1" dirty="0">
                  <a:cs typeface="Tahoma"/>
                </a:rPr>
                <a:t>Optimal sequential decision making</a:t>
              </a:r>
            </a:p>
          </p:txBody>
        </p:sp>
        <p:pic>
          <p:nvPicPr>
            <p:cNvPr id="2052" name="Picture 4">
              <a:extLst>
                <a:ext uri="{FF2B5EF4-FFF2-40B4-BE49-F238E27FC236}">
                  <a16:creationId xmlns:a16="http://schemas.microsoft.com/office/drawing/2014/main" id="{67C1D12C-9FE6-A343-41F0-07A07C9A40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72304" y="2371521"/>
              <a:ext cx="2381250" cy="2971800"/>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TextBox 24">
            <a:extLst>
              <a:ext uri="{FF2B5EF4-FFF2-40B4-BE49-F238E27FC236}">
                <a16:creationId xmlns:a16="http://schemas.microsoft.com/office/drawing/2014/main" id="{19FED4EB-0509-F098-FF20-362D9A6824B1}"/>
              </a:ext>
            </a:extLst>
          </p:cNvPr>
          <p:cNvSpPr txBox="1"/>
          <p:nvPr/>
        </p:nvSpPr>
        <p:spPr>
          <a:xfrm>
            <a:off x="838200" y="6276230"/>
            <a:ext cx="1925273" cy="307777"/>
          </a:xfrm>
          <a:prstGeom prst="rect">
            <a:avLst/>
          </a:prstGeom>
          <a:noFill/>
        </p:spPr>
        <p:txBody>
          <a:bodyPr wrap="square" rtlCol="0">
            <a:spAutoFit/>
          </a:bodyPr>
          <a:lstStyle/>
          <a:p>
            <a:r>
              <a:rPr lang="en-US" sz="1400" dirty="0"/>
              <a:t>Source of : Wikipedia</a:t>
            </a: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6236" rIns="0" bIns="0" rtlCol="0" anchor="ctr">
            <a:spAutoFit/>
          </a:bodyPr>
          <a:lstStyle/>
          <a:p>
            <a:pPr marL="26841">
              <a:lnSpc>
                <a:spcPct val="100000"/>
              </a:lnSpc>
              <a:spcBef>
                <a:spcPts val="285"/>
              </a:spcBef>
            </a:pPr>
            <a:r>
              <a:rPr spc="-42" dirty="0"/>
              <a:t>History</a:t>
            </a:r>
            <a:r>
              <a:rPr spc="-63" dirty="0"/>
              <a:t> </a:t>
            </a:r>
            <a:r>
              <a:rPr dirty="0"/>
              <a:t>of</a:t>
            </a:r>
            <a:r>
              <a:rPr spc="-63" dirty="0"/>
              <a:t> </a:t>
            </a:r>
            <a:r>
              <a:rPr spc="-116" dirty="0"/>
              <a:t>reinforcement</a:t>
            </a:r>
            <a:r>
              <a:rPr spc="-63" dirty="0"/>
              <a:t> </a:t>
            </a:r>
            <a:r>
              <a:rPr spc="-85" dirty="0"/>
              <a:t>learning</a:t>
            </a:r>
          </a:p>
        </p:txBody>
      </p:sp>
      <p:sp>
        <p:nvSpPr>
          <p:cNvPr id="7" name="Content Placeholder 6">
            <a:extLst>
              <a:ext uri="{FF2B5EF4-FFF2-40B4-BE49-F238E27FC236}">
                <a16:creationId xmlns:a16="http://schemas.microsoft.com/office/drawing/2014/main" id="{7F2EEE0F-A6F9-D0F2-8996-2445AD8C3C99}"/>
              </a:ext>
            </a:extLst>
          </p:cNvPr>
          <p:cNvSpPr>
            <a:spLocks noGrp="1"/>
          </p:cNvSpPr>
          <p:nvPr>
            <p:ph idx="1"/>
          </p:nvPr>
        </p:nvSpPr>
        <p:spPr/>
        <p:txBody>
          <a:bodyPr>
            <a:normAutofit fontScale="92500" lnSpcReduction="20000"/>
          </a:bodyPr>
          <a:lstStyle/>
          <a:p>
            <a:pPr marL="0" indent="0">
              <a:buNone/>
            </a:pPr>
            <a:r>
              <a:rPr lang="en-US" dirty="0"/>
              <a:t>Huge field with many interconnections to different fields. One could give a lecture only on the historic development. Hence, interested readers are referred to:</a:t>
            </a:r>
          </a:p>
          <a:p>
            <a:r>
              <a:rPr lang="en-US" dirty="0"/>
              <a:t>Chapter 1.7 of Barto/Sutton, Reinforcement learning: an introduction, 2nd edition, MIT Press, 2018</a:t>
            </a:r>
          </a:p>
          <a:p>
            <a:r>
              <a:rPr lang="en-US" dirty="0"/>
              <a:t>30 minutes talk of A. Barto: </a:t>
            </a:r>
            <a:r>
              <a:rPr lang="en-US" dirty="0">
                <a:hlinkClick r:id="rId2"/>
              </a:rPr>
              <a:t>https://www.youtube.com/watch?v=ul6B2oFPNDM</a:t>
            </a:r>
            <a:r>
              <a:rPr lang="en-US" dirty="0"/>
              <a:t> </a:t>
            </a:r>
          </a:p>
          <a:p>
            <a:r>
              <a:rPr lang="en-US" dirty="0"/>
              <a:t>Survey papers on historic as well as more recent developments:</a:t>
            </a:r>
          </a:p>
          <a:p>
            <a:pPr lvl="1"/>
            <a:r>
              <a:rPr lang="en-US" dirty="0" err="1"/>
              <a:t>Kaelbling</a:t>
            </a:r>
            <a:r>
              <a:rPr lang="en-US" dirty="0"/>
              <a:t> et al., </a:t>
            </a:r>
            <a:r>
              <a:rPr lang="en-US" dirty="0">
                <a:hlinkClick r:id="rId3"/>
              </a:rPr>
              <a:t>Reinforcement learning: A survey</a:t>
            </a:r>
            <a:r>
              <a:rPr lang="en-US" dirty="0"/>
              <a:t>, in Journal of Artificial Intelligence Research, vol. 4, pp. 237 - 285, 1996</a:t>
            </a:r>
          </a:p>
          <a:p>
            <a:pPr lvl="1"/>
            <a:r>
              <a:rPr lang="en-US" dirty="0"/>
              <a:t>Arulkumaran et al., </a:t>
            </a:r>
            <a:r>
              <a:rPr lang="en-US" dirty="0">
                <a:hlinkClick r:id="rId4"/>
              </a:rPr>
              <a:t>Deep reinforcement learning: a brief survey</a:t>
            </a:r>
            <a:r>
              <a:rPr lang="en-US" dirty="0"/>
              <a:t>, in IEEE Signal Processing Magazine, vol. 34, no. 6, pp. 26-38, 2017</a:t>
            </a:r>
          </a:p>
          <a:p>
            <a:pPr lvl="1"/>
            <a:r>
              <a:rPr lang="en-US" dirty="0" err="1"/>
              <a:t>Botvinick</a:t>
            </a:r>
            <a:r>
              <a:rPr lang="en-US" dirty="0"/>
              <a:t> et al., </a:t>
            </a:r>
            <a:r>
              <a:rPr lang="en-US" dirty="0">
                <a:hlinkClick r:id="rId5"/>
              </a:rPr>
              <a:t>Reinforcement learning, fast and slow</a:t>
            </a:r>
            <a:r>
              <a:rPr lang="en-US" dirty="0"/>
              <a:t>, in Trends in Cognitive Sciences, vol. 23, </a:t>
            </a:r>
            <a:r>
              <a:rPr lang="en-US" dirty="0" err="1"/>
              <a:t>iss</a:t>
            </a:r>
            <a:r>
              <a:rPr lang="en-US" dirty="0"/>
              <a:t>. 5, pp. 408-422, 2019</a:t>
            </a:r>
          </a:p>
          <a:p>
            <a:endParaRPr lang="en-US" dirty="0"/>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0C611-2609-014C-A88B-856440690F75}"/>
              </a:ext>
            </a:extLst>
          </p:cNvPr>
          <p:cNvSpPr>
            <a:spLocks noGrp="1"/>
          </p:cNvSpPr>
          <p:nvPr>
            <p:ph type="title"/>
          </p:nvPr>
        </p:nvSpPr>
        <p:spPr/>
        <p:txBody>
          <a:bodyPr/>
          <a:lstStyle/>
          <a:p>
            <a:r>
              <a:rPr lang="en-US" dirty="0"/>
              <a:t>Contemporary application examples</a:t>
            </a:r>
          </a:p>
        </p:txBody>
      </p:sp>
      <p:sp>
        <p:nvSpPr>
          <p:cNvPr id="3" name="Content Placeholder 2">
            <a:extLst>
              <a:ext uri="{FF2B5EF4-FFF2-40B4-BE49-F238E27FC236}">
                <a16:creationId xmlns:a16="http://schemas.microsoft.com/office/drawing/2014/main" id="{E54313C3-0EFA-BC93-2A0D-4CB94D76A515}"/>
              </a:ext>
            </a:extLst>
          </p:cNvPr>
          <p:cNvSpPr>
            <a:spLocks noGrp="1"/>
          </p:cNvSpPr>
          <p:nvPr>
            <p:ph idx="1"/>
          </p:nvPr>
        </p:nvSpPr>
        <p:spPr/>
        <p:txBody>
          <a:bodyPr/>
          <a:lstStyle/>
          <a:p>
            <a:pPr marL="53683">
              <a:spcBef>
                <a:spcPts val="1289"/>
              </a:spcBef>
            </a:pPr>
            <a:r>
              <a:rPr lang="en-US" dirty="0">
                <a:hlinkClick r:id="rId2"/>
              </a:rPr>
              <a:t>Controlling electric drive systems</a:t>
            </a:r>
            <a:endParaRPr lang="en-US" dirty="0"/>
          </a:p>
          <a:p>
            <a:pPr marL="53683">
              <a:spcBef>
                <a:spcPts val="697"/>
              </a:spcBef>
            </a:pPr>
            <a:r>
              <a:rPr lang="en-US" dirty="0">
                <a:hlinkClick r:id="rId3"/>
              </a:rPr>
              <a:t>Swinging-up and balance a cart-pole / an inverted pendulum</a:t>
            </a:r>
            <a:endParaRPr lang="en-US" dirty="0"/>
          </a:p>
          <a:p>
            <a:pPr marL="53683">
              <a:spcBef>
                <a:spcPts val="708"/>
              </a:spcBef>
            </a:pPr>
            <a:r>
              <a:rPr lang="en-US" dirty="0">
                <a:hlinkClick r:id="rId4"/>
              </a:rPr>
              <a:t>Flipping pancakes with a </a:t>
            </a:r>
            <a:r>
              <a:rPr lang="en-US" dirty="0" err="1">
                <a:hlinkClick r:id="rId4"/>
              </a:rPr>
              <a:t>roboter</a:t>
            </a:r>
            <a:r>
              <a:rPr lang="en-US" dirty="0">
                <a:hlinkClick r:id="rId4"/>
              </a:rPr>
              <a:t> arm</a:t>
            </a:r>
            <a:endParaRPr lang="en-US" dirty="0"/>
          </a:p>
          <a:p>
            <a:pPr marL="53683">
              <a:spcBef>
                <a:spcPts val="708"/>
              </a:spcBef>
            </a:pPr>
            <a:r>
              <a:rPr lang="en-US" dirty="0">
                <a:hlinkClick r:id="rId5"/>
              </a:rPr>
              <a:t>Drifting with a RC-car</a:t>
            </a:r>
            <a:endParaRPr lang="en-US" dirty="0"/>
          </a:p>
          <a:p>
            <a:pPr marL="53683">
              <a:spcBef>
                <a:spcPts val="708"/>
              </a:spcBef>
            </a:pPr>
            <a:r>
              <a:rPr lang="en-US" dirty="0">
                <a:hlinkClick r:id="rId6"/>
              </a:rPr>
              <a:t>Driving an autonomous car</a:t>
            </a:r>
            <a:endParaRPr lang="en-US" dirty="0"/>
          </a:p>
          <a:p>
            <a:pPr marL="53683">
              <a:spcBef>
                <a:spcPts val="697"/>
              </a:spcBef>
            </a:pPr>
            <a:r>
              <a:rPr lang="en-US" dirty="0">
                <a:hlinkClick r:id="rId7"/>
              </a:rPr>
              <a:t>Playing Atari Breakout</a:t>
            </a:r>
            <a:endParaRPr lang="en-US" dirty="0"/>
          </a:p>
          <a:p>
            <a:pPr marL="53683">
              <a:spcBef>
                <a:spcPts val="708"/>
              </a:spcBef>
            </a:pPr>
            <a:r>
              <a:rPr lang="en-US" dirty="0">
                <a:hlinkClick r:id="rId8"/>
              </a:rPr>
              <a:t>Play strategy board game Go at super-human performance</a:t>
            </a:r>
            <a:endParaRPr lang="en-US" dirty="0"/>
          </a:p>
          <a:p>
            <a:pPr marL="53683">
              <a:spcBef>
                <a:spcPts val="708"/>
              </a:spcBef>
            </a:pPr>
            <a:r>
              <a:rPr lang="en-US" dirty="0">
                <a:hlinkClick r:id="rId9"/>
              </a:rPr>
              <a:t>Nuclear fusion reactor plasma control</a:t>
            </a:r>
            <a:endParaRPr lang="en-US" dirty="0"/>
          </a:p>
          <a:p>
            <a:pPr marL="53683">
              <a:spcBef>
                <a:spcPts val="708"/>
              </a:spcBef>
            </a:pPr>
            <a:r>
              <a:rPr lang="en-US" dirty="0">
                <a:hlinkClick r:id="rId10"/>
              </a:rPr>
              <a:t>Training chat bots (like </a:t>
            </a:r>
            <a:r>
              <a:rPr lang="en-US" dirty="0" err="1">
                <a:hlinkClick r:id="rId10"/>
              </a:rPr>
              <a:t>chatGPT</a:t>
            </a:r>
            <a:r>
              <a:rPr lang="en-US" dirty="0">
                <a:hlinkClick r:id="rId10"/>
              </a:rPr>
              <a:t>)</a:t>
            </a:r>
            <a:endParaRPr lang="en-US" dirty="0"/>
          </a:p>
          <a:p>
            <a:pPr marL="53683">
              <a:spcBef>
                <a:spcPts val="706"/>
              </a:spcBef>
            </a:pPr>
            <a:r>
              <a:rPr lang="en-US" dirty="0"/>
              <a:t>...</a:t>
            </a:r>
          </a:p>
          <a:p>
            <a:endParaRPr lang="en-US" dirty="0"/>
          </a:p>
        </p:txBody>
      </p:sp>
    </p:spTree>
    <p:extLst>
      <p:ext uri="{BB962C8B-B14F-4D97-AF65-F5344CB8AC3E}">
        <p14:creationId xmlns:p14="http://schemas.microsoft.com/office/powerpoint/2010/main" val="620916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15943-8E33-7DE9-9A50-6BD3F879A27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0AB55E3-F149-A1E5-9671-2AE18468A6CD}"/>
              </a:ext>
            </a:extLst>
          </p:cNvPr>
          <p:cNvSpPr>
            <a:spLocks noGrp="1"/>
          </p:cNvSpPr>
          <p:nvPr>
            <p:ph type="title"/>
          </p:nvPr>
        </p:nvSpPr>
        <p:spPr/>
        <p:txBody>
          <a:bodyPr/>
          <a:lstStyle/>
          <a:p>
            <a:r>
              <a:rPr lang="en-US" dirty="0"/>
              <a:t>Table of contents</a:t>
            </a:r>
          </a:p>
        </p:txBody>
      </p:sp>
      <p:sp>
        <p:nvSpPr>
          <p:cNvPr id="4" name="Content Placeholder 3">
            <a:extLst>
              <a:ext uri="{FF2B5EF4-FFF2-40B4-BE49-F238E27FC236}">
                <a16:creationId xmlns:a16="http://schemas.microsoft.com/office/drawing/2014/main" id="{ABF6B7F3-DEA4-7C10-E1BF-C2D8D6B744CE}"/>
              </a:ext>
            </a:extLst>
          </p:cNvPr>
          <p:cNvSpPr>
            <a:spLocks noGrp="1"/>
          </p:cNvSpPr>
          <p:nvPr>
            <p:ph idx="1"/>
          </p:nvPr>
        </p:nvSpPr>
        <p:spPr/>
        <p:txBody>
          <a:bodyPr/>
          <a:lstStyle/>
          <a:p>
            <a:pPr marL="0" indent="0">
              <a:buNone/>
            </a:pPr>
            <a:r>
              <a:rPr lang="en-US" dirty="0"/>
              <a:t>Introduction to reinforcement learning </a:t>
            </a:r>
          </a:p>
          <a:p>
            <a:r>
              <a:rPr lang="en-US" dirty="0"/>
              <a:t>Course framework</a:t>
            </a:r>
          </a:p>
          <a:p>
            <a:r>
              <a:rPr lang="en-US" dirty="0"/>
              <a:t>Reinforcement learning: what is it? </a:t>
            </a:r>
          </a:p>
          <a:p>
            <a:r>
              <a:rPr lang="en-US" dirty="0"/>
              <a:t>Application examples and historic review Basic terminology</a:t>
            </a:r>
          </a:p>
          <a:p>
            <a:r>
              <a:rPr lang="en-US" dirty="0"/>
              <a:t>Main categories of reinforcement learning algorithms </a:t>
            </a:r>
          </a:p>
          <a:p>
            <a:r>
              <a:rPr lang="en-US" dirty="0"/>
              <a:t>Small comparison to model predictive control</a:t>
            </a:r>
          </a:p>
          <a:p>
            <a:endParaRPr lang="en-US" dirty="0"/>
          </a:p>
        </p:txBody>
      </p:sp>
    </p:spTree>
    <p:extLst>
      <p:ext uri="{BB962C8B-B14F-4D97-AF65-F5344CB8AC3E}">
        <p14:creationId xmlns:p14="http://schemas.microsoft.com/office/powerpoint/2010/main" val="4156748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6236" rIns="0" bIns="0" rtlCol="0" anchor="ctr">
            <a:spAutoFit/>
          </a:bodyPr>
          <a:lstStyle/>
          <a:p>
            <a:pPr marL="26841">
              <a:lnSpc>
                <a:spcPct val="100000"/>
              </a:lnSpc>
              <a:spcBef>
                <a:spcPts val="285"/>
              </a:spcBef>
            </a:pPr>
            <a:r>
              <a:rPr spc="-137" dirty="0"/>
              <a:t>Reward</a:t>
            </a:r>
          </a:p>
        </p:txBody>
      </p:sp>
      <mc:AlternateContent xmlns:mc="http://schemas.openxmlformats.org/markup-compatibility/2006" xmlns:a14="http://schemas.microsoft.com/office/drawing/2010/main">
        <mc:Choice Requires="a14">
          <p:sp>
            <p:nvSpPr>
              <p:cNvPr id="27" name="Content Placeholder 26">
                <a:extLst>
                  <a:ext uri="{FF2B5EF4-FFF2-40B4-BE49-F238E27FC236}">
                    <a16:creationId xmlns:a16="http://schemas.microsoft.com/office/drawing/2014/main" id="{9A7AEC59-3582-81DC-864D-A94A1CCB9DD8}"/>
                  </a:ext>
                </a:extLst>
              </p:cNvPr>
              <p:cNvSpPr>
                <a:spLocks noGrp="1"/>
              </p:cNvSpPr>
              <p:nvPr>
                <p:ph idx="1"/>
              </p:nvPr>
            </p:nvSpPr>
            <p:spPr>
              <a:xfrm>
                <a:off x="838200" y="1397331"/>
                <a:ext cx="10515600" cy="2562274"/>
              </a:xfrm>
            </p:spPr>
            <p:txBody>
              <a:bodyPr>
                <a:normAutofit fontScale="92500" lnSpcReduction="10000"/>
              </a:bodyPr>
              <a:lstStyle/>
              <a:p>
                <a:pPr marL="134207">
                  <a:spcBef>
                    <a:spcPts val="917"/>
                  </a:spcBef>
                </a:pPr>
                <a:r>
                  <a:rPr lang="en-US" dirty="0"/>
                  <a:t>A reward is a scalar random variable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𝑡</m:t>
                        </m:r>
                      </m:sub>
                    </m:sSub>
                  </m:oMath>
                </a14:m>
                <a:r>
                  <a:rPr lang="en-US" dirty="0"/>
                  <a:t> with realizations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oMath>
                </a14:m>
                <a:r>
                  <a:rPr lang="en-US" dirty="0"/>
                  <a:t>.</a:t>
                </a:r>
              </a:p>
              <a:p>
                <a:pPr marL="134207">
                  <a:spcBef>
                    <a:spcPts val="706"/>
                  </a:spcBef>
                </a:pPr>
                <a:r>
                  <a:rPr lang="en-US" dirty="0"/>
                  <a:t>Often it is considered a real-number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ℝ</m:t>
                    </m:r>
                  </m:oMath>
                </a14:m>
                <a:r>
                  <a:rPr lang="en-US" dirty="0"/>
                  <a:t> or an integer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𝑡</m:t>
                        </m:r>
                      </m:sub>
                    </m:sSub>
                    <m:r>
                      <a:rPr lang="en-US" i="1">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ℤ</m:t>
                    </m:r>
                  </m:oMath>
                </a14:m>
                <a:r>
                  <a:rPr lang="en-US" dirty="0"/>
                  <a:t>.</a:t>
                </a:r>
              </a:p>
              <a:p>
                <a:pPr marL="507301" marR="91261" indent="-374438">
                  <a:lnSpc>
                    <a:spcPct val="102600"/>
                  </a:lnSpc>
                  <a:spcBef>
                    <a:spcPts val="623"/>
                  </a:spcBef>
                </a:pPr>
                <a:r>
                  <a:rPr lang="en-US" dirty="0"/>
                  <a:t>The reward function (interpreter) may be naturally given or is a design degree of freedom (i.e., can be manipulated).</a:t>
                </a:r>
              </a:p>
              <a:p>
                <a:pPr marL="134207">
                  <a:spcBef>
                    <a:spcPts val="708"/>
                  </a:spcBef>
                </a:pPr>
                <a:r>
                  <a:rPr lang="en-US" dirty="0"/>
                  <a:t>It fully indicates how well an RL agent is doing at step </a:t>
                </a:r>
                <a14:m>
                  <m:oMath xmlns:m="http://schemas.openxmlformats.org/officeDocument/2006/math">
                    <m:r>
                      <a:rPr lang="en-US" b="0" i="1" smtClean="0">
                        <a:latin typeface="Cambria Math" panose="02040503050406030204" pitchFamily="18" charset="0"/>
                      </a:rPr>
                      <m:t>𝑡</m:t>
                    </m:r>
                  </m:oMath>
                </a14:m>
                <a:r>
                  <a:rPr lang="en-US" dirty="0"/>
                  <a:t>.</a:t>
                </a:r>
              </a:p>
              <a:p>
                <a:pPr marL="134207">
                  <a:spcBef>
                    <a:spcPts val="708"/>
                  </a:spcBef>
                </a:pPr>
                <a:r>
                  <a:rPr lang="en-US" dirty="0"/>
                  <a:t>The agent’s task is to maximize its reward over time.</a:t>
                </a:r>
              </a:p>
            </p:txBody>
          </p:sp>
        </mc:Choice>
        <mc:Fallback xmlns="">
          <p:sp>
            <p:nvSpPr>
              <p:cNvPr id="27" name="Content Placeholder 26">
                <a:extLst>
                  <a:ext uri="{FF2B5EF4-FFF2-40B4-BE49-F238E27FC236}">
                    <a16:creationId xmlns:a16="http://schemas.microsoft.com/office/drawing/2014/main" id="{9A7AEC59-3582-81DC-864D-A94A1CCB9DD8}"/>
                  </a:ext>
                </a:extLst>
              </p:cNvPr>
              <p:cNvSpPr>
                <a:spLocks noGrp="1" noRot="1" noChangeAspect="1" noMove="1" noResize="1" noEditPoints="1" noAdjustHandles="1" noChangeArrowheads="1" noChangeShapeType="1" noTextEdit="1"/>
              </p:cNvSpPr>
              <p:nvPr>
                <p:ph idx="1"/>
              </p:nvPr>
            </p:nvSpPr>
            <p:spPr>
              <a:xfrm>
                <a:off x="838200" y="1397331"/>
                <a:ext cx="10515600" cy="2562274"/>
              </a:xfrm>
              <a:blipFill>
                <a:blip r:embed="rId2"/>
                <a:stretch>
                  <a:fillRect l="-928" t="-4751" b="-1663"/>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EE7A51D9-741D-A0EC-DD5C-66D43D6FDEB8}"/>
              </a:ext>
            </a:extLst>
          </p:cNvPr>
          <p:cNvGrpSpPr/>
          <p:nvPr/>
        </p:nvGrpSpPr>
        <p:grpSpPr>
          <a:xfrm>
            <a:off x="3438854" y="4169917"/>
            <a:ext cx="5613283" cy="1754326"/>
            <a:chOff x="3711080" y="4232738"/>
            <a:chExt cx="5613283" cy="1754326"/>
          </a:xfrm>
        </p:grpSpPr>
        <p:sp>
          <p:nvSpPr>
            <p:cNvPr id="32" name="TextBox 31">
              <a:extLst>
                <a:ext uri="{FF2B5EF4-FFF2-40B4-BE49-F238E27FC236}">
                  <a16:creationId xmlns:a16="http://schemas.microsoft.com/office/drawing/2014/main" id="{C4D6CE06-2C01-DD99-32B2-38E31713E3CD}"/>
                </a:ext>
              </a:extLst>
            </p:cNvPr>
            <p:cNvSpPr txBox="1"/>
            <p:nvPr/>
          </p:nvSpPr>
          <p:spPr>
            <a:xfrm>
              <a:off x="3711080" y="4232738"/>
              <a:ext cx="5613283" cy="1754326"/>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l"/>
              <a:r>
                <a:rPr lang="en-US" b="1" dirty="0"/>
                <a:t>Reward hypothesis</a:t>
              </a:r>
              <a:r>
                <a:rPr lang="en-US" dirty="0"/>
                <a:t>: All goals can be described by the maximization of the expected cumulative reward:</a:t>
              </a:r>
            </a:p>
            <a:p>
              <a:pPr algn="l"/>
              <a:endParaRPr lang="en-US" dirty="0"/>
            </a:p>
            <a:p>
              <a:pPr algn="l"/>
              <a:endParaRPr lang="en-US" dirty="0"/>
            </a:p>
            <a:p>
              <a:pPr algn="l"/>
              <a:endParaRPr lang="en-US" dirty="0"/>
            </a:p>
            <a:p>
              <a:pPr algn="l"/>
              <a:endParaRPr lang="en-US" dirty="0"/>
            </a:p>
          </p:txBody>
        </p:sp>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26C400F5-A503-DAC3-971C-CC64C5F26020}"/>
                    </a:ext>
                  </a:extLst>
                </p:cNvPr>
                <p:cNvSpPr txBox="1"/>
                <p:nvPr/>
              </p:nvSpPr>
              <p:spPr>
                <a:xfrm>
                  <a:off x="5119768" y="4959440"/>
                  <a:ext cx="2499920" cy="847861"/>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r>
                              <m:rPr>
                                <m:sty m:val="p"/>
                              </m:rPr>
                              <a:rPr lang="en-US" i="0" smtClean="0">
                                <a:latin typeface="Cambria Math" panose="02040503050406030204" pitchFamily="18" charset="0"/>
                              </a:rPr>
                              <m:t>max</m:t>
                            </m:r>
                          </m:fName>
                          <m:e>
                            <m:r>
                              <a:rPr lang="en-US" b="0"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𝑡</m:t>
                                    </m:r>
                                    <m:r>
                                      <a:rPr lang="en-US" b="0" i="1" smtClean="0">
                                        <a:latin typeface="Cambria Math" panose="02040503050406030204" pitchFamily="18" charset="0"/>
                                      </a:rPr>
                                      <m:t>=0</m:t>
                                    </m:r>
                                  </m:sub>
                                  <m:sup>
                                    <m:r>
                                      <a:rPr lang="en-US" i="1" smtClean="0">
                                        <a:latin typeface="Cambria Math" panose="02040503050406030204" pitchFamily="18" charset="0"/>
                                      </a:rPr>
                                      <m:t>∞</m:t>
                                    </m:r>
                                  </m:sup>
                                  <m:e>
                                    <m:sSub>
                                      <m:sSubPr>
                                        <m:ctrlPr>
                                          <a:rPr lang="en-US" b="0" i="1" smtClean="0">
                                            <a:latin typeface="Cambria Math" panose="02040503050406030204" pitchFamily="18" charset="0"/>
                                          </a:rPr>
                                        </m:ctrlPr>
                                      </m:sSubPr>
                                      <m:e>
                                        <m:r>
                                          <a:rPr lang="en-US" i="1" smtClean="0">
                                            <a:latin typeface="Cambria Math" panose="02040503050406030204" pitchFamily="18" charset="0"/>
                                          </a:rPr>
                                          <m:t>𝑅</m:t>
                                        </m:r>
                                      </m:e>
                                      <m:sub>
                                        <m:r>
                                          <a:rPr lang="en-US" b="0" i="1" smtClean="0">
                                            <a:latin typeface="Cambria Math" panose="02040503050406030204" pitchFamily="18" charset="0"/>
                                          </a:rPr>
                                          <m:t>𝑡</m:t>
                                        </m:r>
                                      </m:sub>
                                    </m:sSub>
                                  </m:e>
                                </m:nary>
                              </m:e>
                            </m:d>
                          </m:e>
                        </m:func>
                      </m:oMath>
                    </m:oMathPara>
                  </a14:m>
                  <a:endParaRPr lang="en-US" dirty="0"/>
                </a:p>
              </p:txBody>
            </p:sp>
          </mc:Choice>
          <mc:Fallback>
            <p:sp>
              <p:nvSpPr>
                <p:cNvPr id="30" name="TextBox 29">
                  <a:extLst>
                    <a:ext uri="{FF2B5EF4-FFF2-40B4-BE49-F238E27FC236}">
                      <a16:creationId xmlns:a16="http://schemas.microsoft.com/office/drawing/2014/main" id="{26C400F5-A503-DAC3-971C-CC64C5F26020}"/>
                    </a:ext>
                  </a:extLst>
                </p:cNvPr>
                <p:cNvSpPr txBox="1">
                  <a:spLocks noRot="1" noChangeAspect="1" noMove="1" noResize="1" noEditPoints="1" noAdjustHandles="1" noChangeArrowheads="1" noChangeShapeType="1" noTextEdit="1"/>
                </p:cNvSpPr>
                <p:nvPr/>
              </p:nvSpPr>
              <p:spPr>
                <a:xfrm>
                  <a:off x="5119768" y="4959440"/>
                  <a:ext cx="2499920" cy="847861"/>
                </a:xfrm>
                <a:prstGeom prst="rect">
                  <a:avLst/>
                </a:prstGeom>
                <a:blipFill>
                  <a:blip r:embed="rId3"/>
                  <a:stretch>
                    <a:fillRect/>
                  </a:stretch>
                </a:blipFill>
              </p:spPr>
              <p:txBody>
                <a:bodyPr/>
                <a:lstStyle/>
                <a:p>
                  <a:r>
                    <a:rPr lang="en-US">
                      <a:noFill/>
                    </a:rPr>
                    <a:t> </a:t>
                  </a:r>
                </a:p>
              </p:txBody>
            </p:sp>
          </mc:Fallback>
        </mc:AlternateContent>
      </p:gr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9C46C-7176-DCD6-51ED-7B9D1DE8157D}"/>
              </a:ext>
            </a:extLst>
          </p:cNvPr>
          <p:cNvSpPr>
            <a:spLocks noGrp="1"/>
          </p:cNvSpPr>
          <p:nvPr>
            <p:ph type="title"/>
          </p:nvPr>
        </p:nvSpPr>
        <p:spPr/>
        <p:txBody>
          <a:bodyPr/>
          <a:lstStyle/>
          <a:p>
            <a:r>
              <a:rPr lang="en-US" dirty="0"/>
              <a:t>Reward examples</a:t>
            </a:r>
          </a:p>
        </p:txBody>
      </p:sp>
      <p:sp>
        <p:nvSpPr>
          <p:cNvPr id="3" name="Content Placeholder 2">
            <a:extLst>
              <a:ext uri="{FF2B5EF4-FFF2-40B4-BE49-F238E27FC236}">
                <a16:creationId xmlns:a16="http://schemas.microsoft.com/office/drawing/2014/main" id="{47FB6437-7A9C-425B-46BE-9E0F6A219562}"/>
              </a:ext>
            </a:extLst>
          </p:cNvPr>
          <p:cNvSpPr>
            <a:spLocks noGrp="1"/>
          </p:cNvSpPr>
          <p:nvPr>
            <p:ph idx="1"/>
          </p:nvPr>
        </p:nvSpPr>
        <p:spPr>
          <a:xfrm>
            <a:off x="838200" y="1397330"/>
            <a:ext cx="10515600" cy="5010450"/>
          </a:xfrm>
        </p:spPr>
        <p:txBody>
          <a:bodyPr>
            <a:normAutofit fontScale="55000" lnSpcReduction="20000"/>
          </a:bodyPr>
          <a:lstStyle/>
          <a:p>
            <a:pPr marL="53683">
              <a:lnSpc>
                <a:spcPct val="120000"/>
              </a:lnSpc>
              <a:spcBef>
                <a:spcPts val="602"/>
              </a:spcBef>
            </a:pPr>
            <a:r>
              <a:rPr lang="en-US" dirty="0"/>
              <a:t>Flipping a pancake:</a:t>
            </a:r>
          </a:p>
          <a:p>
            <a:pPr marL="446908">
              <a:lnSpc>
                <a:spcPct val="120000"/>
              </a:lnSpc>
              <a:spcBef>
                <a:spcPts val="370"/>
              </a:spcBef>
            </a:pPr>
            <a:r>
              <a:rPr lang="en-US" dirty="0"/>
              <a:t>Pos. reward: catching the 180◦ rotated pancake</a:t>
            </a:r>
          </a:p>
          <a:p>
            <a:pPr marL="446908">
              <a:lnSpc>
                <a:spcPct val="120000"/>
              </a:lnSpc>
              <a:spcBef>
                <a:spcPts val="370"/>
              </a:spcBef>
            </a:pPr>
            <a:r>
              <a:rPr lang="en-US" dirty="0"/>
              <a:t>Neg. reward: dropping the pancake on the floor</a:t>
            </a:r>
          </a:p>
          <a:p>
            <a:pPr marL="53683">
              <a:lnSpc>
                <a:spcPct val="120000"/>
              </a:lnSpc>
              <a:spcBef>
                <a:spcPts val="412"/>
              </a:spcBef>
            </a:pPr>
            <a:endParaRPr lang="en-US" dirty="0"/>
          </a:p>
          <a:p>
            <a:pPr marL="53683">
              <a:lnSpc>
                <a:spcPct val="120000"/>
              </a:lnSpc>
              <a:spcBef>
                <a:spcPts val="412"/>
              </a:spcBef>
            </a:pPr>
            <a:r>
              <a:rPr lang="en-US" dirty="0"/>
              <a:t>Stock trading:</a:t>
            </a:r>
          </a:p>
          <a:p>
            <a:pPr marL="446908">
              <a:lnSpc>
                <a:spcPct val="120000"/>
              </a:lnSpc>
              <a:spcBef>
                <a:spcPts val="370"/>
              </a:spcBef>
            </a:pPr>
            <a:r>
              <a:rPr lang="en-US" dirty="0"/>
              <a:t>Trading portfolio monetary value</a:t>
            </a:r>
          </a:p>
          <a:p>
            <a:pPr marL="53683">
              <a:lnSpc>
                <a:spcPct val="120000"/>
              </a:lnSpc>
              <a:spcBef>
                <a:spcPts val="412"/>
              </a:spcBef>
            </a:pPr>
            <a:endParaRPr lang="en-US" dirty="0"/>
          </a:p>
          <a:p>
            <a:pPr marL="53683">
              <a:lnSpc>
                <a:spcPct val="120000"/>
              </a:lnSpc>
              <a:spcBef>
                <a:spcPts val="412"/>
              </a:spcBef>
            </a:pPr>
            <a:r>
              <a:rPr lang="en-US" dirty="0"/>
              <a:t>Playing Atari games:</a:t>
            </a:r>
          </a:p>
          <a:p>
            <a:pPr marL="446908">
              <a:lnSpc>
                <a:spcPct val="120000"/>
              </a:lnSpc>
              <a:spcBef>
                <a:spcPts val="370"/>
              </a:spcBef>
            </a:pPr>
            <a:r>
              <a:rPr lang="en-US" dirty="0" err="1"/>
              <a:t>Highscore</a:t>
            </a:r>
            <a:r>
              <a:rPr lang="en-US" dirty="0"/>
              <a:t> value at the end of a game episode</a:t>
            </a:r>
          </a:p>
          <a:p>
            <a:pPr marL="53683">
              <a:lnSpc>
                <a:spcPct val="120000"/>
              </a:lnSpc>
              <a:spcBef>
                <a:spcPts val="412"/>
              </a:spcBef>
            </a:pPr>
            <a:endParaRPr lang="en-US" dirty="0"/>
          </a:p>
          <a:p>
            <a:pPr marL="53683">
              <a:lnSpc>
                <a:spcPct val="120000"/>
              </a:lnSpc>
              <a:spcBef>
                <a:spcPts val="412"/>
              </a:spcBef>
            </a:pPr>
            <a:r>
              <a:rPr lang="en-US" dirty="0"/>
              <a:t>Driving an autonomous car:</a:t>
            </a:r>
          </a:p>
          <a:p>
            <a:pPr marL="446908">
              <a:lnSpc>
                <a:spcPct val="120000"/>
              </a:lnSpc>
              <a:spcBef>
                <a:spcPts val="370"/>
              </a:spcBef>
            </a:pPr>
            <a:r>
              <a:rPr lang="en-US" dirty="0"/>
              <a:t>Pos. reward: getting save from A to B without crashing</a:t>
            </a:r>
          </a:p>
          <a:p>
            <a:pPr marL="446908">
              <a:lnSpc>
                <a:spcPct val="120000"/>
              </a:lnSpc>
              <a:spcBef>
                <a:spcPts val="370"/>
              </a:spcBef>
            </a:pPr>
            <a:r>
              <a:rPr lang="en-US" dirty="0"/>
              <a:t>Neg. reward: hitting another car, pedestrian, bicycle,...</a:t>
            </a:r>
          </a:p>
          <a:p>
            <a:pPr marL="53683">
              <a:lnSpc>
                <a:spcPct val="120000"/>
              </a:lnSpc>
              <a:spcBef>
                <a:spcPts val="412"/>
              </a:spcBef>
            </a:pPr>
            <a:endParaRPr lang="en-US" dirty="0"/>
          </a:p>
          <a:p>
            <a:pPr marL="53683">
              <a:lnSpc>
                <a:spcPct val="120000"/>
              </a:lnSpc>
              <a:spcBef>
                <a:spcPts val="412"/>
              </a:spcBef>
            </a:pPr>
            <a:r>
              <a:rPr lang="en-US" dirty="0"/>
              <a:t>Classical control task (e.g., electric drive, inverted pendulum,...):</a:t>
            </a:r>
          </a:p>
          <a:p>
            <a:pPr marL="446908">
              <a:lnSpc>
                <a:spcPct val="120000"/>
              </a:lnSpc>
              <a:spcBef>
                <a:spcPts val="370"/>
              </a:spcBef>
            </a:pPr>
            <a:r>
              <a:rPr lang="en-US" dirty="0"/>
              <a:t>Pos. reward: following a given reference trajectory precisely</a:t>
            </a:r>
          </a:p>
          <a:p>
            <a:pPr marL="446908">
              <a:lnSpc>
                <a:spcPct val="120000"/>
              </a:lnSpc>
              <a:spcBef>
                <a:spcPts val="370"/>
              </a:spcBef>
            </a:pPr>
            <a:r>
              <a:rPr lang="en-US" dirty="0"/>
              <a:t>Neg. reward: violating system constraints and/or large control error</a:t>
            </a:r>
          </a:p>
        </p:txBody>
      </p:sp>
    </p:spTree>
    <p:extLst>
      <p:ext uri="{BB962C8B-B14F-4D97-AF65-F5344CB8AC3E}">
        <p14:creationId xmlns:p14="http://schemas.microsoft.com/office/powerpoint/2010/main" val="376524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6236" rIns="0" bIns="0" rtlCol="0" anchor="ctr">
            <a:spAutoFit/>
          </a:bodyPr>
          <a:lstStyle/>
          <a:p>
            <a:pPr marL="26841">
              <a:lnSpc>
                <a:spcPct val="100000"/>
              </a:lnSpc>
              <a:spcBef>
                <a:spcPts val="285"/>
              </a:spcBef>
            </a:pPr>
            <a:r>
              <a:rPr spc="-137" dirty="0"/>
              <a:t>Reward</a:t>
            </a:r>
            <a:r>
              <a:rPr spc="-32" dirty="0"/>
              <a:t> </a:t>
            </a:r>
            <a:r>
              <a:rPr spc="-74" dirty="0"/>
              <a:t>characteristics</a:t>
            </a:r>
          </a:p>
        </p:txBody>
      </p:sp>
      <p:sp>
        <p:nvSpPr>
          <p:cNvPr id="13" name="Content Placeholder 12">
            <a:extLst>
              <a:ext uri="{FF2B5EF4-FFF2-40B4-BE49-F238E27FC236}">
                <a16:creationId xmlns:a16="http://schemas.microsoft.com/office/drawing/2014/main" id="{E760D40A-A6E9-2668-82EA-DDFD9D2C4315}"/>
              </a:ext>
            </a:extLst>
          </p:cNvPr>
          <p:cNvSpPr>
            <a:spLocks noGrp="1"/>
          </p:cNvSpPr>
          <p:nvPr>
            <p:ph idx="1"/>
          </p:nvPr>
        </p:nvSpPr>
        <p:spPr>
          <a:xfrm>
            <a:off x="838200" y="1397331"/>
            <a:ext cx="10515600" cy="5042658"/>
          </a:xfrm>
        </p:spPr>
        <p:txBody>
          <a:bodyPr>
            <a:normAutofit fontScale="70000" lnSpcReduction="20000"/>
          </a:bodyPr>
          <a:lstStyle/>
          <a:p>
            <a:pPr marL="0" indent="0">
              <a:spcBef>
                <a:spcPts val="1162"/>
              </a:spcBef>
              <a:buNone/>
            </a:pPr>
            <a:r>
              <a:rPr lang="en-US" dirty="0"/>
              <a:t>Rewards can have many different flavors and are highly depending on the given problem:</a:t>
            </a:r>
          </a:p>
          <a:p>
            <a:pPr>
              <a:spcBef>
                <a:spcPts val="1162"/>
              </a:spcBef>
            </a:pPr>
            <a:r>
              <a:rPr lang="en-US" dirty="0"/>
              <a:t>Actions may have short and/or long term consequences.</a:t>
            </a:r>
          </a:p>
          <a:p>
            <a:pPr lvl="1">
              <a:spcBef>
                <a:spcPts val="1162"/>
              </a:spcBef>
            </a:pPr>
            <a:r>
              <a:rPr lang="en-US" dirty="0"/>
              <a:t>The reward for a certain action may be delayed.</a:t>
            </a:r>
          </a:p>
          <a:p>
            <a:pPr lvl="1">
              <a:spcBef>
                <a:spcPts val="1162"/>
              </a:spcBef>
            </a:pPr>
            <a:r>
              <a:rPr lang="en-US" dirty="0"/>
              <a:t>Examples: Stock trading, strategic board games,...</a:t>
            </a:r>
          </a:p>
          <a:p>
            <a:pPr marL="0" indent="0">
              <a:spcBef>
                <a:spcPts val="1162"/>
              </a:spcBef>
              <a:buNone/>
            </a:pPr>
            <a:endParaRPr lang="en-US" dirty="0"/>
          </a:p>
          <a:p>
            <a:pPr>
              <a:spcBef>
                <a:spcPts val="1162"/>
              </a:spcBef>
            </a:pPr>
            <a:r>
              <a:rPr lang="en-US" dirty="0"/>
              <a:t>Rewards can be positive and negative values.</a:t>
            </a:r>
          </a:p>
          <a:p>
            <a:pPr lvl="1">
              <a:spcBef>
                <a:spcPts val="1162"/>
              </a:spcBef>
            </a:pPr>
            <a:r>
              <a:rPr lang="en-US" dirty="0"/>
              <a:t>Certain situations (e.g., car hits wall) might lead to a negative reward.</a:t>
            </a:r>
          </a:p>
          <a:p>
            <a:pPr>
              <a:spcBef>
                <a:spcPts val="1162"/>
              </a:spcBef>
            </a:pPr>
            <a:r>
              <a:rPr lang="en-US" dirty="0"/>
              <a:t>Exogenous impacts might introduce stochastic reward components.</a:t>
            </a:r>
          </a:p>
          <a:p>
            <a:pPr lvl="1">
              <a:spcBef>
                <a:spcPts val="1162"/>
              </a:spcBef>
            </a:pPr>
            <a:r>
              <a:rPr lang="en-US" dirty="0"/>
              <a:t>Example: A wind gust pushes an autonomous helicopter into a tree.</a:t>
            </a:r>
          </a:p>
          <a:p>
            <a:pPr marL="245149" indent="0">
              <a:spcBef>
                <a:spcPts val="370"/>
              </a:spcBef>
              <a:buNone/>
            </a:pPr>
            <a:endParaRPr lang="en-US" dirty="0"/>
          </a:p>
          <a:p>
            <a:pPr marL="0" indent="0">
              <a:buNone/>
            </a:pPr>
            <a:r>
              <a:rPr lang="en-US" dirty="0"/>
              <a:t>Remarks on reward</a:t>
            </a:r>
          </a:p>
          <a:p>
            <a:pPr marL="0" indent="0">
              <a:buNone/>
            </a:pPr>
            <a:endParaRPr lang="en-US" dirty="0"/>
          </a:p>
          <a:p>
            <a:pPr marL="0" indent="0">
              <a:buNone/>
            </a:pPr>
            <a:r>
              <a:rPr lang="en-US" dirty="0"/>
              <a:t>The RL agent’s learning process is heavily linked with the reward distribution over time. Designing expedient rewards functions is therefore crucially important for successfully applying RL. And often there is no predefined way on how to design the “best reward function”.</a:t>
            </a: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6236" rIns="0" bIns="0" rtlCol="0" anchor="ctr">
            <a:spAutoFit/>
          </a:bodyPr>
          <a:lstStyle/>
          <a:p>
            <a:pPr marL="26841">
              <a:lnSpc>
                <a:spcPct val="100000"/>
              </a:lnSpc>
              <a:spcBef>
                <a:spcPts val="285"/>
              </a:spcBef>
            </a:pPr>
            <a:r>
              <a:rPr lang="en-US"/>
              <a:t>The</a:t>
            </a:r>
            <a:r>
              <a:rPr lang="en-US" spc="-32"/>
              <a:t> </a:t>
            </a:r>
            <a:r>
              <a:rPr lang="en-US" spc="-159"/>
              <a:t>reward</a:t>
            </a:r>
            <a:r>
              <a:rPr lang="en-US" spc="-21"/>
              <a:t> </a:t>
            </a:r>
            <a:r>
              <a:rPr lang="en-US" spc="-42"/>
              <a:t>function</a:t>
            </a:r>
            <a:r>
              <a:rPr lang="en-US" spc="-32"/>
              <a:t> </a:t>
            </a:r>
            <a:r>
              <a:rPr lang="en-US" spc="-116"/>
              <a:t>hassle</a:t>
            </a:r>
            <a:endParaRPr lang="en-US" spc="-116" dirty="0"/>
          </a:p>
        </p:txBody>
      </p:sp>
      <p:sp>
        <p:nvSpPr>
          <p:cNvPr id="9" name="Content Placeholder 8">
            <a:extLst>
              <a:ext uri="{FF2B5EF4-FFF2-40B4-BE49-F238E27FC236}">
                <a16:creationId xmlns:a16="http://schemas.microsoft.com/office/drawing/2014/main" id="{199F424B-CAB5-5C86-9676-452B45FEADFD}"/>
              </a:ext>
            </a:extLst>
          </p:cNvPr>
          <p:cNvSpPr>
            <a:spLocks noGrp="1"/>
          </p:cNvSpPr>
          <p:nvPr>
            <p:ph idx="1"/>
          </p:nvPr>
        </p:nvSpPr>
        <p:spPr>
          <a:xfrm>
            <a:off x="838200" y="1397330"/>
            <a:ext cx="10515600" cy="1054133"/>
          </a:xfrm>
        </p:spPr>
        <p:txBody>
          <a:bodyPr>
            <a:normAutofit fontScale="62500" lnSpcReduction="20000"/>
          </a:bodyPr>
          <a:lstStyle/>
          <a:p>
            <a:pPr marL="0" indent="0">
              <a:spcBef>
                <a:spcPts val="370"/>
              </a:spcBef>
              <a:buNone/>
            </a:pPr>
            <a:r>
              <a:rPr lang="en-US"/>
              <a:t>“Be careful what you wish for - you might get it” (pro-verb)</a:t>
            </a:r>
          </a:p>
          <a:p>
            <a:pPr marL="52341" marR="37578" indent="0">
              <a:lnSpc>
                <a:spcPct val="102600"/>
              </a:lnSpc>
              <a:spcBef>
                <a:spcPts val="85"/>
              </a:spcBef>
              <a:buNone/>
            </a:pPr>
            <a:endParaRPr lang="en-US"/>
          </a:p>
          <a:p>
            <a:pPr marL="52341" marR="37578" indent="0">
              <a:lnSpc>
                <a:spcPct val="102600"/>
              </a:lnSpc>
              <a:spcBef>
                <a:spcPts val="85"/>
              </a:spcBef>
              <a:buNone/>
            </a:pPr>
            <a:r>
              <a:rPr lang="en-US"/>
              <a:t>“...it grants what you ask for, not what you should have asked for or what you intend.” (Norbert Wiener, American mathematician)</a:t>
            </a:r>
          </a:p>
          <a:p>
            <a:endParaRPr lang="en-US" dirty="0"/>
          </a:p>
        </p:txBody>
      </p:sp>
      <p:pic>
        <p:nvPicPr>
          <p:cNvPr id="4" name="object 4"/>
          <p:cNvPicPr/>
          <p:nvPr/>
        </p:nvPicPr>
        <p:blipFill>
          <a:blip r:embed="rId2" cstate="print"/>
          <a:stretch>
            <a:fillRect/>
          </a:stretch>
        </p:blipFill>
        <p:spPr>
          <a:xfrm>
            <a:off x="3701934" y="2532667"/>
            <a:ext cx="4564822" cy="3240845"/>
          </a:xfrm>
          <a:prstGeom prst="rect">
            <a:avLst/>
          </a:prstGeom>
        </p:spPr>
      </p:pic>
      <p:sp>
        <p:nvSpPr>
          <p:cNvPr id="5" name="object 5"/>
          <p:cNvSpPr txBox="1"/>
          <p:nvPr/>
        </p:nvSpPr>
        <p:spPr>
          <a:xfrm>
            <a:off x="2418750" y="5891078"/>
            <a:ext cx="7133125" cy="456635"/>
          </a:xfrm>
          <a:prstGeom prst="rect">
            <a:avLst/>
          </a:prstGeom>
        </p:spPr>
        <p:txBody>
          <a:bodyPr vert="horz" wrap="square" lIns="0" tIns="25499" rIns="0" bIns="0" rtlCol="0">
            <a:spAutoFit/>
          </a:bodyPr>
          <a:lstStyle/>
          <a:p>
            <a:pPr marL="26841" marR="10737" indent="909925" algn="ctr">
              <a:spcBef>
                <a:spcPts val="201"/>
              </a:spcBef>
            </a:pPr>
            <a:r>
              <a:rPr lang="en-US" sz="1400" dirty="0">
                <a:latin typeface="Tahoma"/>
                <a:cs typeface="Tahoma"/>
              </a:rPr>
              <a:t>Midas</a:t>
            </a:r>
            <a:r>
              <a:rPr lang="en-US" sz="1400" spc="-53" dirty="0">
                <a:latin typeface="Tahoma"/>
                <a:cs typeface="Tahoma"/>
              </a:rPr>
              <a:t> and</a:t>
            </a:r>
            <a:r>
              <a:rPr lang="en-US" sz="1400" spc="-63" dirty="0">
                <a:latin typeface="Tahoma"/>
                <a:cs typeface="Tahoma"/>
              </a:rPr>
              <a:t> </a:t>
            </a:r>
            <a:r>
              <a:rPr lang="en-US" sz="1400" spc="-85" dirty="0">
                <a:latin typeface="Tahoma"/>
                <a:cs typeface="Tahoma"/>
              </a:rPr>
              <a:t>daughter</a:t>
            </a:r>
            <a:r>
              <a:rPr lang="en-US" sz="1400" spc="-63" dirty="0">
                <a:latin typeface="Tahoma"/>
                <a:cs typeface="Tahoma"/>
              </a:rPr>
              <a:t> </a:t>
            </a:r>
            <a:r>
              <a:rPr lang="en-US" sz="1400" spc="-42" dirty="0">
                <a:latin typeface="Tahoma"/>
                <a:cs typeface="Tahoma"/>
              </a:rPr>
              <a:t>(good</a:t>
            </a:r>
            <a:r>
              <a:rPr lang="en-US" sz="1400" spc="-63" dirty="0">
                <a:latin typeface="Tahoma"/>
                <a:cs typeface="Tahoma"/>
              </a:rPr>
              <a:t> as </a:t>
            </a:r>
            <a:r>
              <a:rPr lang="en-US" sz="1400" spc="-21" dirty="0">
                <a:latin typeface="Tahoma"/>
                <a:cs typeface="Tahoma"/>
              </a:rPr>
              <a:t>gold)</a:t>
            </a:r>
            <a:r>
              <a:rPr lang="en-US" sz="1400" spc="1057" dirty="0">
                <a:latin typeface="Tahoma"/>
                <a:cs typeface="Tahoma"/>
              </a:rPr>
              <a:t> </a:t>
            </a:r>
            <a:r>
              <a:rPr lang="en-US" sz="1400" spc="-85" dirty="0">
                <a:latin typeface="Tahoma"/>
                <a:cs typeface="Tahoma"/>
              </a:rPr>
              <a:t>(source:</a:t>
            </a:r>
            <a:r>
              <a:rPr lang="en-US" sz="1400" spc="285" dirty="0">
                <a:latin typeface="Tahoma"/>
                <a:cs typeface="Tahoma"/>
              </a:rPr>
              <a:t> </a:t>
            </a:r>
            <a:r>
              <a:rPr lang="en-US" sz="1400" spc="-63" dirty="0">
                <a:solidFill>
                  <a:srgbClr val="2A1B81"/>
                </a:solidFill>
                <a:latin typeface="Tahoma"/>
                <a:cs typeface="Tahoma"/>
                <a:hlinkClick r:id="rId3"/>
              </a:rPr>
              <a:t>www.flickr.com</a:t>
            </a:r>
            <a:r>
              <a:rPr lang="en-US" sz="1400" spc="-63" dirty="0">
                <a:latin typeface="Tahoma"/>
                <a:cs typeface="Tahoma"/>
              </a:rPr>
              <a:t>,</a:t>
            </a:r>
            <a:r>
              <a:rPr lang="en-US" sz="1400" spc="53" dirty="0">
                <a:latin typeface="Tahoma"/>
                <a:cs typeface="Tahoma"/>
              </a:rPr>
              <a:t> </a:t>
            </a:r>
            <a:r>
              <a:rPr lang="en-US" sz="1400" spc="-63" dirty="0">
                <a:latin typeface="Tahoma"/>
                <a:cs typeface="Tahoma"/>
              </a:rPr>
              <a:t>by</a:t>
            </a:r>
            <a:r>
              <a:rPr lang="en-US" sz="1400" spc="53" dirty="0">
                <a:latin typeface="Tahoma"/>
                <a:cs typeface="Tahoma"/>
              </a:rPr>
              <a:t> </a:t>
            </a:r>
            <a:r>
              <a:rPr lang="en-US" sz="1400" spc="-21" dirty="0">
                <a:solidFill>
                  <a:srgbClr val="2A1B81"/>
                </a:solidFill>
                <a:latin typeface="Tahoma"/>
                <a:cs typeface="Tahoma"/>
                <a:hlinkClick r:id="rId4"/>
              </a:rPr>
              <a:t>Robin</a:t>
            </a:r>
            <a:r>
              <a:rPr lang="en-US" sz="1400" spc="53" dirty="0">
                <a:solidFill>
                  <a:srgbClr val="2A1B81"/>
                </a:solidFill>
                <a:latin typeface="Tahoma"/>
                <a:cs typeface="Tahoma"/>
                <a:hlinkClick r:id="rId4"/>
              </a:rPr>
              <a:t> </a:t>
            </a:r>
            <a:r>
              <a:rPr lang="en-US" sz="1400" dirty="0">
                <a:solidFill>
                  <a:srgbClr val="2A1B81"/>
                </a:solidFill>
                <a:latin typeface="Tahoma"/>
                <a:cs typeface="Tahoma"/>
                <a:hlinkClick r:id="rId4"/>
              </a:rPr>
              <a:t>Hutton</a:t>
            </a:r>
            <a:r>
              <a:rPr lang="en-US" sz="1400" spc="53" dirty="0">
                <a:solidFill>
                  <a:srgbClr val="2A1B81"/>
                </a:solidFill>
                <a:latin typeface="Tahoma"/>
                <a:cs typeface="Tahoma"/>
              </a:rPr>
              <a:t> </a:t>
            </a:r>
            <a:r>
              <a:rPr lang="en-US" sz="1400" dirty="0">
                <a:solidFill>
                  <a:srgbClr val="2A1B81"/>
                </a:solidFill>
                <a:latin typeface="Tahoma"/>
                <a:cs typeface="Tahoma"/>
                <a:hlinkClick r:id="rId5"/>
              </a:rPr>
              <a:t>CC</a:t>
            </a:r>
            <a:r>
              <a:rPr lang="en-US" sz="1400" spc="63" dirty="0">
                <a:solidFill>
                  <a:srgbClr val="2A1B81"/>
                </a:solidFill>
                <a:latin typeface="Tahoma"/>
                <a:cs typeface="Tahoma"/>
                <a:hlinkClick r:id="rId5"/>
              </a:rPr>
              <a:t> </a:t>
            </a:r>
            <a:r>
              <a:rPr lang="en-US" sz="1400" dirty="0">
                <a:solidFill>
                  <a:srgbClr val="2A1B81"/>
                </a:solidFill>
                <a:latin typeface="Tahoma"/>
                <a:cs typeface="Tahoma"/>
                <a:hlinkClick r:id="rId5"/>
              </a:rPr>
              <a:t>BY-NC-ND</a:t>
            </a:r>
            <a:r>
              <a:rPr lang="en-US" sz="1400" spc="53" dirty="0">
                <a:solidFill>
                  <a:srgbClr val="2A1B81"/>
                </a:solidFill>
                <a:latin typeface="Tahoma"/>
                <a:cs typeface="Tahoma"/>
                <a:hlinkClick r:id="rId5"/>
              </a:rPr>
              <a:t> </a:t>
            </a:r>
            <a:r>
              <a:rPr lang="en-US" sz="1400" spc="-42" dirty="0">
                <a:solidFill>
                  <a:srgbClr val="2A1B81"/>
                </a:solidFill>
                <a:latin typeface="Tahoma"/>
                <a:cs typeface="Tahoma"/>
                <a:hlinkClick r:id="rId5"/>
              </a:rPr>
              <a:t>2.0</a:t>
            </a:r>
            <a:r>
              <a:rPr lang="en-US" sz="1400" spc="-42" dirty="0">
                <a:latin typeface="Tahoma"/>
                <a:cs typeface="Tahoma"/>
              </a:rPr>
              <a:t>)</a:t>
            </a:r>
            <a:endParaRPr lang="en-US" sz="1400" dirty="0">
              <a:latin typeface="Tahoma"/>
              <a:cs typeface="Tahoma"/>
            </a:endParaRPr>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94475-AD94-2C63-74D5-09647502287F}"/>
              </a:ext>
            </a:extLst>
          </p:cNvPr>
          <p:cNvSpPr>
            <a:spLocks noGrp="1"/>
          </p:cNvSpPr>
          <p:nvPr>
            <p:ph type="title"/>
          </p:nvPr>
        </p:nvSpPr>
        <p:spPr/>
        <p:txBody>
          <a:bodyPr/>
          <a:lstStyle/>
          <a:p>
            <a:r>
              <a:rPr lang="en-US" dirty="0"/>
              <a:t>Task-dependent return definitions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9EB83A3-881B-5095-F5D4-546297FA9AF9}"/>
                  </a:ext>
                </a:extLst>
              </p:cNvPr>
              <p:cNvSpPr>
                <a:spLocks noGrp="1"/>
              </p:cNvSpPr>
              <p:nvPr>
                <p:ph idx="1"/>
              </p:nvPr>
            </p:nvSpPr>
            <p:spPr/>
            <p:txBody>
              <a:bodyPr>
                <a:normAutofit lnSpcReduction="10000"/>
              </a:bodyPr>
              <a:lstStyle/>
              <a:p>
                <a:r>
                  <a:rPr lang="en-US" b="1" dirty="0"/>
                  <a:t>Episodic tasks</a:t>
                </a:r>
              </a:p>
              <a:p>
                <a:pPr lvl="1"/>
                <a:r>
                  <a:rPr lang="en-US" dirty="0"/>
                  <a:t>A problem which naturally breaks into subsequences (finite horizon).</a:t>
                </a:r>
              </a:p>
              <a:p>
                <a:pPr lvl="1"/>
                <a:r>
                  <a:rPr lang="en-US" dirty="0"/>
                  <a:t>Examples: most games, maze,...</a:t>
                </a:r>
              </a:p>
              <a:p>
                <a:pPr lvl="1"/>
                <a:r>
                  <a:rPr lang="en-US" dirty="0"/>
                  <a:t>The return becomes a finite sum:</a:t>
                </a:r>
              </a:p>
              <a:p>
                <a:pPr marL="457200" lvl="1" indent="0">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Times New Roman"/>
                            </a:rPr>
                          </m:ctrlPr>
                        </m:sSubPr>
                        <m:e>
                          <m:r>
                            <a:rPr lang="nn-NO" i="1" dirty="0" smtClean="0">
                              <a:latin typeface="Cambria Math" panose="02040503050406030204" pitchFamily="18" charset="0"/>
                              <a:cs typeface="Times New Roman"/>
                            </a:rPr>
                            <m:t>𝑔</m:t>
                          </m:r>
                        </m:e>
                        <m:sub>
                          <m:r>
                            <a:rPr lang="en-US" b="0" i="1" dirty="0" smtClean="0">
                              <a:latin typeface="Cambria Math" panose="02040503050406030204" pitchFamily="18" charset="0"/>
                              <a:cs typeface="Times New Roman"/>
                            </a:rPr>
                            <m:t>𝑡</m:t>
                          </m:r>
                        </m:sub>
                      </m:sSub>
                      <m:r>
                        <a:rPr lang="en-US" b="0" i="1" dirty="0" smtClean="0">
                          <a:latin typeface="Cambria Math" panose="02040503050406030204" pitchFamily="18" charset="0"/>
                          <a:cs typeface="Times New Roman"/>
                        </a:rPr>
                        <m:t>=</m:t>
                      </m:r>
                      <m:sSub>
                        <m:sSubPr>
                          <m:ctrlPr>
                            <a:rPr lang="en-US" b="0" i="1" spc="32" dirty="0" smtClean="0">
                              <a:latin typeface="Cambria Math" panose="02040503050406030204" pitchFamily="18" charset="0"/>
                              <a:cs typeface="Palatino Linotype"/>
                            </a:rPr>
                          </m:ctrlPr>
                        </m:sSubPr>
                        <m:e>
                          <m:r>
                            <a:rPr lang="en-US" b="0" i="1" spc="32" dirty="0" smtClean="0">
                              <a:latin typeface="Cambria Math" panose="02040503050406030204" pitchFamily="18" charset="0"/>
                              <a:cs typeface="Palatino Linotype"/>
                            </a:rPr>
                            <m:t>𝑟</m:t>
                          </m:r>
                        </m:e>
                        <m:sub>
                          <m:r>
                            <a:rPr lang="en-US" b="0" i="1" spc="32" dirty="0" smtClean="0">
                              <a:latin typeface="Cambria Math" panose="02040503050406030204" pitchFamily="18" charset="0"/>
                              <a:cs typeface="Palatino Linotype"/>
                            </a:rPr>
                            <m:t>𝑡</m:t>
                          </m:r>
                          <m:r>
                            <a:rPr lang="en-US" b="0" i="1" spc="32" dirty="0" smtClean="0">
                              <a:latin typeface="Cambria Math" panose="02040503050406030204" pitchFamily="18" charset="0"/>
                              <a:cs typeface="Palatino Linotype"/>
                            </a:rPr>
                            <m:t>+1</m:t>
                          </m:r>
                        </m:sub>
                      </m:sSub>
                      <m:r>
                        <a:rPr lang="nn-NO" i="1" spc="623" dirty="0">
                          <a:latin typeface="Cambria Math" panose="02040503050406030204" pitchFamily="18" charset="0"/>
                          <a:cs typeface="Palatino Linotype"/>
                        </a:rPr>
                        <m:t>+</m:t>
                      </m:r>
                      <m:sSub>
                        <m:sSubPr>
                          <m:ctrlPr>
                            <a:rPr lang="en-US" b="0" i="1" spc="32" dirty="0" smtClean="0">
                              <a:latin typeface="Cambria Math" panose="02040503050406030204" pitchFamily="18" charset="0"/>
                              <a:cs typeface="Palatino Linotype"/>
                            </a:rPr>
                          </m:ctrlPr>
                        </m:sSubPr>
                        <m:e>
                          <m:r>
                            <a:rPr lang="en-US" b="0" i="1" spc="32" dirty="0" smtClean="0">
                              <a:latin typeface="Cambria Math" panose="02040503050406030204" pitchFamily="18" charset="0"/>
                              <a:cs typeface="Palatino Linotype"/>
                            </a:rPr>
                            <m:t>𝑟</m:t>
                          </m:r>
                        </m:e>
                        <m:sub>
                          <m:r>
                            <a:rPr lang="en-US" b="0" i="1" spc="32" dirty="0" smtClean="0">
                              <a:latin typeface="Cambria Math" panose="02040503050406030204" pitchFamily="18" charset="0"/>
                              <a:cs typeface="Palatino Linotype"/>
                            </a:rPr>
                            <m:t>𝑡</m:t>
                          </m:r>
                          <m:r>
                            <a:rPr lang="en-US" b="0" i="1" spc="32" dirty="0" smtClean="0">
                              <a:latin typeface="Cambria Math" panose="02040503050406030204" pitchFamily="18" charset="0"/>
                              <a:cs typeface="Palatino Linotype"/>
                            </a:rPr>
                            <m:t>+2</m:t>
                          </m:r>
                        </m:sub>
                      </m:sSub>
                      <m:r>
                        <a:rPr lang="nn-NO" i="1" spc="623" dirty="0">
                          <a:latin typeface="Cambria Math" panose="02040503050406030204" pitchFamily="18" charset="0"/>
                          <a:cs typeface="Palatino Linotype"/>
                        </a:rPr>
                        <m:t>+</m:t>
                      </m:r>
                      <m:r>
                        <a:rPr lang="en-US" b="0" i="1" spc="-85" dirty="0" smtClean="0">
                          <a:latin typeface="Cambria Math" panose="02040503050406030204" pitchFamily="18" charset="0"/>
                          <a:cs typeface="Palatino Linotype"/>
                        </a:rPr>
                        <m:t>⋅ ⋅ ⋅</m:t>
                      </m:r>
                      <m:r>
                        <a:rPr lang="nn-NO" i="1" spc="623" dirty="0">
                          <a:latin typeface="Cambria Math" panose="02040503050406030204" pitchFamily="18" charset="0"/>
                          <a:cs typeface="Palatino Linotype"/>
                        </a:rPr>
                        <m:t>+</m:t>
                      </m:r>
                      <m:sSub>
                        <m:sSubPr>
                          <m:ctrlPr>
                            <a:rPr lang="en-US" b="0" i="1" spc="-85" dirty="0" smtClean="0">
                              <a:latin typeface="Cambria Math" panose="02040503050406030204" pitchFamily="18" charset="0"/>
                              <a:cs typeface="Palatino Linotype"/>
                            </a:rPr>
                          </m:ctrlPr>
                        </m:sSubPr>
                        <m:e>
                          <m:r>
                            <a:rPr lang="en-US" b="0" i="1" spc="-85" dirty="0" smtClean="0">
                              <a:latin typeface="Cambria Math" panose="02040503050406030204" pitchFamily="18" charset="0"/>
                              <a:cs typeface="Palatino Linotype"/>
                            </a:rPr>
                            <m:t>𝑟</m:t>
                          </m:r>
                        </m:e>
                        <m:sub>
                          <m:r>
                            <a:rPr lang="en-US" b="0" i="1" spc="-85" dirty="0" smtClean="0">
                              <a:latin typeface="Cambria Math" panose="02040503050406030204" pitchFamily="18" charset="0"/>
                              <a:cs typeface="Palatino Linotype"/>
                            </a:rPr>
                            <m:t>𝑇</m:t>
                          </m:r>
                        </m:sub>
                      </m:sSub>
                    </m:oMath>
                  </m:oMathPara>
                </a14:m>
                <a:endParaRPr lang="en-US" dirty="0"/>
              </a:p>
              <a:p>
                <a:r>
                  <a:rPr lang="en-US" b="1" dirty="0"/>
                  <a:t>Continuing tasks</a:t>
                </a:r>
              </a:p>
              <a:p>
                <a:pPr lvl="1"/>
                <a:r>
                  <a:rPr lang="en-US" dirty="0"/>
                  <a:t>A problem which lacks a natural end (infinite horizon).</a:t>
                </a:r>
              </a:p>
              <a:p>
                <a:pPr lvl="1"/>
                <a:r>
                  <a:rPr lang="en-US" dirty="0"/>
                  <a:t>Example: process control task</a:t>
                </a:r>
              </a:p>
              <a:p>
                <a:pPr lvl="1"/>
                <a:r>
                  <a:rPr lang="en-US" dirty="0"/>
                  <a:t>The return should be discounted to prevent infinite numbers:</a:t>
                </a:r>
                <a:br>
                  <a:rPr lang="en-US" dirty="0"/>
                </a:br>
                <a14:m>
                  <m:oMath xmlns:m="http://schemas.openxmlformats.org/officeDocument/2006/math">
                    <m:sSub>
                      <m:sSubPr>
                        <m:ctrlPr>
                          <a:rPr lang="en-US" b="0" i="1" dirty="0" smtClean="0">
                            <a:latin typeface="Cambria Math" panose="02040503050406030204" pitchFamily="18" charset="0"/>
                            <a:cs typeface="Times New Roman"/>
                          </a:rPr>
                        </m:ctrlPr>
                      </m:sSubPr>
                      <m:e>
                        <m:r>
                          <a:rPr lang="nn-NO" i="1" dirty="0" smtClean="0">
                            <a:latin typeface="Cambria Math" panose="02040503050406030204" pitchFamily="18" charset="0"/>
                            <a:cs typeface="Times New Roman"/>
                          </a:rPr>
                          <m:t>𝑔</m:t>
                        </m:r>
                      </m:e>
                      <m:sub>
                        <m:r>
                          <a:rPr lang="en-US" b="0" i="1" dirty="0" smtClean="0">
                            <a:latin typeface="Cambria Math" panose="02040503050406030204" pitchFamily="18" charset="0"/>
                            <a:cs typeface="Times New Roman"/>
                          </a:rPr>
                          <m:t>𝑡</m:t>
                        </m:r>
                      </m:sub>
                    </m:sSub>
                    <m:r>
                      <a:rPr lang="en-US" b="0" i="1" dirty="0" smtClean="0">
                        <a:latin typeface="Cambria Math" panose="02040503050406030204" pitchFamily="18" charset="0"/>
                        <a:cs typeface="Times New Roman"/>
                      </a:rPr>
                      <m:t>=</m:t>
                    </m:r>
                    <m:sSub>
                      <m:sSubPr>
                        <m:ctrlPr>
                          <a:rPr lang="en-US" b="0" i="1" spc="32" dirty="0" smtClean="0">
                            <a:latin typeface="Cambria Math" panose="02040503050406030204" pitchFamily="18" charset="0"/>
                            <a:cs typeface="Palatino Linotype"/>
                          </a:rPr>
                        </m:ctrlPr>
                      </m:sSubPr>
                      <m:e>
                        <m:r>
                          <a:rPr lang="en-US" b="0" i="1" spc="32" dirty="0" smtClean="0">
                            <a:latin typeface="Cambria Math" panose="02040503050406030204" pitchFamily="18" charset="0"/>
                            <a:cs typeface="Palatino Linotype"/>
                          </a:rPr>
                          <m:t>𝑟</m:t>
                        </m:r>
                      </m:e>
                      <m:sub>
                        <m:r>
                          <a:rPr lang="en-US" b="0" i="1" spc="32" dirty="0" smtClean="0">
                            <a:latin typeface="Cambria Math" panose="02040503050406030204" pitchFamily="18" charset="0"/>
                            <a:cs typeface="Palatino Linotype"/>
                          </a:rPr>
                          <m:t>𝑡</m:t>
                        </m:r>
                        <m:r>
                          <a:rPr lang="en-US" b="0" i="1" spc="32" dirty="0" smtClean="0">
                            <a:latin typeface="Cambria Math" panose="02040503050406030204" pitchFamily="18" charset="0"/>
                            <a:cs typeface="Palatino Linotype"/>
                          </a:rPr>
                          <m:t>+1</m:t>
                        </m:r>
                      </m:sub>
                    </m:sSub>
                    <m:r>
                      <a:rPr lang="nn-NO" i="1" spc="623" dirty="0">
                        <a:latin typeface="Cambria Math" panose="02040503050406030204" pitchFamily="18" charset="0"/>
                        <a:cs typeface="Palatino Linotype"/>
                      </a:rPr>
                      <m:t>+</m:t>
                    </m:r>
                    <m:sSub>
                      <m:sSubPr>
                        <m:ctrlPr>
                          <a:rPr lang="en-US" b="0" i="1" spc="32" dirty="0" smtClean="0">
                            <a:latin typeface="Cambria Math" panose="02040503050406030204" pitchFamily="18" charset="0"/>
                            <a:cs typeface="Palatino Linotype"/>
                          </a:rPr>
                        </m:ctrlPr>
                      </m:sSubPr>
                      <m:e>
                        <m:r>
                          <a:rPr lang="en-US" b="0" i="1" spc="32" dirty="0" smtClean="0">
                            <a:latin typeface="Cambria Math" panose="02040503050406030204" pitchFamily="18" charset="0"/>
                            <a:cs typeface="Palatino Linotype"/>
                          </a:rPr>
                          <m:t>𝛾</m:t>
                        </m:r>
                        <m:r>
                          <a:rPr lang="en-US" b="0" i="1" spc="32" dirty="0" smtClean="0">
                            <a:latin typeface="Cambria Math" panose="02040503050406030204" pitchFamily="18" charset="0"/>
                            <a:cs typeface="Palatino Linotype"/>
                          </a:rPr>
                          <m:t>𝑟</m:t>
                        </m:r>
                      </m:e>
                      <m:sub>
                        <m:r>
                          <a:rPr lang="en-US" b="0" i="1" spc="32" dirty="0" smtClean="0">
                            <a:latin typeface="Cambria Math" panose="02040503050406030204" pitchFamily="18" charset="0"/>
                            <a:cs typeface="Palatino Linotype"/>
                          </a:rPr>
                          <m:t>𝑡</m:t>
                        </m:r>
                        <m:r>
                          <a:rPr lang="en-US" b="0" i="1" spc="32" dirty="0" smtClean="0">
                            <a:latin typeface="Cambria Math" panose="02040503050406030204" pitchFamily="18" charset="0"/>
                            <a:cs typeface="Palatino Linotype"/>
                          </a:rPr>
                          <m:t>+2</m:t>
                        </m:r>
                      </m:sub>
                    </m:sSub>
                    <m:r>
                      <a:rPr lang="nn-NO" i="1" spc="623" dirty="0">
                        <a:latin typeface="Cambria Math" panose="02040503050406030204" pitchFamily="18" charset="0"/>
                        <a:cs typeface="Palatino Linotype"/>
                      </a:rPr>
                      <m:t>+</m:t>
                    </m:r>
                    <m:sSup>
                      <m:sSupPr>
                        <m:ctrlPr>
                          <a:rPr lang="en-US" b="0" i="1" spc="-85" dirty="0" smtClean="0">
                            <a:latin typeface="Cambria Math" panose="02040503050406030204" pitchFamily="18" charset="0"/>
                            <a:cs typeface="Palatino Linotype"/>
                          </a:rPr>
                        </m:ctrlPr>
                      </m:sSupPr>
                      <m:e>
                        <m:r>
                          <a:rPr lang="en-US" b="0" i="1" spc="-85" dirty="0" smtClean="0">
                            <a:latin typeface="Cambria Math" panose="02040503050406030204" pitchFamily="18" charset="0"/>
                            <a:cs typeface="Palatino Linotype"/>
                          </a:rPr>
                          <m:t>𝛾</m:t>
                        </m:r>
                      </m:e>
                      <m:sup>
                        <m:r>
                          <a:rPr lang="en-US" b="0" i="1" spc="-85" dirty="0" smtClean="0">
                            <a:latin typeface="Cambria Math" panose="02040503050406030204" pitchFamily="18" charset="0"/>
                            <a:cs typeface="Palatino Linotype"/>
                          </a:rPr>
                          <m:t>2</m:t>
                        </m:r>
                      </m:sup>
                    </m:sSup>
                    <m:sSub>
                      <m:sSubPr>
                        <m:ctrlPr>
                          <a:rPr lang="en-US" b="0" i="1" spc="-85" dirty="0" smtClean="0">
                            <a:latin typeface="Cambria Math" panose="02040503050406030204" pitchFamily="18" charset="0"/>
                            <a:cs typeface="Palatino Linotype"/>
                          </a:rPr>
                        </m:ctrlPr>
                      </m:sSubPr>
                      <m:e>
                        <m:r>
                          <a:rPr lang="en-US" b="0" i="1" spc="-85" dirty="0" smtClean="0">
                            <a:latin typeface="Cambria Math" panose="02040503050406030204" pitchFamily="18" charset="0"/>
                            <a:cs typeface="Palatino Linotype"/>
                          </a:rPr>
                          <m:t>𝑟</m:t>
                        </m:r>
                      </m:e>
                      <m:sub>
                        <m:r>
                          <a:rPr lang="en-US" b="0" i="1" spc="-85" dirty="0" smtClean="0">
                            <a:latin typeface="Cambria Math" panose="02040503050406030204" pitchFamily="18" charset="0"/>
                            <a:cs typeface="Palatino Linotype"/>
                          </a:rPr>
                          <m:t>𝑡</m:t>
                        </m:r>
                        <m:r>
                          <a:rPr lang="en-US" b="0" i="1" spc="-85" dirty="0" smtClean="0">
                            <a:latin typeface="Cambria Math" panose="02040503050406030204" pitchFamily="18" charset="0"/>
                            <a:cs typeface="Palatino Linotype"/>
                          </a:rPr>
                          <m:t>+3</m:t>
                        </m:r>
                      </m:sub>
                    </m:sSub>
                    <m:r>
                      <a:rPr lang="en-US" b="0" i="1" spc="-85" dirty="0" smtClean="0">
                        <a:latin typeface="Cambria Math" panose="02040503050406030204" pitchFamily="18" charset="0"/>
                        <a:cs typeface="Palatino Linotype"/>
                      </a:rPr>
                      <m:t>+ ⋅ ⋅ ⋅ =</m:t>
                    </m:r>
                    <m:sSub>
                      <m:sSubPr>
                        <m:ctrlPr>
                          <a:rPr lang="en-US" b="0" i="1" spc="32" dirty="0" smtClean="0">
                            <a:latin typeface="Cambria Math" panose="02040503050406030204" pitchFamily="18" charset="0"/>
                            <a:cs typeface="Palatino Linotype"/>
                          </a:rPr>
                        </m:ctrlPr>
                      </m:sSubPr>
                      <m:e>
                        <m:r>
                          <a:rPr lang="en-US" b="0" i="1" spc="32" dirty="0" smtClean="0">
                            <a:latin typeface="Cambria Math" panose="02040503050406030204" pitchFamily="18" charset="0"/>
                            <a:cs typeface="Palatino Linotype"/>
                          </a:rPr>
                          <m:t>𝑟</m:t>
                        </m:r>
                      </m:e>
                      <m:sub>
                        <m:r>
                          <a:rPr lang="en-US" b="0" i="1" spc="32" dirty="0" smtClean="0">
                            <a:latin typeface="Cambria Math" panose="02040503050406030204" pitchFamily="18" charset="0"/>
                            <a:cs typeface="Palatino Linotype"/>
                          </a:rPr>
                          <m:t>𝑡</m:t>
                        </m:r>
                        <m:r>
                          <a:rPr lang="en-US" b="0" i="1" spc="32" dirty="0" smtClean="0">
                            <a:latin typeface="Cambria Math" panose="02040503050406030204" pitchFamily="18" charset="0"/>
                            <a:cs typeface="Palatino Linotype"/>
                          </a:rPr>
                          <m:t>+1</m:t>
                        </m:r>
                      </m:sub>
                    </m:sSub>
                    <m:r>
                      <a:rPr lang="nn-NO" i="1" spc="623" dirty="0">
                        <a:latin typeface="Cambria Math" panose="02040503050406030204" pitchFamily="18" charset="0"/>
                        <a:cs typeface="Palatino Linotype"/>
                      </a:rPr>
                      <m:t>+</m:t>
                    </m:r>
                    <m:sSub>
                      <m:sSubPr>
                        <m:ctrlPr>
                          <a:rPr lang="en-US" b="0" i="1" spc="32" dirty="0" smtClean="0">
                            <a:latin typeface="Cambria Math" panose="02040503050406030204" pitchFamily="18" charset="0"/>
                            <a:cs typeface="Palatino Linotype"/>
                          </a:rPr>
                        </m:ctrlPr>
                      </m:sSubPr>
                      <m:e>
                        <m:r>
                          <a:rPr lang="en-US" b="0" i="1" spc="32" dirty="0" smtClean="0">
                            <a:latin typeface="Cambria Math" panose="02040503050406030204" pitchFamily="18" charset="0"/>
                            <a:cs typeface="Palatino Linotype"/>
                          </a:rPr>
                          <m:t>𝛾</m:t>
                        </m:r>
                        <m:r>
                          <a:rPr lang="en-US" b="0" i="1" spc="32" dirty="0" smtClean="0">
                            <a:latin typeface="Cambria Math" panose="02040503050406030204" pitchFamily="18" charset="0"/>
                            <a:cs typeface="Palatino Linotype"/>
                          </a:rPr>
                          <m:t>(</m:t>
                        </m:r>
                        <m:r>
                          <a:rPr lang="en-US" b="0" i="1" spc="32" dirty="0" smtClean="0">
                            <a:latin typeface="Cambria Math" panose="02040503050406030204" pitchFamily="18" charset="0"/>
                            <a:cs typeface="Palatino Linotype"/>
                          </a:rPr>
                          <m:t>𝑟</m:t>
                        </m:r>
                      </m:e>
                      <m:sub>
                        <m:r>
                          <a:rPr lang="en-US" b="0" i="1" spc="32" dirty="0" smtClean="0">
                            <a:latin typeface="Cambria Math" panose="02040503050406030204" pitchFamily="18" charset="0"/>
                            <a:cs typeface="Palatino Linotype"/>
                          </a:rPr>
                          <m:t>𝑡</m:t>
                        </m:r>
                        <m:r>
                          <a:rPr lang="en-US" b="0" i="1" spc="32" dirty="0" smtClean="0">
                            <a:latin typeface="Cambria Math" panose="02040503050406030204" pitchFamily="18" charset="0"/>
                            <a:cs typeface="Palatino Linotype"/>
                          </a:rPr>
                          <m:t>+2</m:t>
                        </m:r>
                      </m:sub>
                    </m:sSub>
                    <m:r>
                      <a:rPr lang="nn-NO" i="1" spc="623" dirty="0">
                        <a:latin typeface="Cambria Math" panose="02040503050406030204" pitchFamily="18" charset="0"/>
                        <a:cs typeface="Palatino Linotype"/>
                      </a:rPr>
                      <m:t>+</m:t>
                    </m:r>
                    <m:r>
                      <a:rPr lang="en-US" b="0" i="1" spc="-85" dirty="0" smtClean="0">
                        <a:latin typeface="Cambria Math" panose="02040503050406030204" pitchFamily="18" charset="0"/>
                        <a:cs typeface="Palatino Linotype"/>
                      </a:rPr>
                      <m:t>𝛾</m:t>
                    </m:r>
                    <m:sSub>
                      <m:sSubPr>
                        <m:ctrlPr>
                          <a:rPr lang="en-US" b="0" i="1" spc="-85" dirty="0" smtClean="0">
                            <a:latin typeface="Cambria Math" panose="02040503050406030204" pitchFamily="18" charset="0"/>
                            <a:cs typeface="Palatino Linotype"/>
                          </a:rPr>
                        </m:ctrlPr>
                      </m:sSubPr>
                      <m:e>
                        <m:r>
                          <a:rPr lang="en-US" b="0" i="1" spc="-85" dirty="0" smtClean="0">
                            <a:latin typeface="Cambria Math" panose="02040503050406030204" pitchFamily="18" charset="0"/>
                            <a:cs typeface="Palatino Linotype"/>
                          </a:rPr>
                          <m:t>𝑟</m:t>
                        </m:r>
                      </m:e>
                      <m:sub>
                        <m:r>
                          <a:rPr lang="en-US" b="0" i="1" spc="-85" dirty="0" smtClean="0">
                            <a:latin typeface="Cambria Math" panose="02040503050406030204" pitchFamily="18" charset="0"/>
                            <a:cs typeface="Palatino Linotype"/>
                          </a:rPr>
                          <m:t>𝑡</m:t>
                        </m:r>
                        <m:r>
                          <a:rPr lang="en-US" b="0" i="1" spc="-85" dirty="0" smtClean="0">
                            <a:latin typeface="Cambria Math" panose="02040503050406030204" pitchFamily="18" charset="0"/>
                            <a:cs typeface="Palatino Linotype"/>
                          </a:rPr>
                          <m:t>+3</m:t>
                        </m:r>
                      </m:sub>
                    </m:sSub>
                    <m:r>
                      <a:rPr lang="en-US" b="0" i="1" spc="-85" dirty="0" smtClean="0">
                        <a:latin typeface="Cambria Math" panose="02040503050406030204" pitchFamily="18" charset="0"/>
                        <a:cs typeface="Palatino Linotype"/>
                      </a:rPr>
                      <m:t>+ ⋅ ⋅ ⋅)</m:t>
                    </m:r>
                    <m:r>
                      <a:rPr lang="en-US" b="0" i="0" spc="-85" dirty="0" smtClean="0">
                        <a:latin typeface="Cambria Math" panose="02040503050406030204" pitchFamily="18" charset="0"/>
                        <a:cs typeface="Palatino Linotype"/>
                      </a:rPr>
                      <m:t>=</m:t>
                    </m:r>
                  </m:oMath>
                </a14:m>
                <a:r>
                  <a:rPr lang="en-US" b="0" spc="32" dirty="0">
                    <a:cs typeface="Palatino Linotype"/>
                  </a:rPr>
                  <a:t> </a:t>
                </a:r>
                <a14:m>
                  <m:oMath xmlns:m="http://schemas.openxmlformats.org/officeDocument/2006/math">
                    <m:sSub>
                      <m:sSubPr>
                        <m:ctrlPr>
                          <a:rPr lang="en-US" b="0" i="1" spc="32" dirty="0" smtClean="0">
                            <a:latin typeface="Cambria Math" panose="02040503050406030204" pitchFamily="18" charset="0"/>
                            <a:cs typeface="Palatino Linotype"/>
                          </a:rPr>
                        </m:ctrlPr>
                      </m:sSubPr>
                      <m:e>
                        <m:r>
                          <a:rPr lang="en-US" b="0" i="1" spc="32" dirty="0" smtClean="0">
                            <a:latin typeface="Cambria Math" panose="02040503050406030204" pitchFamily="18" charset="0"/>
                            <a:cs typeface="Palatino Linotype"/>
                          </a:rPr>
                          <m:t>𝑟</m:t>
                        </m:r>
                      </m:e>
                      <m:sub>
                        <m:r>
                          <a:rPr lang="en-US" b="0" i="1" spc="32" dirty="0" smtClean="0">
                            <a:latin typeface="Cambria Math" panose="02040503050406030204" pitchFamily="18" charset="0"/>
                            <a:cs typeface="Palatino Linotype"/>
                          </a:rPr>
                          <m:t>𝑡</m:t>
                        </m:r>
                        <m:r>
                          <a:rPr lang="en-US" b="0" i="1" spc="32" dirty="0" smtClean="0">
                            <a:latin typeface="Cambria Math" panose="02040503050406030204" pitchFamily="18" charset="0"/>
                            <a:cs typeface="Palatino Linotype"/>
                          </a:rPr>
                          <m:t>+1</m:t>
                        </m:r>
                      </m:sub>
                    </m:sSub>
                    <m:r>
                      <a:rPr lang="en-US" b="0" i="1" spc="32" dirty="0" smtClean="0">
                        <a:latin typeface="Cambria Math" panose="02040503050406030204" pitchFamily="18" charset="0"/>
                        <a:cs typeface="Palatino Linotype"/>
                      </a:rPr>
                      <m:t>+</m:t>
                    </m:r>
                    <m:r>
                      <a:rPr lang="en-US" b="0" i="1" spc="32" dirty="0" smtClean="0">
                        <a:latin typeface="Cambria Math" panose="02040503050406030204" pitchFamily="18" charset="0"/>
                        <a:cs typeface="Palatino Linotype"/>
                      </a:rPr>
                      <m:t>𝛾</m:t>
                    </m:r>
                    <m:sSub>
                      <m:sSubPr>
                        <m:ctrlPr>
                          <a:rPr lang="en-US" b="0" i="1" spc="32" dirty="0" smtClean="0">
                            <a:latin typeface="Cambria Math" panose="02040503050406030204" pitchFamily="18" charset="0"/>
                            <a:cs typeface="Palatino Linotype"/>
                          </a:rPr>
                        </m:ctrlPr>
                      </m:sSubPr>
                      <m:e>
                        <m:r>
                          <a:rPr lang="en-US" b="0" i="1" spc="32" dirty="0" smtClean="0">
                            <a:latin typeface="Cambria Math" panose="02040503050406030204" pitchFamily="18" charset="0"/>
                            <a:cs typeface="Palatino Linotype"/>
                          </a:rPr>
                          <m:t>𝑔</m:t>
                        </m:r>
                      </m:e>
                      <m:sub>
                        <m:r>
                          <a:rPr lang="en-US" b="0" i="1" spc="32" dirty="0" smtClean="0">
                            <a:latin typeface="Cambria Math" panose="02040503050406030204" pitchFamily="18" charset="0"/>
                            <a:cs typeface="Palatino Linotype"/>
                          </a:rPr>
                          <m:t>𝑡</m:t>
                        </m:r>
                        <m:r>
                          <a:rPr lang="en-US" b="0" i="1" spc="32" dirty="0" smtClean="0">
                            <a:latin typeface="Cambria Math" panose="02040503050406030204" pitchFamily="18" charset="0"/>
                            <a:cs typeface="Palatino Linotype"/>
                          </a:rPr>
                          <m:t>+1</m:t>
                        </m:r>
                      </m:sub>
                    </m:sSub>
                  </m:oMath>
                </a14:m>
                <a:endParaRPr lang="en-US" b="0" spc="32" dirty="0">
                  <a:cs typeface="Palatino Linotype"/>
                </a:endParaRPr>
              </a:p>
              <a:p>
                <a:pPr marL="457200" lvl="1" indent="0">
                  <a:buNone/>
                </a:pPr>
                <a:endParaRPr lang="en-US" dirty="0"/>
              </a:p>
              <a:p>
                <a:pPr marL="457200" lvl="1" indent="0">
                  <a:buNone/>
                </a:pPr>
                <a:r>
                  <a:rPr lang="en-US" dirty="0"/>
                  <a:t>Here, </a:t>
                </a:r>
                <a14:m>
                  <m:oMath xmlns:m="http://schemas.openxmlformats.org/officeDocument/2006/math">
                    <m:r>
                      <a:rPr lang="en-US" i="1" dirty="0" smtClean="0">
                        <a:latin typeface="Cambria Math" panose="02040503050406030204" pitchFamily="18" charset="0"/>
                      </a:rPr>
                      <m:t>𝛾</m:t>
                    </m:r>
                    <m:r>
                      <a:rPr lang="en-US" b="0" i="1" dirty="0" smtClean="0">
                        <a:latin typeface="Cambria Math" panose="02040503050406030204" pitchFamily="18" charset="0"/>
                      </a:rPr>
                      <m:t>∈</m:t>
                    </m:r>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𝑅</m:t>
                        </m:r>
                        <m:r>
                          <a:rPr lang="en-US" b="0" i="1" dirty="0" smtClean="0">
                            <a:latin typeface="Cambria Math" panose="02040503050406030204" pitchFamily="18" charset="0"/>
                          </a:rPr>
                          <m:t> </m:t>
                        </m:r>
                      </m:e>
                    </m:d>
                    <m:r>
                      <a:rPr lang="en-US" b="0" i="1" dirty="0" smtClean="0">
                        <a:latin typeface="Cambria Math" panose="02040503050406030204" pitchFamily="18" charset="0"/>
                      </a:rPr>
                      <m:t> </m:t>
                    </m:r>
                    <m:r>
                      <a:rPr lang="en-US" i="1" dirty="0" smtClean="0">
                        <a:latin typeface="Cambria Math" panose="02040503050406030204" pitchFamily="18" charset="0"/>
                      </a:rPr>
                      <m:t>0≤</m:t>
                    </m:r>
                    <m:r>
                      <a:rPr lang="en-US" i="1" dirty="0" smtClean="0">
                        <a:latin typeface="Cambria Math" panose="02040503050406030204" pitchFamily="18" charset="0"/>
                      </a:rPr>
                      <m:t>𝛾</m:t>
                    </m:r>
                    <m:r>
                      <a:rPr lang="en-US" i="1" dirty="0" smtClean="0">
                        <a:latin typeface="Cambria Math" panose="02040503050406030204" pitchFamily="18" charset="0"/>
                      </a:rPr>
                      <m:t>≤1} </m:t>
                    </m:r>
                  </m:oMath>
                </a14:m>
                <a:r>
                  <a:rPr lang="en-US" dirty="0"/>
                  <a:t>is the discount rate.</a:t>
                </a:r>
              </a:p>
              <a:p>
                <a:pPr marL="457200" lvl="1" indent="0">
                  <a:buNone/>
                </a:pPr>
                <a:endParaRPr lang="en-US" dirty="0"/>
              </a:p>
              <a:p>
                <a:pPr marL="457200" lvl="1" indent="0">
                  <a:buNone/>
                </a:pPr>
                <a:endParaRPr lang="en-US" dirty="0"/>
              </a:p>
            </p:txBody>
          </p:sp>
        </mc:Choice>
        <mc:Fallback xmlns="">
          <p:sp>
            <p:nvSpPr>
              <p:cNvPr id="3" name="Content Placeholder 2">
                <a:extLst>
                  <a:ext uri="{FF2B5EF4-FFF2-40B4-BE49-F238E27FC236}">
                    <a16:creationId xmlns:a16="http://schemas.microsoft.com/office/drawing/2014/main" id="{B9EB83A3-881B-5095-F5D4-546297FA9AF9}"/>
                  </a:ext>
                </a:extLst>
              </p:cNvPr>
              <p:cNvSpPr>
                <a:spLocks noGrp="1" noRot="1" noChangeAspect="1" noMove="1" noResize="1" noEditPoints="1" noAdjustHandles="1" noChangeArrowheads="1" noChangeShapeType="1" noTextEdit="1"/>
              </p:cNvSpPr>
              <p:nvPr>
                <p:ph idx="1"/>
              </p:nvPr>
            </p:nvSpPr>
            <p:spPr>
              <a:blipFill>
                <a:blip r:embed="rId2"/>
                <a:stretch>
                  <a:fillRect l="-1043" t="-2806" b="-765"/>
                </a:stretch>
              </a:blipFill>
            </p:spPr>
            <p:txBody>
              <a:bodyPr/>
              <a:lstStyle/>
              <a:p>
                <a:r>
                  <a:rPr lang="en-US">
                    <a:noFill/>
                  </a:rPr>
                  <a:t> </a:t>
                </a:r>
              </a:p>
            </p:txBody>
          </p:sp>
        </mc:Fallback>
      </mc:AlternateContent>
    </p:spTree>
    <p:extLst>
      <p:ext uri="{BB962C8B-B14F-4D97-AF65-F5344CB8AC3E}">
        <p14:creationId xmlns:p14="http://schemas.microsoft.com/office/powerpoint/2010/main" val="31640750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6236" rIns="0" bIns="0" rtlCol="0" anchor="ctr">
            <a:spAutoFit/>
          </a:bodyPr>
          <a:lstStyle/>
          <a:p>
            <a:pPr marL="26841">
              <a:lnSpc>
                <a:spcPct val="100000"/>
              </a:lnSpc>
              <a:spcBef>
                <a:spcPts val="285"/>
              </a:spcBef>
            </a:pPr>
            <a:r>
              <a:rPr spc="-63" dirty="0"/>
              <a:t>Discounted</a:t>
            </a:r>
            <a:r>
              <a:rPr spc="-32" dirty="0"/>
              <a:t> </a:t>
            </a:r>
            <a:r>
              <a:rPr spc="-159" dirty="0"/>
              <a:t>rewards</a:t>
            </a:r>
          </a:p>
        </p:txBody>
      </p:sp>
      <mc:AlternateContent xmlns:mc="http://schemas.openxmlformats.org/markup-compatibility/2006" xmlns:a14="http://schemas.microsoft.com/office/drawing/2010/main">
        <mc:Choice Requires="a14">
          <p:sp>
            <p:nvSpPr>
              <p:cNvPr id="24" name="Content Placeholder 23">
                <a:extLst>
                  <a:ext uri="{FF2B5EF4-FFF2-40B4-BE49-F238E27FC236}">
                    <a16:creationId xmlns:a16="http://schemas.microsoft.com/office/drawing/2014/main" id="{DC5EFE10-76A6-DF2B-BE50-3E33F9ACE1EB}"/>
                  </a:ext>
                </a:extLst>
              </p:cNvPr>
              <p:cNvSpPr>
                <a:spLocks noGrp="1"/>
              </p:cNvSpPr>
              <p:nvPr>
                <p:ph idx="1"/>
              </p:nvPr>
            </p:nvSpPr>
            <p:spPr>
              <a:xfrm>
                <a:off x="838200" y="1631398"/>
                <a:ext cx="10515600" cy="4495082"/>
              </a:xfrm>
            </p:spPr>
            <p:txBody>
              <a:bodyPr>
                <a:normAutofit fontScale="55000" lnSpcReduction="20000"/>
              </a:bodyPr>
              <a:lstStyle/>
              <a:p>
                <a:pPr marL="0" indent="0">
                  <a:buNone/>
                </a:pPr>
                <a:r>
                  <a:rPr lang="en-US" b="1" dirty="0"/>
                  <a:t>Numeric viewpoint</a:t>
                </a:r>
              </a:p>
              <a:p>
                <a:r>
                  <a:rPr lang="en-US" dirty="0"/>
                  <a:t>If </a:t>
                </a:r>
                <a14:m>
                  <m:oMath xmlns:m="http://schemas.openxmlformats.org/officeDocument/2006/math">
                    <m:r>
                      <a:rPr lang="en-US" b="0" i="1" dirty="0" smtClean="0">
                        <a:latin typeface="Cambria Math" panose="02040503050406030204" pitchFamily="18" charset="0"/>
                      </a:rPr>
                      <m:t>𝛾</m:t>
                    </m:r>
                    <m:r>
                      <a:rPr lang="en-US" b="0" i="1" dirty="0" smtClean="0">
                        <a:latin typeface="Cambria Math" panose="02040503050406030204" pitchFamily="18" charset="0"/>
                      </a:rPr>
                      <m:t>=1</m:t>
                    </m:r>
                  </m:oMath>
                </a14:m>
                <a:r>
                  <a:rPr lang="en-US" dirty="0"/>
                  <a:t> and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𝑟</m:t>
                        </m:r>
                      </m:e>
                      <m:sub>
                        <m:r>
                          <a:rPr lang="en-US" b="0" i="1" dirty="0" smtClean="0">
                            <a:latin typeface="Cambria Math" panose="02040503050406030204" pitchFamily="18" charset="0"/>
                          </a:rPr>
                          <m:t>𝑡</m:t>
                        </m:r>
                      </m:sub>
                    </m:sSub>
                    <m:r>
                      <a:rPr lang="en-US" i="1" dirty="0" smtClean="0">
                        <a:latin typeface="Cambria Math" panose="02040503050406030204" pitchFamily="18" charset="0"/>
                      </a:rPr>
                      <m:t>&gt;0</m:t>
                    </m:r>
                  </m:oMath>
                </a14:m>
                <a:r>
                  <a:rPr lang="en-US" dirty="0"/>
                  <a:t> for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 → ∞</m:t>
                    </m:r>
                  </m:oMath>
                </a14:m>
                <a:r>
                  <a:rPr lang="en-US" dirty="0"/>
                  <a:t>,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𝑔</m:t>
                        </m:r>
                      </m:e>
                      <m:sub>
                        <m:r>
                          <a:rPr lang="en-US" b="0" i="1" dirty="0" smtClean="0">
                            <a:latin typeface="Cambria Math" panose="02040503050406030204" pitchFamily="18" charset="0"/>
                          </a:rPr>
                          <m:t>𝑡</m:t>
                        </m:r>
                      </m:sub>
                    </m:sSub>
                  </m:oMath>
                </a14:m>
                <a:r>
                  <a:rPr lang="en-US" dirty="0"/>
                  <a:t>  becomes infinite.</a:t>
                </a:r>
              </a:p>
              <a:p>
                <a:r>
                  <a:rPr lang="en-US" dirty="0"/>
                  <a:t>If </a:t>
                </a:r>
                <a14:m>
                  <m:oMath xmlns:m="http://schemas.openxmlformats.org/officeDocument/2006/math">
                    <m:r>
                      <a:rPr lang="en-US" b="0" i="1" dirty="0" smtClean="0">
                        <a:latin typeface="Cambria Math" panose="02040503050406030204" pitchFamily="18" charset="0"/>
                      </a:rPr>
                      <m:t>𝛾</m:t>
                    </m:r>
                    <m:r>
                      <a:rPr lang="en-US" b="0" i="1" dirty="0" smtClean="0">
                        <a:latin typeface="Cambria Math" panose="02040503050406030204" pitchFamily="18" charset="0"/>
                      </a:rPr>
                      <m:t>&lt; 1</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oMath>
                </a14:m>
                <a:r>
                  <a:rPr lang="en-US" dirty="0"/>
                  <a:t> is bounded for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 → ∞</m:t>
                    </m:r>
                  </m:oMath>
                </a14:m>
                <a:r>
                  <a:rPr lang="en-US" dirty="0"/>
                  <a:t>,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𝑔</m:t>
                        </m:r>
                      </m:e>
                      <m:sub>
                        <m:r>
                          <a:rPr lang="en-US" b="0" i="1" dirty="0" smtClean="0">
                            <a:latin typeface="Cambria Math" panose="02040503050406030204" pitchFamily="18" charset="0"/>
                          </a:rPr>
                          <m:t>𝑡</m:t>
                        </m:r>
                      </m:sub>
                    </m:sSub>
                  </m:oMath>
                </a14:m>
                <a:r>
                  <a:rPr lang="en-US" dirty="0"/>
                  <a:t> is bounded.</a:t>
                </a:r>
              </a:p>
              <a:p>
                <a:pPr marL="0" indent="0">
                  <a:buNone/>
                </a:pPr>
                <a:endParaRPr lang="en-US" b="1" dirty="0"/>
              </a:p>
              <a:p>
                <a:pPr marL="0" indent="0">
                  <a:buNone/>
                </a:pPr>
                <a:r>
                  <a:rPr lang="en-US" b="1" dirty="0"/>
                  <a:t>Strategic viewpoint</a:t>
                </a:r>
              </a:p>
              <a:p>
                <a:r>
                  <a:rPr lang="en-US" dirty="0"/>
                  <a:t>If </a:t>
                </a:r>
                <a14:m>
                  <m:oMath xmlns:m="http://schemas.openxmlformats.org/officeDocument/2006/math">
                    <m:r>
                      <a:rPr lang="en-US" i="1" dirty="0" smtClean="0">
                        <a:latin typeface="Cambria Math" panose="02040503050406030204" pitchFamily="18" charset="0"/>
                      </a:rPr>
                      <m:t>𝛾</m:t>
                    </m:r>
                    <m:r>
                      <a:rPr lang="en-US" i="1" dirty="0" smtClean="0">
                        <a:latin typeface="Cambria Math" panose="02040503050406030204" pitchFamily="18" charset="0"/>
                      </a:rPr>
                      <m:t>≈1</m:t>
                    </m:r>
                  </m:oMath>
                </a14:m>
                <a:r>
                  <a:rPr lang="en-US" dirty="0"/>
                  <a:t>: agent is farsighted.</a:t>
                </a:r>
              </a:p>
              <a:p>
                <a:r>
                  <a:rPr lang="en-US" dirty="0"/>
                  <a:t>If </a:t>
                </a:r>
                <a14:m>
                  <m:oMath xmlns:m="http://schemas.openxmlformats.org/officeDocument/2006/math">
                    <m:r>
                      <a:rPr lang="en-US" i="1" dirty="0" smtClean="0">
                        <a:latin typeface="Cambria Math" panose="02040503050406030204" pitchFamily="18" charset="0"/>
                      </a:rPr>
                      <m:t>𝛾</m:t>
                    </m:r>
                    <m:r>
                      <a:rPr lang="en-US" i="1" dirty="0" smtClean="0">
                        <a:latin typeface="Cambria Math" panose="02040503050406030204" pitchFamily="18" charset="0"/>
                      </a:rPr>
                      <m:t>≈0</m:t>
                    </m:r>
                  </m:oMath>
                </a14:m>
                <a:r>
                  <a:rPr lang="en-US" dirty="0"/>
                  <a:t>: agent is shortsighted (only interested in immediate reward).</a:t>
                </a:r>
              </a:p>
              <a:p>
                <a:pPr marL="0" indent="0">
                  <a:buNone/>
                </a:pPr>
                <a:endParaRPr lang="en-US" b="1" dirty="0"/>
              </a:p>
              <a:p>
                <a:pPr marL="0" indent="0">
                  <a:buNone/>
                </a:pPr>
                <a:r>
                  <a:rPr lang="en-US" b="1" dirty="0"/>
                  <a:t>Mathematical viewpoint</a:t>
                </a:r>
              </a:p>
              <a:p>
                <a:r>
                  <a:rPr lang="en-US" dirty="0"/>
                  <a:t>The current return is the discounted future return:</a:t>
                </a:r>
                <a:br>
                  <a:rPr lang="en-US" dirty="0"/>
                </a:br>
                <a:br>
                  <a:rPr lang="en-US" dirty="0"/>
                </a:br>
                <a14:m>
                  <m:oMath xmlns:m="http://schemas.openxmlformats.org/officeDocument/2006/math">
                    <m:sSub>
                      <m:sSubPr>
                        <m:ctrlPr>
                          <a:rPr lang="en-US" b="0" i="1" dirty="0" smtClean="0">
                            <a:latin typeface="Cambria Math" panose="02040503050406030204" pitchFamily="18" charset="0"/>
                            <a:cs typeface="Times New Roman"/>
                          </a:rPr>
                        </m:ctrlPr>
                      </m:sSubPr>
                      <m:e>
                        <m:r>
                          <a:rPr lang="nn-NO" i="1" dirty="0" smtClean="0">
                            <a:latin typeface="Cambria Math" panose="02040503050406030204" pitchFamily="18" charset="0"/>
                            <a:cs typeface="Times New Roman"/>
                          </a:rPr>
                          <m:t>𝑔</m:t>
                        </m:r>
                      </m:e>
                      <m:sub>
                        <m:r>
                          <a:rPr lang="en-US" b="0" i="1" dirty="0" smtClean="0">
                            <a:latin typeface="Cambria Math" panose="02040503050406030204" pitchFamily="18" charset="0"/>
                            <a:cs typeface="Times New Roman"/>
                          </a:rPr>
                          <m:t>𝑡</m:t>
                        </m:r>
                      </m:sub>
                    </m:sSub>
                    <m:r>
                      <a:rPr lang="en-US" b="0" i="1" dirty="0" smtClean="0">
                        <a:latin typeface="Cambria Math" panose="02040503050406030204" pitchFamily="18" charset="0"/>
                        <a:cs typeface="Times New Roman"/>
                      </a:rPr>
                      <m:t>=</m:t>
                    </m:r>
                    <m:sSub>
                      <m:sSubPr>
                        <m:ctrlPr>
                          <a:rPr lang="en-US" b="0" i="1" spc="32" dirty="0" smtClean="0">
                            <a:latin typeface="Cambria Math" panose="02040503050406030204" pitchFamily="18" charset="0"/>
                            <a:cs typeface="Palatino Linotype"/>
                          </a:rPr>
                        </m:ctrlPr>
                      </m:sSubPr>
                      <m:e>
                        <m:r>
                          <a:rPr lang="en-US" b="0" i="1" spc="32" dirty="0" smtClean="0">
                            <a:latin typeface="Cambria Math" panose="02040503050406030204" pitchFamily="18" charset="0"/>
                            <a:cs typeface="Palatino Linotype"/>
                          </a:rPr>
                          <m:t>𝑟</m:t>
                        </m:r>
                      </m:e>
                      <m:sub>
                        <m:r>
                          <a:rPr lang="en-US" b="0" i="1" spc="32" dirty="0" smtClean="0">
                            <a:latin typeface="Cambria Math" panose="02040503050406030204" pitchFamily="18" charset="0"/>
                            <a:cs typeface="Palatino Linotype"/>
                          </a:rPr>
                          <m:t>𝑡</m:t>
                        </m:r>
                        <m:r>
                          <a:rPr lang="en-US" b="0" i="1" spc="32" dirty="0" smtClean="0">
                            <a:latin typeface="Cambria Math" panose="02040503050406030204" pitchFamily="18" charset="0"/>
                            <a:cs typeface="Palatino Linotype"/>
                          </a:rPr>
                          <m:t>+1</m:t>
                        </m:r>
                      </m:sub>
                    </m:sSub>
                    <m:r>
                      <a:rPr lang="nn-NO" i="1" spc="623" dirty="0">
                        <a:latin typeface="Cambria Math" panose="02040503050406030204" pitchFamily="18" charset="0"/>
                        <a:cs typeface="Palatino Linotype"/>
                      </a:rPr>
                      <m:t>+</m:t>
                    </m:r>
                    <m:sSub>
                      <m:sSubPr>
                        <m:ctrlPr>
                          <a:rPr lang="en-US" b="0" i="1" spc="32" dirty="0" smtClean="0">
                            <a:latin typeface="Cambria Math" panose="02040503050406030204" pitchFamily="18" charset="0"/>
                            <a:cs typeface="Palatino Linotype"/>
                          </a:rPr>
                        </m:ctrlPr>
                      </m:sSubPr>
                      <m:e>
                        <m:r>
                          <a:rPr lang="en-US" b="0" i="1" spc="32" dirty="0" smtClean="0">
                            <a:latin typeface="Cambria Math" panose="02040503050406030204" pitchFamily="18" charset="0"/>
                            <a:cs typeface="Palatino Linotype"/>
                          </a:rPr>
                          <m:t>𝛾</m:t>
                        </m:r>
                        <m:r>
                          <a:rPr lang="en-US" b="0" i="1" spc="32" dirty="0" smtClean="0">
                            <a:latin typeface="Cambria Math" panose="02040503050406030204" pitchFamily="18" charset="0"/>
                            <a:cs typeface="Palatino Linotype"/>
                          </a:rPr>
                          <m:t>𝑟</m:t>
                        </m:r>
                      </m:e>
                      <m:sub>
                        <m:r>
                          <a:rPr lang="en-US" b="0" i="1" spc="32" dirty="0" smtClean="0">
                            <a:latin typeface="Cambria Math" panose="02040503050406030204" pitchFamily="18" charset="0"/>
                            <a:cs typeface="Palatino Linotype"/>
                          </a:rPr>
                          <m:t>𝑡</m:t>
                        </m:r>
                        <m:r>
                          <a:rPr lang="en-US" b="0" i="1" spc="32" dirty="0" smtClean="0">
                            <a:latin typeface="Cambria Math" panose="02040503050406030204" pitchFamily="18" charset="0"/>
                            <a:cs typeface="Palatino Linotype"/>
                          </a:rPr>
                          <m:t>+2</m:t>
                        </m:r>
                      </m:sub>
                    </m:sSub>
                    <m:r>
                      <a:rPr lang="nn-NO" i="1" spc="623" dirty="0">
                        <a:latin typeface="Cambria Math" panose="02040503050406030204" pitchFamily="18" charset="0"/>
                        <a:cs typeface="Palatino Linotype"/>
                      </a:rPr>
                      <m:t>+</m:t>
                    </m:r>
                    <m:sSup>
                      <m:sSupPr>
                        <m:ctrlPr>
                          <a:rPr lang="en-US" b="0" i="1" spc="-85" dirty="0" smtClean="0">
                            <a:latin typeface="Cambria Math" panose="02040503050406030204" pitchFamily="18" charset="0"/>
                            <a:cs typeface="Palatino Linotype"/>
                          </a:rPr>
                        </m:ctrlPr>
                      </m:sSupPr>
                      <m:e>
                        <m:r>
                          <a:rPr lang="en-US" b="0" i="1" spc="-85" dirty="0" smtClean="0">
                            <a:latin typeface="Cambria Math" panose="02040503050406030204" pitchFamily="18" charset="0"/>
                            <a:cs typeface="Palatino Linotype"/>
                          </a:rPr>
                          <m:t>𝛾</m:t>
                        </m:r>
                      </m:e>
                      <m:sup>
                        <m:r>
                          <a:rPr lang="en-US" b="0" i="1" spc="-85" dirty="0" smtClean="0">
                            <a:latin typeface="Cambria Math" panose="02040503050406030204" pitchFamily="18" charset="0"/>
                            <a:cs typeface="Palatino Linotype"/>
                          </a:rPr>
                          <m:t>2</m:t>
                        </m:r>
                      </m:sup>
                    </m:sSup>
                    <m:sSub>
                      <m:sSubPr>
                        <m:ctrlPr>
                          <a:rPr lang="en-US" b="0" i="1" spc="-85" dirty="0" smtClean="0">
                            <a:latin typeface="Cambria Math" panose="02040503050406030204" pitchFamily="18" charset="0"/>
                            <a:cs typeface="Palatino Linotype"/>
                          </a:rPr>
                        </m:ctrlPr>
                      </m:sSubPr>
                      <m:e>
                        <m:r>
                          <a:rPr lang="en-US" b="0" i="1" spc="-85" dirty="0" smtClean="0">
                            <a:latin typeface="Cambria Math" panose="02040503050406030204" pitchFamily="18" charset="0"/>
                            <a:cs typeface="Palatino Linotype"/>
                          </a:rPr>
                          <m:t>𝑟</m:t>
                        </m:r>
                      </m:e>
                      <m:sub>
                        <m:r>
                          <a:rPr lang="en-US" b="0" i="1" spc="-85" dirty="0" smtClean="0">
                            <a:latin typeface="Cambria Math" panose="02040503050406030204" pitchFamily="18" charset="0"/>
                            <a:cs typeface="Palatino Linotype"/>
                          </a:rPr>
                          <m:t>𝑡</m:t>
                        </m:r>
                        <m:r>
                          <a:rPr lang="en-US" b="0" i="1" spc="-85" dirty="0" smtClean="0">
                            <a:latin typeface="Cambria Math" panose="02040503050406030204" pitchFamily="18" charset="0"/>
                            <a:cs typeface="Palatino Linotype"/>
                          </a:rPr>
                          <m:t>+3</m:t>
                        </m:r>
                      </m:sub>
                    </m:sSub>
                    <m:r>
                      <a:rPr lang="en-US" b="0" i="1" spc="-85" dirty="0" smtClean="0">
                        <a:latin typeface="Cambria Math" panose="02040503050406030204" pitchFamily="18" charset="0"/>
                        <a:cs typeface="Palatino Linotype"/>
                      </a:rPr>
                      <m:t>+ ⋅ ⋅ ⋅ =</m:t>
                    </m:r>
                    <m:sSub>
                      <m:sSubPr>
                        <m:ctrlPr>
                          <a:rPr lang="en-US" b="0" i="1" spc="32" dirty="0" smtClean="0">
                            <a:latin typeface="Cambria Math" panose="02040503050406030204" pitchFamily="18" charset="0"/>
                            <a:cs typeface="Palatino Linotype"/>
                          </a:rPr>
                        </m:ctrlPr>
                      </m:sSubPr>
                      <m:e>
                        <m:r>
                          <a:rPr lang="en-US" b="0" i="1" spc="32" dirty="0" smtClean="0">
                            <a:latin typeface="Cambria Math" panose="02040503050406030204" pitchFamily="18" charset="0"/>
                            <a:cs typeface="Palatino Linotype"/>
                          </a:rPr>
                          <m:t>𝑟</m:t>
                        </m:r>
                      </m:e>
                      <m:sub>
                        <m:r>
                          <a:rPr lang="en-US" b="0" i="1" spc="32" dirty="0" smtClean="0">
                            <a:latin typeface="Cambria Math" panose="02040503050406030204" pitchFamily="18" charset="0"/>
                            <a:cs typeface="Palatino Linotype"/>
                          </a:rPr>
                          <m:t>𝑡</m:t>
                        </m:r>
                        <m:r>
                          <a:rPr lang="en-US" b="0" i="1" spc="32" dirty="0" smtClean="0">
                            <a:latin typeface="Cambria Math" panose="02040503050406030204" pitchFamily="18" charset="0"/>
                            <a:cs typeface="Palatino Linotype"/>
                          </a:rPr>
                          <m:t>+1</m:t>
                        </m:r>
                      </m:sub>
                    </m:sSub>
                    <m:r>
                      <a:rPr lang="nn-NO" i="1" spc="623" dirty="0">
                        <a:latin typeface="Cambria Math" panose="02040503050406030204" pitchFamily="18" charset="0"/>
                        <a:cs typeface="Palatino Linotype"/>
                      </a:rPr>
                      <m:t>+</m:t>
                    </m:r>
                    <m:sSub>
                      <m:sSubPr>
                        <m:ctrlPr>
                          <a:rPr lang="en-US" b="0" i="1" spc="32" dirty="0" smtClean="0">
                            <a:latin typeface="Cambria Math" panose="02040503050406030204" pitchFamily="18" charset="0"/>
                            <a:cs typeface="Palatino Linotype"/>
                          </a:rPr>
                        </m:ctrlPr>
                      </m:sSubPr>
                      <m:e>
                        <m:r>
                          <a:rPr lang="en-US" b="0" i="1" spc="32" dirty="0" smtClean="0">
                            <a:latin typeface="Cambria Math" panose="02040503050406030204" pitchFamily="18" charset="0"/>
                            <a:cs typeface="Palatino Linotype"/>
                          </a:rPr>
                          <m:t>𝛾</m:t>
                        </m:r>
                        <m:r>
                          <a:rPr lang="en-US" b="0" i="1" spc="32" dirty="0" smtClean="0">
                            <a:latin typeface="Cambria Math" panose="02040503050406030204" pitchFamily="18" charset="0"/>
                            <a:cs typeface="Palatino Linotype"/>
                          </a:rPr>
                          <m:t>(</m:t>
                        </m:r>
                        <m:r>
                          <a:rPr lang="en-US" b="0" i="1" spc="32" dirty="0" smtClean="0">
                            <a:latin typeface="Cambria Math" panose="02040503050406030204" pitchFamily="18" charset="0"/>
                            <a:cs typeface="Palatino Linotype"/>
                          </a:rPr>
                          <m:t>𝑟</m:t>
                        </m:r>
                      </m:e>
                      <m:sub>
                        <m:r>
                          <a:rPr lang="en-US" b="0" i="1" spc="32" dirty="0" smtClean="0">
                            <a:latin typeface="Cambria Math" panose="02040503050406030204" pitchFamily="18" charset="0"/>
                            <a:cs typeface="Palatino Linotype"/>
                          </a:rPr>
                          <m:t>𝑡</m:t>
                        </m:r>
                        <m:r>
                          <a:rPr lang="en-US" b="0" i="1" spc="32" dirty="0" smtClean="0">
                            <a:latin typeface="Cambria Math" panose="02040503050406030204" pitchFamily="18" charset="0"/>
                            <a:cs typeface="Palatino Linotype"/>
                          </a:rPr>
                          <m:t>+2</m:t>
                        </m:r>
                      </m:sub>
                    </m:sSub>
                    <m:r>
                      <a:rPr lang="nn-NO" i="1" spc="623" dirty="0">
                        <a:latin typeface="Cambria Math" panose="02040503050406030204" pitchFamily="18" charset="0"/>
                        <a:cs typeface="Palatino Linotype"/>
                      </a:rPr>
                      <m:t>+</m:t>
                    </m:r>
                    <m:r>
                      <a:rPr lang="en-US" b="0" i="1" spc="-85" dirty="0" smtClean="0">
                        <a:latin typeface="Cambria Math" panose="02040503050406030204" pitchFamily="18" charset="0"/>
                        <a:cs typeface="Palatino Linotype"/>
                      </a:rPr>
                      <m:t>𝛾</m:t>
                    </m:r>
                    <m:sSub>
                      <m:sSubPr>
                        <m:ctrlPr>
                          <a:rPr lang="en-US" b="0" i="1" spc="-85" dirty="0" smtClean="0">
                            <a:latin typeface="Cambria Math" panose="02040503050406030204" pitchFamily="18" charset="0"/>
                            <a:cs typeface="Palatino Linotype"/>
                          </a:rPr>
                        </m:ctrlPr>
                      </m:sSubPr>
                      <m:e>
                        <m:r>
                          <a:rPr lang="en-US" b="0" i="1" spc="-85" dirty="0" smtClean="0">
                            <a:latin typeface="Cambria Math" panose="02040503050406030204" pitchFamily="18" charset="0"/>
                            <a:cs typeface="Palatino Linotype"/>
                          </a:rPr>
                          <m:t>𝑟</m:t>
                        </m:r>
                      </m:e>
                      <m:sub>
                        <m:r>
                          <a:rPr lang="en-US" b="0" i="1" spc="-85" dirty="0" smtClean="0">
                            <a:latin typeface="Cambria Math" panose="02040503050406030204" pitchFamily="18" charset="0"/>
                            <a:cs typeface="Palatino Linotype"/>
                          </a:rPr>
                          <m:t>𝑡</m:t>
                        </m:r>
                        <m:r>
                          <a:rPr lang="en-US" b="0" i="1" spc="-85" dirty="0" smtClean="0">
                            <a:latin typeface="Cambria Math" panose="02040503050406030204" pitchFamily="18" charset="0"/>
                            <a:cs typeface="Palatino Linotype"/>
                          </a:rPr>
                          <m:t>+3</m:t>
                        </m:r>
                      </m:sub>
                    </m:sSub>
                    <m:r>
                      <a:rPr lang="en-US" b="0" i="1" spc="-85" dirty="0" smtClean="0">
                        <a:latin typeface="Cambria Math" panose="02040503050406030204" pitchFamily="18" charset="0"/>
                        <a:cs typeface="Palatino Linotype"/>
                      </a:rPr>
                      <m:t>+ ⋅ ⋅ ⋅)</m:t>
                    </m:r>
                    <m:r>
                      <a:rPr lang="en-US" b="0" i="0" spc="-85" dirty="0" smtClean="0">
                        <a:latin typeface="Cambria Math" panose="02040503050406030204" pitchFamily="18" charset="0"/>
                        <a:cs typeface="Palatino Linotype"/>
                      </a:rPr>
                      <m:t>=</m:t>
                    </m:r>
                  </m:oMath>
                </a14:m>
                <a:r>
                  <a:rPr lang="en-US" b="0" spc="32" dirty="0">
                    <a:cs typeface="Palatino Linotype"/>
                  </a:rPr>
                  <a:t> </a:t>
                </a:r>
                <a14:m>
                  <m:oMath xmlns:m="http://schemas.openxmlformats.org/officeDocument/2006/math">
                    <m:sSub>
                      <m:sSubPr>
                        <m:ctrlPr>
                          <a:rPr lang="en-US" b="0" i="1" spc="32" dirty="0" smtClean="0">
                            <a:latin typeface="Cambria Math" panose="02040503050406030204" pitchFamily="18" charset="0"/>
                            <a:cs typeface="Palatino Linotype"/>
                          </a:rPr>
                        </m:ctrlPr>
                      </m:sSubPr>
                      <m:e>
                        <m:r>
                          <a:rPr lang="en-US" b="0" i="1" spc="32" dirty="0" smtClean="0">
                            <a:latin typeface="Cambria Math" panose="02040503050406030204" pitchFamily="18" charset="0"/>
                            <a:cs typeface="Palatino Linotype"/>
                          </a:rPr>
                          <m:t>𝑟</m:t>
                        </m:r>
                      </m:e>
                      <m:sub>
                        <m:r>
                          <a:rPr lang="en-US" b="0" i="1" spc="32" dirty="0" smtClean="0">
                            <a:latin typeface="Cambria Math" panose="02040503050406030204" pitchFamily="18" charset="0"/>
                            <a:cs typeface="Palatino Linotype"/>
                          </a:rPr>
                          <m:t>𝑡</m:t>
                        </m:r>
                        <m:r>
                          <a:rPr lang="en-US" b="0" i="1" spc="32" dirty="0" smtClean="0">
                            <a:latin typeface="Cambria Math" panose="02040503050406030204" pitchFamily="18" charset="0"/>
                            <a:cs typeface="Palatino Linotype"/>
                          </a:rPr>
                          <m:t>+1</m:t>
                        </m:r>
                      </m:sub>
                    </m:sSub>
                    <m:r>
                      <a:rPr lang="en-US" b="0" i="1" spc="32" dirty="0" smtClean="0">
                        <a:latin typeface="Cambria Math" panose="02040503050406030204" pitchFamily="18" charset="0"/>
                        <a:cs typeface="Palatino Linotype"/>
                      </a:rPr>
                      <m:t>+</m:t>
                    </m:r>
                    <m:r>
                      <a:rPr lang="en-US" b="0" i="1" spc="32" dirty="0" smtClean="0">
                        <a:latin typeface="Cambria Math" panose="02040503050406030204" pitchFamily="18" charset="0"/>
                        <a:cs typeface="Palatino Linotype"/>
                      </a:rPr>
                      <m:t>𝛾</m:t>
                    </m:r>
                    <m:sSub>
                      <m:sSubPr>
                        <m:ctrlPr>
                          <a:rPr lang="en-US" b="0" i="1" spc="32" dirty="0" smtClean="0">
                            <a:latin typeface="Cambria Math" panose="02040503050406030204" pitchFamily="18" charset="0"/>
                            <a:cs typeface="Palatino Linotype"/>
                          </a:rPr>
                        </m:ctrlPr>
                      </m:sSubPr>
                      <m:e>
                        <m:r>
                          <a:rPr lang="en-US" b="0" i="1" spc="32" dirty="0" smtClean="0">
                            <a:latin typeface="Cambria Math" panose="02040503050406030204" pitchFamily="18" charset="0"/>
                            <a:cs typeface="Palatino Linotype"/>
                          </a:rPr>
                          <m:t>𝑔</m:t>
                        </m:r>
                      </m:e>
                      <m:sub>
                        <m:r>
                          <a:rPr lang="en-US" b="0" i="1" spc="32" dirty="0" smtClean="0">
                            <a:latin typeface="Cambria Math" panose="02040503050406030204" pitchFamily="18" charset="0"/>
                            <a:cs typeface="Palatino Linotype"/>
                          </a:rPr>
                          <m:t>𝑡</m:t>
                        </m:r>
                        <m:r>
                          <a:rPr lang="en-US" b="0" i="1" spc="32" dirty="0" smtClean="0">
                            <a:latin typeface="Cambria Math" panose="02040503050406030204" pitchFamily="18" charset="0"/>
                            <a:cs typeface="Palatino Linotype"/>
                          </a:rPr>
                          <m:t>+1</m:t>
                        </m:r>
                      </m:sub>
                    </m:sSub>
                  </m:oMath>
                </a14:m>
                <a:endParaRPr lang="en-US" b="0" spc="32" dirty="0">
                  <a:cs typeface="Palatino Linotype"/>
                </a:endParaRPr>
              </a:p>
              <a:p>
                <a:endParaRPr lang="en-US" dirty="0"/>
              </a:p>
              <a:p>
                <a:r>
                  <a:rPr lang="en-US" dirty="0"/>
                  <a:t>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b="0" i="1" smtClean="0">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 </m:t>
                    </m:r>
                  </m:oMath>
                </a14:m>
                <a:r>
                  <a:rPr lang="en-US" dirty="0"/>
                  <a:t>is a constant and </a:t>
                </a:r>
                <a14:m>
                  <m:oMath xmlns:m="http://schemas.openxmlformats.org/officeDocument/2006/math">
                    <m:r>
                      <a:rPr lang="en-US" i="1" dirty="0">
                        <a:latin typeface="Cambria Math" panose="02040503050406030204" pitchFamily="18" charset="0"/>
                      </a:rPr>
                      <m:t>𝛾</m:t>
                    </m:r>
                    <m:r>
                      <a:rPr lang="en-US" i="1" dirty="0">
                        <a:latin typeface="Cambria Math" panose="02040503050406030204" pitchFamily="18" charset="0"/>
                      </a:rPr>
                      <m:t>&lt; 1</m:t>
                    </m:r>
                  </m:oMath>
                </a14:m>
                <a:r>
                  <a:rPr lang="en-US" dirty="0"/>
                  <a:t> one receives:</a:t>
                </a:r>
                <a:br>
                  <a:rPr lang="en-US" dirty="0"/>
                </a:br>
                <a:br>
                  <a:rPr lang="en-US"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𝑡</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=0</m:t>
                        </m:r>
                      </m:sub>
                      <m:sup>
                        <m:r>
                          <a:rPr lang="en-US" b="0" i="1" smtClean="0">
                            <a:latin typeface="Cambria Math" panose="02040503050406030204" pitchFamily="18" charset="0"/>
                          </a:rPr>
                          <m:t>∞</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𝛾</m:t>
                            </m:r>
                          </m:e>
                          <m:sup>
                            <m:r>
                              <a:rPr lang="en-US" b="0" i="1" smtClean="0">
                                <a:latin typeface="Cambria Math" panose="02040503050406030204" pitchFamily="18" charset="0"/>
                              </a:rPr>
                              <m:t>𝑖</m:t>
                            </m:r>
                          </m:sup>
                        </m:sSup>
                        <m:r>
                          <a:rPr lang="en-US" b="0" i="1" smtClean="0">
                            <a:latin typeface="Cambria Math" panose="02040503050406030204" pitchFamily="18" charset="0"/>
                          </a:rPr>
                          <m:t>𝑟</m:t>
                        </m:r>
                      </m:e>
                    </m:nary>
                    <m:r>
                      <a:rPr lang="en-US" b="0" i="1" smtClean="0">
                        <a:latin typeface="Cambria Math" panose="02040503050406030204" pitchFamily="18" charset="0"/>
                      </a:rPr>
                      <m:t>=</m:t>
                    </m:r>
                    <m:r>
                      <a:rPr lang="en-US" b="0" i="1" smtClean="0">
                        <a:latin typeface="Cambria Math" panose="02040503050406030204" pitchFamily="18" charset="0"/>
                      </a:rPr>
                      <m:t>𝑟</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=0</m:t>
                        </m:r>
                      </m:sub>
                      <m:sup>
                        <m:r>
                          <a:rPr lang="en-US" b="0" i="1" smtClean="0">
                            <a:latin typeface="Cambria Math" panose="02040503050406030204" pitchFamily="18" charset="0"/>
                          </a:rPr>
                          <m:t>∞</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𝛾</m:t>
                            </m:r>
                          </m:e>
                          <m:sup>
                            <m:r>
                              <a:rPr lang="en-US" b="0" i="1" smtClean="0">
                                <a:latin typeface="Cambria Math" panose="02040503050406030204" pitchFamily="18" charset="0"/>
                              </a:rPr>
                              <m:t>𝑖</m:t>
                            </m:r>
                          </m:sup>
                        </m:sSup>
                      </m:e>
                    </m:nary>
                    <m:r>
                      <a:rPr lang="en-US" b="0" i="1" smtClean="0">
                        <a:latin typeface="Cambria Math" panose="02040503050406030204" pitchFamily="18" charset="0"/>
                      </a:rPr>
                      <m:t>=</m:t>
                    </m:r>
                    <m:r>
                      <a:rPr lang="en-US" b="0" i="1" smtClean="0">
                        <a:latin typeface="Cambria Math" panose="02040503050406030204" pitchFamily="18" charset="0"/>
                      </a:rPr>
                      <m:t>𝑟</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𝛾</m:t>
                        </m:r>
                      </m:den>
                    </m:f>
                  </m:oMath>
                </a14:m>
                <a:endParaRPr lang="en-US" dirty="0"/>
              </a:p>
              <a:p>
                <a:pPr marL="0" indent="0">
                  <a:buNone/>
                </a:pPr>
                <a:endParaRPr lang="en-US" dirty="0"/>
              </a:p>
            </p:txBody>
          </p:sp>
        </mc:Choice>
        <mc:Fallback xmlns="">
          <p:sp>
            <p:nvSpPr>
              <p:cNvPr id="24" name="Content Placeholder 23">
                <a:extLst>
                  <a:ext uri="{FF2B5EF4-FFF2-40B4-BE49-F238E27FC236}">
                    <a16:creationId xmlns:a16="http://schemas.microsoft.com/office/drawing/2014/main" id="{DC5EFE10-76A6-DF2B-BE50-3E33F9ACE1EB}"/>
                  </a:ext>
                </a:extLst>
              </p:cNvPr>
              <p:cNvSpPr>
                <a:spLocks noGrp="1" noRot="1" noChangeAspect="1" noMove="1" noResize="1" noEditPoints="1" noAdjustHandles="1" noChangeArrowheads="1" noChangeShapeType="1" noTextEdit="1"/>
              </p:cNvSpPr>
              <p:nvPr>
                <p:ph idx="1"/>
              </p:nvPr>
            </p:nvSpPr>
            <p:spPr>
              <a:xfrm>
                <a:off x="838200" y="1631398"/>
                <a:ext cx="10515600" cy="4495082"/>
              </a:xfrm>
              <a:blipFill>
                <a:blip r:embed="rId2"/>
                <a:stretch>
                  <a:fillRect l="-232" t="-1493" b="-218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4743A2B-DA4F-20F9-06CE-B33396E5A832}"/>
                  </a:ext>
                </a:extLst>
              </p:cNvPr>
              <p:cNvSpPr txBox="1"/>
              <p:nvPr/>
            </p:nvSpPr>
            <p:spPr>
              <a:xfrm>
                <a:off x="2878183" y="1139797"/>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Times New Roman"/>
                            </a:rPr>
                          </m:ctrlPr>
                        </m:sSubPr>
                        <m:e>
                          <m:r>
                            <a:rPr lang="nn-NO" i="1" dirty="0" smtClean="0">
                              <a:latin typeface="Cambria Math" panose="02040503050406030204" pitchFamily="18" charset="0"/>
                              <a:cs typeface="Times New Roman"/>
                            </a:rPr>
                            <m:t>𝑔</m:t>
                          </m:r>
                        </m:e>
                        <m:sub>
                          <m:r>
                            <a:rPr lang="en-US" b="0" i="1" dirty="0" smtClean="0">
                              <a:latin typeface="Cambria Math" panose="02040503050406030204" pitchFamily="18" charset="0"/>
                              <a:cs typeface="Times New Roman"/>
                            </a:rPr>
                            <m:t>𝑡</m:t>
                          </m:r>
                        </m:sub>
                      </m:sSub>
                      <m:r>
                        <a:rPr lang="en-US" b="0" i="1" dirty="0" smtClean="0">
                          <a:latin typeface="Cambria Math" panose="02040503050406030204" pitchFamily="18" charset="0"/>
                          <a:cs typeface="Times New Roman"/>
                        </a:rPr>
                        <m:t>=</m:t>
                      </m:r>
                      <m:sSub>
                        <m:sSubPr>
                          <m:ctrlPr>
                            <a:rPr lang="en-US" b="0" i="1" spc="32" dirty="0" smtClean="0">
                              <a:latin typeface="Cambria Math" panose="02040503050406030204" pitchFamily="18" charset="0"/>
                              <a:cs typeface="Palatino Linotype"/>
                            </a:rPr>
                          </m:ctrlPr>
                        </m:sSubPr>
                        <m:e>
                          <m:r>
                            <a:rPr lang="en-US" b="0" i="1" spc="32" dirty="0" smtClean="0">
                              <a:latin typeface="Cambria Math" panose="02040503050406030204" pitchFamily="18" charset="0"/>
                              <a:cs typeface="Palatino Linotype"/>
                            </a:rPr>
                            <m:t>𝑟</m:t>
                          </m:r>
                        </m:e>
                        <m:sub>
                          <m:r>
                            <a:rPr lang="en-US" b="0" i="1" spc="32" dirty="0" smtClean="0">
                              <a:latin typeface="Cambria Math" panose="02040503050406030204" pitchFamily="18" charset="0"/>
                              <a:cs typeface="Palatino Linotype"/>
                            </a:rPr>
                            <m:t>𝑡</m:t>
                          </m:r>
                          <m:r>
                            <a:rPr lang="en-US" b="0" i="1" spc="32" dirty="0" smtClean="0">
                              <a:latin typeface="Cambria Math" panose="02040503050406030204" pitchFamily="18" charset="0"/>
                              <a:cs typeface="Palatino Linotype"/>
                            </a:rPr>
                            <m:t>+1</m:t>
                          </m:r>
                        </m:sub>
                      </m:sSub>
                      <m:r>
                        <a:rPr lang="nn-NO" i="1" spc="623" dirty="0">
                          <a:latin typeface="Cambria Math" panose="02040503050406030204" pitchFamily="18" charset="0"/>
                          <a:cs typeface="Palatino Linotype"/>
                        </a:rPr>
                        <m:t>+</m:t>
                      </m:r>
                      <m:sSub>
                        <m:sSubPr>
                          <m:ctrlPr>
                            <a:rPr lang="en-US" b="0" i="1" spc="32" dirty="0" smtClean="0">
                              <a:latin typeface="Cambria Math" panose="02040503050406030204" pitchFamily="18" charset="0"/>
                              <a:cs typeface="Palatino Linotype"/>
                            </a:rPr>
                          </m:ctrlPr>
                        </m:sSubPr>
                        <m:e>
                          <m:r>
                            <a:rPr lang="en-US" b="0" i="1" spc="32" dirty="0" smtClean="0">
                              <a:latin typeface="Cambria Math" panose="02040503050406030204" pitchFamily="18" charset="0"/>
                              <a:cs typeface="Palatino Linotype"/>
                            </a:rPr>
                            <m:t>𝛾</m:t>
                          </m:r>
                          <m:r>
                            <a:rPr lang="en-US" b="0" i="1" spc="32" dirty="0" smtClean="0">
                              <a:latin typeface="Cambria Math" panose="02040503050406030204" pitchFamily="18" charset="0"/>
                              <a:cs typeface="Palatino Linotype"/>
                            </a:rPr>
                            <m:t>𝑟</m:t>
                          </m:r>
                        </m:e>
                        <m:sub>
                          <m:r>
                            <a:rPr lang="en-US" b="0" i="1" spc="32" dirty="0" smtClean="0">
                              <a:latin typeface="Cambria Math" panose="02040503050406030204" pitchFamily="18" charset="0"/>
                              <a:cs typeface="Palatino Linotype"/>
                            </a:rPr>
                            <m:t>𝑡</m:t>
                          </m:r>
                          <m:r>
                            <a:rPr lang="en-US" b="0" i="1" spc="32" dirty="0" smtClean="0">
                              <a:latin typeface="Cambria Math" panose="02040503050406030204" pitchFamily="18" charset="0"/>
                              <a:cs typeface="Palatino Linotype"/>
                            </a:rPr>
                            <m:t>+2</m:t>
                          </m:r>
                        </m:sub>
                      </m:sSub>
                      <m:r>
                        <a:rPr lang="nn-NO" i="1" spc="623" dirty="0">
                          <a:latin typeface="Cambria Math" panose="02040503050406030204" pitchFamily="18" charset="0"/>
                          <a:cs typeface="Palatino Linotype"/>
                        </a:rPr>
                        <m:t>+</m:t>
                      </m:r>
                      <m:sSup>
                        <m:sSupPr>
                          <m:ctrlPr>
                            <a:rPr lang="en-US" b="0" i="1" spc="-85" dirty="0" smtClean="0">
                              <a:latin typeface="Cambria Math" panose="02040503050406030204" pitchFamily="18" charset="0"/>
                              <a:cs typeface="Palatino Linotype"/>
                            </a:rPr>
                          </m:ctrlPr>
                        </m:sSupPr>
                        <m:e>
                          <m:r>
                            <a:rPr lang="en-US" b="0" i="1" spc="-85" dirty="0" smtClean="0">
                              <a:latin typeface="Cambria Math" panose="02040503050406030204" pitchFamily="18" charset="0"/>
                              <a:cs typeface="Palatino Linotype"/>
                            </a:rPr>
                            <m:t>𝛾</m:t>
                          </m:r>
                        </m:e>
                        <m:sup>
                          <m:r>
                            <a:rPr lang="en-US" b="0" i="1" spc="-85" dirty="0" smtClean="0">
                              <a:latin typeface="Cambria Math" panose="02040503050406030204" pitchFamily="18" charset="0"/>
                              <a:cs typeface="Palatino Linotype"/>
                            </a:rPr>
                            <m:t>2</m:t>
                          </m:r>
                        </m:sup>
                      </m:sSup>
                      <m:sSub>
                        <m:sSubPr>
                          <m:ctrlPr>
                            <a:rPr lang="en-US" b="0" i="1" spc="-85" dirty="0" smtClean="0">
                              <a:latin typeface="Cambria Math" panose="02040503050406030204" pitchFamily="18" charset="0"/>
                              <a:cs typeface="Palatino Linotype"/>
                            </a:rPr>
                          </m:ctrlPr>
                        </m:sSubPr>
                        <m:e>
                          <m:r>
                            <a:rPr lang="en-US" b="0" i="1" spc="-85" dirty="0" smtClean="0">
                              <a:latin typeface="Cambria Math" panose="02040503050406030204" pitchFamily="18" charset="0"/>
                              <a:cs typeface="Palatino Linotype"/>
                            </a:rPr>
                            <m:t>𝑟</m:t>
                          </m:r>
                        </m:e>
                        <m:sub>
                          <m:r>
                            <a:rPr lang="en-US" b="0" i="1" spc="-85" dirty="0" smtClean="0">
                              <a:latin typeface="Cambria Math" panose="02040503050406030204" pitchFamily="18" charset="0"/>
                              <a:cs typeface="Palatino Linotype"/>
                            </a:rPr>
                            <m:t>𝑡</m:t>
                          </m:r>
                          <m:r>
                            <a:rPr lang="en-US" b="0" i="1" spc="-85" dirty="0" smtClean="0">
                              <a:latin typeface="Cambria Math" panose="02040503050406030204" pitchFamily="18" charset="0"/>
                              <a:cs typeface="Palatino Linotype"/>
                            </a:rPr>
                            <m:t>+3</m:t>
                          </m:r>
                        </m:sub>
                      </m:sSub>
                      <m:r>
                        <a:rPr lang="en-US" b="0" i="1" spc="-85" dirty="0" smtClean="0">
                          <a:latin typeface="Cambria Math" panose="02040503050406030204" pitchFamily="18" charset="0"/>
                          <a:cs typeface="Palatino Linotype"/>
                        </a:rPr>
                        <m:t>+ ⋅ ⋅ ⋅</m:t>
                      </m:r>
                    </m:oMath>
                  </m:oMathPara>
                </a14:m>
                <a:endParaRPr lang="en-US" dirty="0"/>
              </a:p>
            </p:txBody>
          </p:sp>
        </mc:Choice>
        <mc:Fallback xmlns="">
          <p:sp>
            <p:nvSpPr>
              <p:cNvPr id="26" name="TextBox 25">
                <a:extLst>
                  <a:ext uri="{FF2B5EF4-FFF2-40B4-BE49-F238E27FC236}">
                    <a16:creationId xmlns:a16="http://schemas.microsoft.com/office/drawing/2014/main" id="{24743A2B-DA4F-20F9-06CE-B33396E5A832}"/>
                  </a:ext>
                </a:extLst>
              </p:cNvPr>
              <p:cNvSpPr txBox="1">
                <a:spLocks noRot="1" noChangeAspect="1" noMove="1" noResize="1" noEditPoints="1" noAdjustHandles="1" noChangeArrowheads="1" noChangeShapeType="1" noTextEdit="1"/>
              </p:cNvSpPr>
              <p:nvPr/>
            </p:nvSpPr>
            <p:spPr>
              <a:xfrm>
                <a:off x="2878183" y="1139797"/>
                <a:ext cx="6096000" cy="369332"/>
              </a:xfrm>
              <a:prstGeom prst="rect">
                <a:avLst/>
              </a:prstGeom>
              <a:blipFill>
                <a:blip r:embed="rId3"/>
                <a:stretch>
                  <a:fillRect b="-4918"/>
                </a:stretch>
              </a:blipFill>
            </p:spPr>
            <p:txBody>
              <a:bodyPr/>
              <a:lstStyle/>
              <a:p>
                <a:r>
                  <a:rPr lang="en-US">
                    <a:noFill/>
                  </a:rPr>
                  <a:t> </a:t>
                </a:r>
              </a:p>
            </p:txBody>
          </p:sp>
        </mc:Fallback>
      </mc:AlternateContent>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17D7F-115A-C11C-D460-5CF86C18BF8D}"/>
              </a:ext>
            </a:extLst>
          </p:cNvPr>
          <p:cNvSpPr>
            <a:spLocks noGrp="1"/>
          </p:cNvSpPr>
          <p:nvPr>
            <p:ph type="title"/>
          </p:nvPr>
        </p:nvSpPr>
        <p:spPr/>
        <p:txBody>
          <a:bodyPr>
            <a:normAutofit/>
          </a:bodyPr>
          <a:lstStyle/>
          <a:p>
            <a:r>
              <a:rPr lang="en-US" dirty="0"/>
              <a:t>State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ED80DF-4AAD-FFBE-989F-30F1C7CFE87D}"/>
                  </a:ext>
                </a:extLst>
              </p:cNvPr>
              <p:cNvSpPr>
                <a:spLocks noGrp="1"/>
              </p:cNvSpPr>
              <p:nvPr>
                <p:ph idx="1"/>
              </p:nvPr>
            </p:nvSpPr>
            <p:spPr>
              <a:xfrm>
                <a:off x="838200" y="1397330"/>
                <a:ext cx="8179526" cy="4779633"/>
              </a:xfrm>
            </p:spPr>
            <p:txBody>
              <a:bodyPr>
                <a:normAutofit fontScale="92500" lnSpcReduction="10000"/>
              </a:bodyPr>
              <a:lstStyle/>
              <a:p>
                <a:pPr marL="0" indent="0">
                  <a:buNone/>
                </a:pPr>
                <a:r>
                  <a:rPr lang="en-US" b="1" dirty="0"/>
                  <a:t>Environment state</a:t>
                </a:r>
              </a:p>
              <a:p>
                <a:r>
                  <a:rPr lang="en-US" dirty="0"/>
                  <a:t>Random variable </a:t>
                </a:r>
                <a14:m>
                  <m:oMath xmlns:m="http://schemas.openxmlformats.org/officeDocument/2006/math">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𝑆</m:t>
                        </m:r>
                      </m:e>
                      <m:sub>
                        <m:r>
                          <a:rPr lang="en-US" b="0" i="1" dirty="0" smtClean="0">
                            <a:latin typeface="Cambria Math" panose="02040503050406030204" pitchFamily="18" charset="0"/>
                          </a:rPr>
                          <m:t>𝑡</m:t>
                        </m:r>
                      </m:sub>
                      <m:sup>
                        <m:r>
                          <a:rPr lang="en-US" b="0" i="1" dirty="0" smtClean="0">
                            <a:latin typeface="Cambria Math" panose="02040503050406030204" pitchFamily="18" charset="0"/>
                          </a:rPr>
                          <m:t>𝑒</m:t>
                        </m:r>
                      </m:sup>
                    </m:sSubSup>
                  </m:oMath>
                </a14:m>
                <a:r>
                  <a:rPr lang="en-US" dirty="0"/>
                  <a:t> with realizations </a:t>
                </a:r>
                <a14:m>
                  <m:oMath xmlns:m="http://schemas.openxmlformats.org/officeDocument/2006/math">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sub>
                      <m:sup>
                        <m:r>
                          <a:rPr lang="en-US" b="0" i="1" dirty="0" smtClean="0">
                            <a:latin typeface="Cambria Math" panose="02040503050406030204" pitchFamily="18" charset="0"/>
                          </a:rPr>
                          <m:t>𝑒</m:t>
                        </m:r>
                      </m:sup>
                    </m:sSubSup>
                  </m:oMath>
                </a14:m>
                <a:endParaRPr lang="en-US" dirty="0"/>
              </a:p>
              <a:p>
                <a:r>
                  <a:rPr lang="en-US" dirty="0"/>
                  <a:t>Internal status representation of the environment, e.g.,</a:t>
                </a:r>
              </a:p>
              <a:p>
                <a:pPr lvl="1"/>
                <a:r>
                  <a:rPr lang="en-US" dirty="0"/>
                  <a:t>Physical states, e.g., car velocity or motor current</a:t>
                </a:r>
              </a:p>
              <a:p>
                <a:pPr lvl="1"/>
                <a:r>
                  <a:rPr lang="en-US" dirty="0"/>
                  <a:t>Game states, e.g., current chess board situation</a:t>
                </a:r>
              </a:p>
              <a:p>
                <a:pPr lvl="1"/>
                <a:r>
                  <a:rPr lang="en-US" dirty="0"/>
                  <a:t>Financial states, e.g., stock market status</a:t>
                </a:r>
              </a:p>
              <a:p>
                <a:r>
                  <a:rPr lang="en-US" dirty="0"/>
                  <a:t>Fully, limited or not at all visible by the agent</a:t>
                </a:r>
              </a:p>
              <a:p>
                <a:pPr lvl="1"/>
                <a:r>
                  <a:rPr lang="en-US" dirty="0"/>
                  <a:t>Sometimes even uncertain</a:t>
                </a:r>
              </a:p>
              <a:p>
                <a:pPr lvl="1"/>
                <a:r>
                  <a:rPr lang="en-US" dirty="0"/>
                  <a:t>In general, the agent may receive a feature vector </a:t>
                </a:r>
                <a:br>
                  <a:rPr lang="en-US" dirty="0"/>
                </a:br>
                <a14:m>
                  <m:oMath xmlns:m="http://schemas.openxmlformats.org/officeDocument/2006/math">
                    <m:sSub>
                      <m:sSubPr>
                        <m:ctrlPr>
                          <a:rPr lang="en-US" b="0" i="1" dirty="0" smtClean="0">
                            <a:latin typeface="Cambria Math" panose="02040503050406030204" pitchFamily="18" charset="0"/>
                          </a:rPr>
                        </m:ctrlPr>
                      </m:sSubPr>
                      <m:e>
                        <m:r>
                          <a:rPr lang="en-US" b="1" i="1" dirty="0" smtClean="0">
                            <a:latin typeface="Cambria Math" panose="02040503050406030204" pitchFamily="18" charset="0"/>
                          </a:rPr>
                          <m:t>𝒙</m:t>
                        </m:r>
                      </m:e>
                      <m:sub>
                        <m:r>
                          <a:rPr lang="en-US" b="0" i="1" dirty="0" smtClean="0">
                            <a:latin typeface="Cambria Math" panose="02040503050406030204" pitchFamily="18" charset="0"/>
                          </a:rPr>
                          <m:t>𝑡</m:t>
                        </m:r>
                      </m:sub>
                    </m:sSub>
                    <m:r>
                      <a:rPr lang="en-US" i="1" dirty="0">
                        <a:latin typeface="Cambria Math" panose="02040503050406030204" pitchFamily="18" charset="0"/>
                      </a:rPr>
                      <m:t> = </m:t>
                    </m:r>
                    <m:r>
                      <a:rPr lang="en-US" b="0" i="1" dirty="0">
                        <a:latin typeface="Cambria Math" panose="02040503050406030204" pitchFamily="18" charset="0"/>
                      </a:rPr>
                      <m:t>𝑓</m:t>
                    </m:r>
                    <m:r>
                      <a:rPr lang="en-US" i="1" dirty="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sub>
                      <m:sup>
                        <m:r>
                          <a:rPr lang="en-US" b="0" i="1" dirty="0" smtClean="0">
                            <a:latin typeface="Cambria Math" panose="02040503050406030204" pitchFamily="18" charset="0"/>
                          </a:rPr>
                          <m:t>𝑒</m:t>
                        </m:r>
                      </m:sup>
                    </m:sSubSup>
                    <m:r>
                      <a:rPr lang="en-US" i="1" dirty="0">
                        <a:latin typeface="Cambria Math" panose="02040503050406030204" pitchFamily="18" charset="0"/>
                      </a:rPr>
                      <m:t>)</m:t>
                    </m:r>
                  </m:oMath>
                </a14:m>
                <a:r>
                  <a:rPr lang="en-US" dirty="0"/>
                  <a:t> </a:t>
                </a:r>
                <a:br>
                  <a:rPr lang="en-US" dirty="0"/>
                </a:br>
                <a:r>
                  <a:rPr lang="en-US" dirty="0"/>
                  <a:t>as the measurable outputs of the environment</a:t>
                </a:r>
              </a:p>
              <a:p>
                <a:r>
                  <a:rPr lang="en-US" dirty="0"/>
                  <a:t>Continuous or discrete quantity</a:t>
                </a:r>
              </a:p>
            </p:txBody>
          </p:sp>
        </mc:Choice>
        <mc:Fallback xmlns="">
          <p:sp>
            <p:nvSpPr>
              <p:cNvPr id="3" name="Content Placeholder 2">
                <a:extLst>
                  <a:ext uri="{FF2B5EF4-FFF2-40B4-BE49-F238E27FC236}">
                    <a16:creationId xmlns:a16="http://schemas.microsoft.com/office/drawing/2014/main" id="{00ED80DF-4AAD-FFBE-989F-30F1C7CFE87D}"/>
                  </a:ext>
                </a:extLst>
              </p:cNvPr>
              <p:cNvSpPr>
                <a:spLocks noGrp="1" noRot="1" noChangeAspect="1" noMove="1" noResize="1" noEditPoints="1" noAdjustHandles="1" noChangeArrowheads="1" noChangeShapeType="1" noTextEdit="1"/>
              </p:cNvSpPr>
              <p:nvPr>
                <p:ph idx="1"/>
              </p:nvPr>
            </p:nvSpPr>
            <p:spPr>
              <a:xfrm>
                <a:off x="838200" y="1397330"/>
                <a:ext cx="8179526" cy="4779633"/>
              </a:xfrm>
              <a:blipFill>
                <a:blip r:embed="rId2"/>
                <a:stretch>
                  <a:fillRect l="-1342" t="-2551" r="-746"/>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C00ED0F2-E452-81FF-856C-126E94D5F92D}"/>
              </a:ext>
            </a:extLst>
          </p:cNvPr>
          <p:cNvSpPr txBox="1"/>
          <p:nvPr/>
        </p:nvSpPr>
        <p:spPr>
          <a:xfrm>
            <a:off x="9231085" y="2217485"/>
            <a:ext cx="2656115" cy="313932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algn="l"/>
            <a:r>
              <a:rPr lang="en-US" b="1" dirty="0"/>
              <a:t>Notation</a:t>
            </a:r>
          </a:p>
          <a:p>
            <a:pPr algn="l"/>
            <a:endParaRPr lang="en-US" dirty="0"/>
          </a:p>
          <a:p>
            <a:pPr algn="l"/>
            <a:r>
              <a:rPr lang="en-US" b="1" dirty="0"/>
              <a:t>Bold symbols </a:t>
            </a:r>
            <a:r>
              <a:rPr lang="en-US" dirty="0"/>
              <a:t>are non-scalar multidimensional quantities, e.g., vectors and matrices.</a:t>
            </a:r>
          </a:p>
          <a:p>
            <a:pPr algn="l"/>
            <a:endParaRPr lang="en-US" dirty="0"/>
          </a:p>
          <a:p>
            <a:pPr algn="l"/>
            <a:r>
              <a:rPr lang="en-US" b="1" dirty="0"/>
              <a:t>Capitalized symbols </a:t>
            </a:r>
            <a:r>
              <a:rPr lang="en-US" dirty="0"/>
              <a:t>denote random variables and lower-case symbols their realizations.</a:t>
            </a:r>
          </a:p>
        </p:txBody>
      </p:sp>
    </p:spTree>
    <p:extLst>
      <p:ext uri="{BB962C8B-B14F-4D97-AF65-F5344CB8AC3E}">
        <p14:creationId xmlns:p14="http://schemas.microsoft.com/office/powerpoint/2010/main" val="29655368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232F9-99A1-09B9-9961-0F48B04F831C}"/>
              </a:ext>
            </a:extLst>
          </p:cNvPr>
          <p:cNvSpPr>
            <a:spLocks noGrp="1"/>
          </p:cNvSpPr>
          <p:nvPr>
            <p:ph type="title"/>
          </p:nvPr>
        </p:nvSpPr>
        <p:spPr/>
        <p:txBody>
          <a:bodyPr/>
          <a:lstStyle/>
          <a:p>
            <a:r>
              <a:rPr lang="en-US" dirty="0"/>
              <a:t>State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321BA12-9F83-D307-7705-67C5424DA3B2}"/>
                  </a:ext>
                </a:extLst>
              </p:cNvPr>
              <p:cNvSpPr>
                <a:spLocks noGrp="1"/>
              </p:cNvSpPr>
              <p:nvPr>
                <p:ph idx="1"/>
              </p:nvPr>
            </p:nvSpPr>
            <p:spPr/>
            <p:txBody>
              <a:bodyPr>
                <a:normAutofit lnSpcReduction="10000"/>
              </a:bodyPr>
              <a:lstStyle/>
              <a:p>
                <a:pPr marL="0" indent="0">
                  <a:buNone/>
                </a:pPr>
                <a:r>
                  <a:rPr lang="en-US" b="1" dirty="0"/>
                  <a:t>Agent state</a:t>
                </a:r>
              </a:p>
              <a:p>
                <a:r>
                  <a:rPr lang="en-US" dirty="0"/>
                  <a:t>Agent construct a state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𝑡</m:t>
                        </m:r>
                      </m:sub>
                      <m:sup>
                        <m:r>
                          <a:rPr lang="en-US" b="0" i="1" smtClean="0">
                            <a:latin typeface="Cambria Math" panose="02040503050406030204" pitchFamily="18" charset="0"/>
                          </a:rPr>
                          <m:t>𝑎</m:t>
                        </m:r>
                      </m:sup>
                    </m:sSubSup>
                  </m:oMath>
                </a14:m>
                <a:r>
                  <a:rPr lang="en-US" dirty="0"/>
                  <a:t> from its observations (e.g., from </a:t>
                </a:r>
                <a14:m>
                  <m:oMath xmlns:m="http://schemas.openxmlformats.org/officeDocument/2006/math">
                    <m:sSub>
                      <m:sSubPr>
                        <m:ctrlPr>
                          <a:rPr lang="en-US" b="0" i="1" dirty="0" smtClean="0">
                            <a:latin typeface="Cambria Math" panose="02040503050406030204" pitchFamily="18" charset="0"/>
                          </a:rPr>
                        </m:ctrlPr>
                      </m:sSubPr>
                      <m:e>
                        <m:r>
                          <a:rPr lang="en-US" b="1" i="1" dirty="0" smtClean="0">
                            <a:latin typeface="Cambria Math" panose="02040503050406030204" pitchFamily="18" charset="0"/>
                          </a:rPr>
                          <m:t>𝒙</m:t>
                        </m:r>
                      </m:e>
                      <m:sub>
                        <m:r>
                          <a:rPr lang="en-US" b="0" i="1" dirty="0" smtClean="0">
                            <a:latin typeface="Cambria Math" panose="02040503050406030204" pitchFamily="18" charset="0"/>
                          </a:rPr>
                          <m:t>𝑡</m:t>
                        </m:r>
                      </m:sub>
                    </m:sSub>
                  </m:oMath>
                </a14:m>
                <a:r>
                  <a:rPr lang="en-US" dirty="0"/>
                  <a:t>).</a:t>
                </a:r>
              </a:p>
              <a:p>
                <a:r>
                  <a:rPr lang="en-US" dirty="0"/>
                  <a:t>In general: </a:t>
                </a:r>
                <a14:m>
                  <m:oMath xmlns:m="http://schemas.openxmlformats.org/officeDocument/2006/math">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sub>
                      <m:sup>
                        <m:r>
                          <a:rPr lang="en-US" b="0" i="1" dirty="0" smtClean="0">
                            <a:latin typeface="Cambria Math" panose="02040503050406030204" pitchFamily="18" charset="0"/>
                          </a:rPr>
                          <m:t>𝑎</m:t>
                        </m:r>
                      </m:sup>
                    </m:sSubSup>
                    <m:r>
                      <a:rPr lang="en-US" b="0"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sub>
                      <m:sup>
                        <m:r>
                          <a:rPr lang="en-US" b="0" i="1" dirty="0" smtClean="0">
                            <a:latin typeface="Cambria Math" panose="02040503050406030204" pitchFamily="18" charset="0"/>
                          </a:rPr>
                          <m:t>𝑒</m:t>
                        </m:r>
                      </m:sup>
                    </m:sSubSup>
                  </m:oMath>
                </a14:m>
                <a:r>
                  <a:rPr lang="en-US" dirty="0"/>
                  <a:t>, e.g., due to measurement noise or an additional agent’s memory</a:t>
                </a:r>
              </a:p>
              <a:p>
                <a:r>
                  <a:rPr lang="en-US" dirty="0"/>
                  <a:t>The agent state is </a:t>
                </a:r>
              </a:p>
              <a:p>
                <a:pPr lvl="1"/>
                <a:r>
                  <a:rPr lang="en-US" dirty="0"/>
                  <a:t>Agent’s condensed information relevant for next action</a:t>
                </a:r>
              </a:p>
              <a:p>
                <a:pPr lvl="1"/>
                <a:r>
                  <a:rPr lang="en-US" dirty="0"/>
                  <a:t>Dependent on internal knowledge / policy representation of the agent</a:t>
                </a:r>
              </a:p>
              <a:p>
                <a:pPr lvl="1"/>
                <a:r>
                  <a:rPr lang="en-US" dirty="0"/>
                  <a:t>Continuous or discrete quantity</a:t>
                </a:r>
              </a:p>
              <a:p>
                <a:endParaRPr lang="en-US" dirty="0"/>
              </a:p>
              <a:p>
                <a:r>
                  <a:rPr lang="en-US" dirty="0"/>
                  <a:t>Without specification we will use for the state the agent state: </a:t>
                </a:r>
                <a14:m>
                  <m:oMath xmlns:m="http://schemas.openxmlformats.org/officeDocument/2006/math">
                    <m:sSubSup>
                      <m:sSubSupPr>
                        <m:ctrlPr>
                          <a:rPr lang="en-US" i="1" dirty="0">
                            <a:latin typeface="Cambria Math" panose="02040503050406030204" pitchFamily="18" charset="0"/>
                          </a:rPr>
                        </m:ctrlPr>
                      </m:sSubSup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sub>
                        </m:sSub>
                        <m:r>
                          <a:rPr lang="en-US" b="0" i="1" dirty="0" smtClean="0">
                            <a:latin typeface="Cambria Math" panose="02040503050406030204" pitchFamily="18" charset="0"/>
                          </a:rPr>
                          <m:t>=</m:t>
                        </m:r>
                        <m:r>
                          <a:rPr lang="en-US" i="1" dirty="0">
                            <a:latin typeface="Cambria Math" panose="02040503050406030204" pitchFamily="18" charset="0"/>
                          </a:rPr>
                          <m:t>𝑠</m:t>
                        </m:r>
                      </m:e>
                      <m:sub>
                        <m:r>
                          <a:rPr lang="en-US" i="1" dirty="0">
                            <a:latin typeface="Cambria Math" panose="02040503050406030204" pitchFamily="18" charset="0"/>
                          </a:rPr>
                          <m:t>𝑡</m:t>
                        </m:r>
                      </m:sub>
                      <m:sup>
                        <m:r>
                          <a:rPr lang="en-US" i="1" dirty="0">
                            <a:latin typeface="Cambria Math" panose="02040503050406030204" pitchFamily="18" charset="0"/>
                          </a:rPr>
                          <m:t>𝑎</m:t>
                        </m:r>
                      </m:sup>
                    </m:sSubSup>
                  </m:oMath>
                </a14:m>
                <a:endParaRPr lang="en-US" dirty="0"/>
              </a:p>
            </p:txBody>
          </p:sp>
        </mc:Choice>
        <mc:Fallback xmlns="">
          <p:sp>
            <p:nvSpPr>
              <p:cNvPr id="3" name="Content Placeholder 2">
                <a:extLst>
                  <a:ext uri="{FF2B5EF4-FFF2-40B4-BE49-F238E27FC236}">
                    <a16:creationId xmlns:a16="http://schemas.microsoft.com/office/drawing/2014/main" id="{7321BA12-9F83-D307-7705-67C5424DA3B2}"/>
                  </a:ext>
                </a:extLst>
              </p:cNvPr>
              <p:cNvSpPr>
                <a:spLocks noGrp="1" noRot="1" noChangeAspect="1" noMove="1" noResize="1" noEditPoints="1" noAdjustHandles="1" noChangeArrowheads="1" noChangeShapeType="1" noTextEdit="1"/>
              </p:cNvSpPr>
              <p:nvPr>
                <p:ph idx="1"/>
              </p:nvPr>
            </p:nvSpPr>
            <p:spPr>
              <a:blipFill>
                <a:blip r:embed="rId2"/>
                <a:stretch>
                  <a:fillRect l="-1217" t="-2806"/>
                </a:stretch>
              </a:blipFill>
            </p:spPr>
            <p:txBody>
              <a:bodyPr/>
              <a:lstStyle/>
              <a:p>
                <a:r>
                  <a:rPr lang="en-US">
                    <a:noFill/>
                  </a:rPr>
                  <a:t> </a:t>
                </a:r>
              </a:p>
            </p:txBody>
          </p:sp>
        </mc:Fallback>
      </mc:AlternateContent>
    </p:spTree>
    <p:extLst>
      <p:ext uri="{BB962C8B-B14F-4D97-AF65-F5344CB8AC3E}">
        <p14:creationId xmlns:p14="http://schemas.microsoft.com/office/powerpoint/2010/main" val="2969642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EC636-F388-6341-71AF-C488B06D64F8}"/>
              </a:ext>
            </a:extLst>
          </p:cNvPr>
          <p:cNvSpPr>
            <a:spLocks noGrp="1"/>
          </p:cNvSpPr>
          <p:nvPr>
            <p:ph type="title"/>
          </p:nvPr>
        </p:nvSpPr>
        <p:spPr/>
        <p:txBody>
          <a:bodyPr/>
          <a:lstStyle/>
          <a:p>
            <a:r>
              <a:rPr lang="en-US" dirty="0"/>
              <a:t>History and information state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9CE404-A530-CAF6-7901-D830514B3D81}"/>
                  </a:ext>
                </a:extLst>
              </p:cNvPr>
              <p:cNvSpPr>
                <a:spLocks noGrp="1"/>
              </p:cNvSpPr>
              <p:nvPr>
                <p:ph idx="1"/>
              </p:nvPr>
            </p:nvSpPr>
            <p:spPr/>
            <p:txBody>
              <a:bodyPr>
                <a:normAutofit lnSpcReduction="10000"/>
              </a:bodyPr>
              <a:lstStyle/>
              <a:p>
                <a:pPr marL="0" indent="0">
                  <a:buNone/>
                </a:pPr>
                <a:r>
                  <a:rPr lang="en-US" dirty="0"/>
                  <a:t>Definition: History</a:t>
                </a:r>
              </a:p>
              <a:p>
                <a:r>
                  <a:rPr lang="en-US" dirty="0"/>
                  <a:t>The history is the past sequence of all observations, actions and rewards</a:t>
                </a:r>
              </a:p>
              <a:p>
                <a:pPr marL="0" indent="0">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𝐻</m:t>
                          </m:r>
                        </m:e>
                        <m:sub>
                          <m:r>
                            <a:rPr lang="en-US" b="0" i="1" dirty="0" smtClean="0">
                              <a:latin typeface="Cambria Math" panose="02040503050406030204" pitchFamily="18" charset="0"/>
                            </a:rPr>
                            <m:t>𝑡</m:t>
                          </m:r>
                        </m:sub>
                      </m:sSub>
                      <m:r>
                        <a:rPr lang="en-US"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0</m:t>
                              </m:r>
                            </m:sub>
                          </m:sSub>
                          <m:r>
                            <a:rPr lang="en-US"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𝑟</m:t>
                              </m:r>
                            </m:e>
                            <m:sub>
                              <m:r>
                                <a:rPr lang="en-US" b="0" i="1" dirty="0" smtClean="0">
                                  <a:latin typeface="Cambria Math" panose="02040503050406030204" pitchFamily="18" charset="0"/>
                                </a:rPr>
                                <m:t>0</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0</m:t>
                              </m:r>
                            </m:sub>
                          </m:sSub>
                          <m:r>
                            <a:rPr lang="en-US" b="0" i="1" dirty="0" smtClean="0">
                              <a:latin typeface="Cambria Math" panose="02040503050406030204" pitchFamily="18" charset="0"/>
                            </a:rPr>
                            <m:t>,</m:t>
                          </m:r>
                          <m:r>
                            <a:rPr lang="en-US"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𝑘</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𝑟</m:t>
                              </m:r>
                            </m:e>
                            <m:sub>
                              <m:r>
                                <a:rPr lang="en-US" b="0" i="1" dirty="0" smtClean="0">
                                  <a:latin typeface="Cambria Math" panose="02040503050406030204" pitchFamily="18" charset="0"/>
                                </a:rPr>
                                <m:t>𝑡</m:t>
                              </m:r>
                            </m:sub>
                          </m:sSub>
                        </m:e>
                      </m:d>
                    </m:oMath>
                  </m:oMathPara>
                </a14:m>
                <a:br>
                  <a:rPr lang="en-US" dirty="0"/>
                </a:br>
                <a:r>
                  <a:rPr lang="en-US" dirty="0"/>
                  <a:t>	up to the time step </a:t>
                </a:r>
                <a14:m>
                  <m:oMath xmlns:m="http://schemas.openxmlformats.org/officeDocument/2006/math">
                    <m:r>
                      <a:rPr lang="en-US" b="0" i="1" smtClean="0">
                        <a:latin typeface="Cambria Math" panose="02040503050406030204" pitchFamily="18" charset="0"/>
                      </a:rPr>
                      <m:t>𝑡</m:t>
                    </m:r>
                  </m:oMath>
                </a14:m>
                <a:r>
                  <a:rPr lang="en-US" dirty="0"/>
                  <a:t>.</a:t>
                </a:r>
              </a:p>
              <a:p>
                <a:r>
                  <a:rPr lang="en-US" dirty="0"/>
                  <a:t>If the current state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sub>
                    </m:sSub>
                  </m:oMath>
                </a14:m>
                <a:r>
                  <a:rPr lang="en-US" dirty="0"/>
                  <a:t> contains all useful information from the history, it is called an information or Markov state (history is fully condensed in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b="0" i="1" dirty="0" smtClean="0">
                            <a:latin typeface="Cambria Math" panose="02040503050406030204" pitchFamily="18" charset="0"/>
                          </a:rPr>
                          <m:t>𝑡</m:t>
                        </m:r>
                      </m:sub>
                    </m:sSub>
                  </m:oMath>
                </a14:m>
                <a:r>
                  <a:rPr lang="en-US" dirty="0"/>
                  <a:t>):</a:t>
                </a:r>
              </a:p>
              <a:p>
                <a:r>
                  <a:rPr lang="en-US" dirty="0"/>
                  <a:t>Definition: Information state</a:t>
                </a:r>
              </a:p>
              <a:p>
                <a:r>
                  <a:rPr lang="en-US" dirty="0"/>
                  <a:t>A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oMath>
                </a14:m>
                <a:r>
                  <a:rPr lang="en-US" dirty="0"/>
                  <a:t> is called an information state if and only if</a:t>
                </a:r>
                <a:br>
                  <a:rPr lang="en-US" dirty="0"/>
                </a:br>
                <a14:m>
                  <m:oMath xmlns:m="http://schemas.openxmlformats.org/officeDocument/2006/math">
                    <m:r>
                      <a:rPr lang="en-US" b="0" i="1" smtClean="0">
                        <a:latin typeface="Cambria Math" panose="02040503050406030204" pitchFamily="18" charset="0"/>
                      </a:rPr>
                      <m:t>𝑃𝑟</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s</m:t>
                            </m:r>
                          </m:e>
                          <m:sub>
                            <m:r>
                              <m:rPr>
                                <m:sty m:val="p"/>
                              </m:rPr>
                              <a:rPr lang="en-US" b="0" i="0" smtClean="0">
                                <a:latin typeface="Cambria Math" panose="02040503050406030204" pitchFamily="18" charset="0"/>
                              </a:rPr>
                              <m:t>t</m:t>
                            </m:r>
                            <m:r>
                              <a:rPr lang="en-US" b="0" i="0" smtClean="0">
                                <a:latin typeface="Cambria Math" panose="02040503050406030204" pitchFamily="18" charset="0"/>
                              </a:rPr>
                              <m:t>+1</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s</m:t>
                        </m:r>
                      </m:e>
                      <m:sub>
                        <m:r>
                          <a:rPr lang="en-US" b="0" i="0" smtClean="0">
                            <a:latin typeface="Cambria Math" panose="02040503050406030204" pitchFamily="18" charset="0"/>
                          </a:rPr>
                          <m:t>1</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s</m:t>
                        </m:r>
                      </m:e>
                      <m:sub>
                        <m:r>
                          <m:rPr>
                            <m:sty m:val="p"/>
                          </m:rPr>
                          <a:rPr lang="en-US" b="0" i="0" smtClean="0">
                            <a:latin typeface="Cambria Math" panose="02040503050406030204" pitchFamily="18" charset="0"/>
                          </a:rPr>
                          <m:t>t</m:t>
                        </m:r>
                      </m:sub>
                    </m:sSub>
                    <m:r>
                      <a:rPr lang="en-US" b="0" i="0"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329CE404-A530-CAF6-7901-D830514B3D81}"/>
                  </a:ext>
                </a:extLst>
              </p:cNvPr>
              <p:cNvSpPr>
                <a:spLocks noGrp="1" noRot="1" noChangeAspect="1" noMove="1" noResize="1" noEditPoints="1" noAdjustHandles="1" noChangeArrowheads="1" noChangeShapeType="1" noTextEdit="1"/>
              </p:cNvSpPr>
              <p:nvPr>
                <p:ph idx="1"/>
              </p:nvPr>
            </p:nvSpPr>
            <p:spPr>
              <a:blipFill>
                <a:blip r:embed="rId2"/>
                <a:stretch>
                  <a:fillRect l="-1217" t="-2806"/>
                </a:stretch>
              </a:blipFill>
            </p:spPr>
            <p:txBody>
              <a:bodyPr/>
              <a:lstStyle/>
              <a:p>
                <a:r>
                  <a:rPr lang="en-US">
                    <a:noFill/>
                  </a:rPr>
                  <a:t> </a:t>
                </a:r>
              </a:p>
            </p:txBody>
          </p:sp>
        </mc:Fallback>
      </mc:AlternateContent>
    </p:spTree>
    <p:extLst>
      <p:ext uri="{BB962C8B-B14F-4D97-AF65-F5344CB8AC3E}">
        <p14:creationId xmlns:p14="http://schemas.microsoft.com/office/powerpoint/2010/main" val="2731370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07310-B5E7-813C-FB75-1B9106539CBC}"/>
              </a:ext>
            </a:extLst>
          </p:cNvPr>
          <p:cNvSpPr>
            <a:spLocks noGrp="1"/>
          </p:cNvSpPr>
          <p:nvPr>
            <p:ph type="title"/>
          </p:nvPr>
        </p:nvSpPr>
        <p:spPr/>
        <p:txBody>
          <a:bodyPr/>
          <a:lstStyle/>
          <a:p>
            <a:r>
              <a:rPr lang="en-US" dirty="0"/>
              <a:t>Model examples with Markov states</a:t>
            </a:r>
          </a:p>
        </p:txBody>
      </p:sp>
      <p:sp>
        <p:nvSpPr>
          <p:cNvPr id="3" name="Content Placeholder 2">
            <a:extLst>
              <a:ext uri="{FF2B5EF4-FFF2-40B4-BE49-F238E27FC236}">
                <a16:creationId xmlns:a16="http://schemas.microsoft.com/office/drawing/2014/main" id="{FBA90546-D905-416A-EB99-C7673D358C88}"/>
              </a:ext>
            </a:extLst>
          </p:cNvPr>
          <p:cNvSpPr>
            <a:spLocks noGrp="1"/>
          </p:cNvSpPr>
          <p:nvPr>
            <p:ph idx="1"/>
          </p:nvPr>
        </p:nvSpPr>
        <p:spPr/>
        <p:txBody>
          <a:bodyPr/>
          <a:lstStyle/>
          <a:p>
            <a:r>
              <a:rPr lang="en-US" dirty="0"/>
              <a:t>Linear time-invariant (LTI) state-space model</a:t>
            </a:r>
          </a:p>
          <a:p>
            <a:endParaRPr lang="en-US" dirty="0"/>
          </a:p>
          <a:p>
            <a:endParaRPr lang="en-US" dirty="0"/>
          </a:p>
          <a:p>
            <a:endParaRPr lang="en-US" dirty="0"/>
          </a:p>
          <a:p>
            <a:endParaRPr lang="en-US" dirty="0"/>
          </a:p>
          <a:p>
            <a:r>
              <a:rPr lang="en-US" dirty="0"/>
              <a:t>Nonlinear time-invariant state-space model:</a:t>
            </a:r>
          </a:p>
          <a:p>
            <a:pPr marL="0" indent="0">
              <a:buNone/>
            </a:pPr>
            <a:endParaRPr lang="en-US" dirty="0"/>
          </a:p>
          <a:p>
            <a:endParaRPr lang="en-US" dirty="0"/>
          </a:p>
        </p:txBody>
      </p:sp>
      <p:pic>
        <p:nvPicPr>
          <p:cNvPr id="5" name="Picture 4">
            <a:extLst>
              <a:ext uri="{FF2B5EF4-FFF2-40B4-BE49-F238E27FC236}">
                <a16:creationId xmlns:a16="http://schemas.microsoft.com/office/drawing/2014/main" id="{21A928E6-1502-6C1A-B14C-01D6C795810E}"/>
              </a:ext>
            </a:extLst>
          </p:cNvPr>
          <p:cNvPicPr>
            <a:picLocks noChangeAspect="1"/>
          </p:cNvPicPr>
          <p:nvPr/>
        </p:nvPicPr>
        <p:blipFill>
          <a:blip r:embed="rId2"/>
          <a:stretch>
            <a:fillRect/>
          </a:stretch>
        </p:blipFill>
        <p:spPr>
          <a:xfrm>
            <a:off x="1764564" y="2043828"/>
            <a:ext cx="3540352" cy="1227054"/>
          </a:xfrm>
          <a:prstGeom prst="rect">
            <a:avLst/>
          </a:prstGeom>
        </p:spPr>
      </p:pic>
      <p:pic>
        <p:nvPicPr>
          <p:cNvPr id="7" name="Picture 6">
            <a:extLst>
              <a:ext uri="{FF2B5EF4-FFF2-40B4-BE49-F238E27FC236}">
                <a16:creationId xmlns:a16="http://schemas.microsoft.com/office/drawing/2014/main" id="{1E2E9E22-0A5C-769A-88C1-28CAD5887083}"/>
              </a:ext>
            </a:extLst>
          </p:cNvPr>
          <p:cNvPicPr>
            <a:picLocks noChangeAspect="1"/>
          </p:cNvPicPr>
          <p:nvPr/>
        </p:nvPicPr>
        <p:blipFill>
          <a:blip r:embed="rId3"/>
          <a:stretch>
            <a:fillRect/>
          </a:stretch>
        </p:blipFill>
        <p:spPr>
          <a:xfrm>
            <a:off x="1843738" y="4350088"/>
            <a:ext cx="3300947" cy="1146263"/>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FCC6607-5881-3B76-CAAB-AC01760BAADF}"/>
                  </a:ext>
                </a:extLst>
              </p:cNvPr>
              <p:cNvSpPr txBox="1"/>
              <p:nvPr/>
            </p:nvSpPr>
            <p:spPr>
              <a:xfrm>
                <a:off x="8485428" y="1548598"/>
                <a:ext cx="3292915" cy="175432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Control theory notation:</a:t>
                </a:r>
              </a:p>
              <a:p>
                <a:endParaRPr lang="en-US" dirty="0"/>
              </a:p>
              <a:p>
                <a:pPr marL="285750"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𝑘</m:t>
                        </m:r>
                      </m:sub>
                    </m:sSub>
                  </m:oMath>
                </a14:m>
                <a:r>
                  <a:rPr lang="en-US" dirty="0"/>
                  <a:t> is here the state at time </a:t>
                </a:r>
                <a14:m>
                  <m:oMath xmlns:m="http://schemas.openxmlformats.org/officeDocument/2006/math">
                    <m:r>
                      <a:rPr lang="en-US" i="1" dirty="0" smtClean="0">
                        <a:latin typeface="Cambria Math" panose="02040503050406030204" pitchFamily="18" charset="0"/>
                      </a:rPr>
                      <m:t>𝑘</m:t>
                    </m:r>
                  </m:oMath>
                </a14:m>
                <a:r>
                  <a:rPr lang="en-US" dirty="0"/>
                  <a:t> as a feature vector.</a:t>
                </a:r>
              </a:p>
              <a:p>
                <a:pPr marL="285750"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𝒖</m:t>
                        </m:r>
                      </m:e>
                      <m:sub>
                        <m:r>
                          <a:rPr lang="en-US" b="0" i="1" smtClean="0">
                            <a:latin typeface="Cambria Math" panose="02040503050406030204" pitchFamily="18" charset="0"/>
                          </a:rPr>
                          <m:t>𝑘</m:t>
                        </m:r>
                      </m:sub>
                    </m:sSub>
                  </m:oMath>
                </a14:m>
                <a:r>
                  <a:rPr lang="en-US" dirty="0"/>
                  <a:t> is the action</a:t>
                </a:r>
              </a:p>
              <a:p>
                <a:pPr marL="285750"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𝒚</m:t>
                        </m:r>
                      </m:e>
                      <m:sub>
                        <m:r>
                          <a:rPr lang="en-US" b="0" i="1" smtClean="0">
                            <a:latin typeface="Cambria Math" panose="02040503050406030204" pitchFamily="18" charset="0"/>
                          </a:rPr>
                          <m:t>𝑘</m:t>
                        </m:r>
                      </m:sub>
                    </m:sSub>
                  </m:oMath>
                </a14:m>
                <a:r>
                  <a:rPr lang="en-US" dirty="0"/>
                  <a:t> is the observation</a:t>
                </a:r>
              </a:p>
            </p:txBody>
          </p:sp>
        </mc:Choice>
        <mc:Fallback xmlns="">
          <p:sp>
            <p:nvSpPr>
              <p:cNvPr id="8" name="TextBox 7">
                <a:extLst>
                  <a:ext uri="{FF2B5EF4-FFF2-40B4-BE49-F238E27FC236}">
                    <a16:creationId xmlns:a16="http://schemas.microsoft.com/office/drawing/2014/main" id="{6FCC6607-5881-3B76-CAAB-AC01760BAADF}"/>
                  </a:ext>
                </a:extLst>
              </p:cNvPr>
              <p:cNvSpPr txBox="1">
                <a:spLocks noRot="1" noChangeAspect="1" noMove="1" noResize="1" noEditPoints="1" noAdjustHandles="1" noChangeArrowheads="1" noChangeShapeType="1" noTextEdit="1"/>
              </p:cNvSpPr>
              <p:nvPr/>
            </p:nvSpPr>
            <p:spPr>
              <a:xfrm>
                <a:off x="8485428" y="1548598"/>
                <a:ext cx="3292915" cy="1754326"/>
              </a:xfrm>
              <a:prstGeom prst="rect">
                <a:avLst/>
              </a:prstGeom>
              <a:blipFill>
                <a:blip r:embed="rId4"/>
                <a:stretch>
                  <a:fillRect l="-1473" t="-1031" b="-4124"/>
                </a:stretch>
              </a:blipFill>
            </p:spPr>
            <p:txBody>
              <a:bodyPr/>
              <a:lstStyle/>
              <a:p>
                <a:r>
                  <a:rPr lang="en-US">
                    <a:noFill/>
                  </a:rPr>
                  <a:t> </a:t>
                </a:r>
              </a:p>
            </p:txBody>
          </p:sp>
        </mc:Fallback>
      </mc:AlternateContent>
    </p:spTree>
    <p:extLst>
      <p:ext uri="{BB962C8B-B14F-4D97-AF65-F5344CB8AC3E}">
        <p14:creationId xmlns:p14="http://schemas.microsoft.com/office/powerpoint/2010/main" val="39349113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6F0E4-D967-4B91-53AA-57C98672CCC5}"/>
              </a:ext>
            </a:extLst>
          </p:cNvPr>
          <p:cNvSpPr>
            <a:spLocks noGrp="1"/>
          </p:cNvSpPr>
          <p:nvPr>
            <p:ph type="title"/>
          </p:nvPr>
        </p:nvSpPr>
        <p:spPr/>
        <p:txBody>
          <a:bodyPr/>
          <a:lstStyle/>
          <a:p>
            <a:r>
              <a:rPr lang="en-US" dirty="0"/>
              <a:t>Degree of observability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2E093C-AA8B-F696-4146-81D8D828312A}"/>
                  </a:ext>
                </a:extLst>
              </p:cNvPr>
              <p:cNvSpPr>
                <a:spLocks noGrp="1"/>
              </p:cNvSpPr>
              <p:nvPr>
                <p:ph idx="1"/>
              </p:nvPr>
            </p:nvSpPr>
            <p:spPr/>
            <p:txBody>
              <a:bodyPr>
                <a:normAutofit fontScale="70000" lnSpcReduction="20000"/>
              </a:bodyPr>
              <a:lstStyle/>
              <a:p>
                <a:pPr marL="0" indent="0">
                  <a:buNone/>
                </a:pPr>
                <a:r>
                  <a:rPr lang="en-US" b="1" dirty="0"/>
                  <a:t>Full observability</a:t>
                </a:r>
              </a:p>
              <a:p>
                <a:r>
                  <a:rPr lang="en-US" dirty="0"/>
                  <a:t>Agent directly measures full environment state (e.g.,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sub>
                    </m:sSub>
                    <m:r>
                      <a:rPr lang="en-US" b="0"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sub>
                      <m:sup>
                        <m:r>
                          <a:rPr lang="en-US" b="0" i="1" dirty="0" smtClean="0">
                            <a:latin typeface="Cambria Math" panose="02040503050406030204" pitchFamily="18" charset="0"/>
                          </a:rPr>
                          <m:t>𝑒</m:t>
                        </m:r>
                      </m:sup>
                    </m:sSubSup>
                  </m:oMath>
                </a14:m>
                <a:r>
                  <a:rPr lang="en-US" dirty="0"/>
                  <a:t>).</a:t>
                </a:r>
              </a:p>
              <a:p>
                <a:r>
                  <a:rPr lang="en-US" dirty="0"/>
                  <a:t>If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𝑡</m:t>
                        </m:r>
                      </m:sub>
                      <m:sup>
                        <m:r>
                          <a:rPr lang="en-US" b="0" i="1" smtClean="0">
                            <a:latin typeface="Cambria Math" panose="02040503050406030204" pitchFamily="18" charset="0"/>
                          </a:rPr>
                          <m:t>𝑒</m:t>
                        </m:r>
                      </m:sup>
                    </m:sSubSup>
                  </m:oMath>
                </a14:m>
                <a:r>
                  <a:rPr lang="en-US" dirty="0"/>
                  <a:t>is an information state: Markov decision process (MDP).</a:t>
                </a:r>
              </a:p>
              <a:p>
                <a:pPr marL="0" indent="0">
                  <a:buNone/>
                </a:pPr>
                <a:endParaRPr lang="en-US" dirty="0"/>
              </a:p>
              <a:p>
                <a:pPr marL="0" indent="0">
                  <a:buNone/>
                </a:pPr>
                <a:r>
                  <a:rPr lang="en-US" b="1" dirty="0"/>
                  <a:t>Partial observability</a:t>
                </a:r>
              </a:p>
              <a:p>
                <a:r>
                  <a:rPr lang="en-US" dirty="0"/>
                  <a:t>Agent does not have full access to environment state (e.g.,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1" i="1" smtClean="0">
                            <a:latin typeface="Cambria Math" panose="02040503050406030204" pitchFamily="18" charset="0"/>
                          </a:rPr>
                          <m:t>𝑰</m:t>
                        </m:r>
                        <m:r>
                          <a:rPr lang="en-US" b="0" i="1" smtClean="0">
                            <a:latin typeface="Cambria Math" panose="02040503050406030204" pitchFamily="18" charset="0"/>
                          </a:rPr>
                          <m:t>  0</m:t>
                        </m:r>
                      </m:e>
                    </m:d>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𝒙</m:t>
                        </m:r>
                      </m:e>
                      <m:sub>
                        <m:r>
                          <a:rPr lang="en-US" b="0" i="1" smtClean="0">
                            <a:latin typeface="Cambria Math" panose="02040503050406030204" pitchFamily="18" charset="0"/>
                          </a:rPr>
                          <m:t>𝑡</m:t>
                        </m:r>
                      </m:sub>
                      <m:sup>
                        <m:r>
                          <a:rPr lang="en-US" b="0" i="1" smtClean="0">
                            <a:latin typeface="Cambria Math" panose="02040503050406030204" pitchFamily="18" charset="0"/>
                          </a:rPr>
                          <m:t>𝑒</m:t>
                        </m:r>
                      </m:sup>
                    </m:sSubSup>
                  </m:oMath>
                </a14:m>
                <a:r>
                  <a:rPr lang="en-US" dirty="0"/>
                  <a:t> where </a:t>
                </a:r>
                <a14:m>
                  <m:oMath xmlns:m="http://schemas.openxmlformats.org/officeDocument/2006/math">
                    <m:sSubSup>
                      <m:sSubSupPr>
                        <m:ctrlPr>
                          <a:rPr lang="en-US" i="1">
                            <a:latin typeface="Cambria Math" panose="02040503050406030204" pitchFamily="18" charset="0"/>
                          </a:rPr>
                        </m:ctrlPr>
                      </m:sSubSupPr>
                      <m:e>
                        <m:r>
                          <a:rPr lang="en-US" b="1" i="1">
                            <a:latin typeface="Cambria Math" panose="02040503050406030204" pitchFamily="18" charset="0"/>
                          </a:rPr>
                          <m:t>𝒙</m:t>
                        </m:r>
                      </m:e>
                      <m:sub>
                        <m:r>
                          <a:rPr lang="en-US" i="1">
                            <a:latin typeface="Cambria Math" panose="02040503050406030204" pitchFamily="18" charset="0"/>
                          </a:rPr>
                          <m:t>𝑘</m:t>
                        </m:r>
                      </m:sub>
                      <m:sup>
                        <m:r>
                          <a:rPr lang="en-US" i="1">
                            <a:latin typeface="Cambria Math" panose="02040503050406030204" pitchFamily="18" charset="0"/>
                          </a:rPr>
                          <m:t>𝑒</m:t>
                        </m:r>
                      </m:sup>
                    </m:sSubSup>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𝑡</m:t>
                        </m:r>
                      </m:sub>
                      <m:sup>
                        <m:r>
                          <a:rPr lang="en-US" b="0" i="1" smtClean="0">
                            <a:latin typeface="Cambria Math" panose="02040503050406030204" pitchFamily="18" charset="0"/>
                          </a:rPr>
                          <m:t>𝑒</m:t>
                        </m:r>
                      </m:sup>
                    </m:sSubSup>
                    <m:r>
                      <a:rPr lang="en-US" b="0" i="1" smtClean="0">
                        <a:latin typeface="Cambria Math" panose="02040503050406030204" pitchFamily="18" charset="0"/>
                      </a:rPr>
                      <m:t>)</m:t>
                    </m:r>
                  </m:oMath>
                </a14:m>
                <a:r>
                  <a:rPr lang="en-US" dirty="0"/>
                  <a:t>). </a:t>
                </a:r>
              </a:p>
              <a:p>
                <a:r>
                  <a:rPr lang="en-US" dirty="0"/>
                  <a:t>If</a:t>
                </a:r>
                <a14:m>
                  <m:oMath xmlns:m="http://schemas.openxmlformats.org/officeDocument/2006/math">
                    <m:r>
                      <a:rPr lang="en-US" b="0" i="0" smtClean="0">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𝑠</m:t>
                        </m:r>
                      </m:e>
                      <m:sub>
                        <m:r>
                          <a:rPr lang="en-US" b="0" i="1" smtClean="0">
                            <a:latin typeface="Cambria Math" panose="02040503050406030204" pitchFamily="18" charset="0"/>
                          </a:rPr>
                          <m:t>𝑡</m:t>
                        </m:r>
                      </m:sub>
                      <m:sup>
                        <m:r>
                          <a:rPr lang="en-US" i="1">
                            <a:latin typeface="Cambria Math" panose="02040503050406030204" pitchFamily="18" charset="0"/>
                          </a:rPr>
                          <m:t>𝑒</m:t>
                        </m:r>
                      </m:sup>
                    </m:sSubSup>
                  </m:oMath>
                </a14:m>
                <a:r>
                  <a:rPr lang="en-US" dirty="0"/>
                  <a:t> is Markov: partial observable MDP (POMDP).</a:t>
                </a:r>
              </a:p>
              <a:p>
                <a:r>
                  <a:rPr lang="en-US" dirty="0"/>
                  <a:t>Agent may reconstruct the complete state information </a:t>
                </a:r>
                <a14:m>
                  <m:oMath xmlns:m="http://schemas.openxmlformats.org/officeDocument/2006/math">
                    <m:sSub>
                      <m:sSubPr>
                        <m:ctrlPr>
                          <a:rPr lang="en-US" i="1" dirty="0">
                            <a:latin typeface="Cambria Math" panose="02040503050406030204" pitchFamily="18" charset="0"/>
                          </a:rPr>
                        </m:ctrlPr>
                      </m:sSubPr>
                      <m:e>
                        <m:acc>
                          <m:accPr>
                            <m:chr m:val="̂"/>
                            <m:ctrlPr>
                              <a:rPr lang="en-US" b="1" i="1" dirty="0" smtClean="0">
                                <a:latin typeface="Cambria Math" panose="02040503050406030204" pitchFamily="18" charset="0"/>
                              </a:rPr>
                            </m:ctrlPr>
                          </m:accPr>
                          <m:e>
                            <m:r>
                              <a:rPr lang="en-US" b="1" i="1" dirty="0" smtClean="0">
                                <a:latin typeface="Cambria Math" panose="02040503050406030204" pitchFamily="18" charset="0"/>
                              </a:rPr>
                              <m:t>𝒙</m:t>
                            </m:r>
                          </m:e>
                        </m:acc>
                      </m:e>
                      <m:sub>
                        <m:r>
                          <a:rPr lang="en-US" b="0" i="1" dirty="0" smtClean="0">
                            <a:latin typeface="Cambria Math" panose="02040503050406030204" pitchFamily="18" charset="0"/>
                          </a:rPr>
                          <m:t>𝑡</m:t>
                        </m:r>
                      </m:sub>
                    </m:sSub>
                    <m:r>
                      <a:rPr lang="en-US" b="0"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1" i="1" dirty="0">
                            <a:latin typeface="Cambria Math" panose="02040503050406030204" pitchFamily="18" charset="0"/>
                          </a:rPr>
                          <m:t>𝒙</m:t>
                        </m:r>
                      </m:e>
                      <m:sub>
                        <m:r>
                          <a:rPr lang="en-US" b="0" i="1" dirty="0" smtClean="0">
                            <a:latin typeface="Cambria Math" panose="02040503050406030204" pitchFamily="18" charset="0"/>
                          </a:rPr>
                          <m:t>𝑡</m:t>
                        </m:r>
                      </m:sub>
                      <m:sup>
                        <m:r>
                          <a:rPr lang="en-US" b="0" i="1" dirty="0" smtClean="0">
                            <a:latin typeface="Cambria Math" panose="02040503050406030204" pitchFamily="18" charset="0"/>
                          </a:rPr>
                          <m:t>𝑒</m:t>
                        </m:r>
                      </m:sup>
                    </m:sSubSup>
                  </m:oMath>
                </a14:m>
                <a:r>
                  <a:rPr lang="en-US" dirty="0"/>
                  <a:t> (belief, estimate). </a:t>
                </a:r>
              </a:p>
              <a:p>
                <a:endParaRPr lang="en-US" dirty="0"/>
              </a:p>
              <a:p>
                <a:pPr marL="0" indent="0">
                  <a:buNone/>
                </a:pPr>
                <a:r>
                  <a:rPr lang="en-US" b="1" dirty="0"/>
                  <a:t>POMDP examples </a:t>
                </a:r>
              </a:p>
              <a:p>
                <a:r>
                  <a:rPr lang="en-US" dirty="0"/>
                  <a:t>Technical systems with limited sensors (cutting costs)</a:t>
                </a:r>
              </a:p>
              <a:p>
                <a:r>
                  <a:rPr lang="en-US" dirty="0"/>
                  <a:t>Poker game (unknown opponents’ cards)</a:t>
                </a:r>
              </a:p>
              <a:p>
                <a:r>
                  <a:rPr lang="en-US" dirty="0"/>
                  <a:t>Human health status (too complex system)</a:t>
                </a:r>
              </a:p>
            </p:txBody>
          </p:sp>
        </mc:Choice>
        <mc:Fallback xmlns="">
          <p:sp>
            <p:nvSpPr>
              <p:cNvPr id="3" name="Content Placeholder 2">
                <a:extLst>
                  <a:ext uri="{FF2B5EF4-FFF2-40B4-BE49-F238E27FC236}">
                    <a16:creationId xmlns:a16="http://schemas.microsoft.com/office/drawing/2014/main" id="{232E093C-AA8B-F696-4146-81D8D828312A}"/>
                  </a:ext>
                </a:extLst>
              </p:cNvPr>
              <p:cNvSpPr>
                <a:spLocks noGrp="1" noRot="1" noChangeAspect="1" noMove="1" noResize="1" noEditPoints="1" noAdjustHandles="1" noChangeArrowheads="1" noChangeShapeType="1" noTextEdit="1"/>
              </p:cNvSpPr>
              <p:nvPr>
                <p:ph idx="1"/>
              </p:nvPr>
            </p:nvSpPr>
            <p:spPr>
              <a:blipFill>
                <a:blip r:embed="rId2"/>
                <a:stretch>
                  <a:fillRect l="-638" t="-2168"/>
                </a:stretch>
              </a:blipFill>
            </p:spPr>
            <p:txBody>
              <a:bodyPr/>
              <a:lstStyle/>
              <a:p>
                <a:r>
                  <a:rPr lang="en-US">
                    <a:noFill/>
                  </a:rPr>
                  <a:t> </a:t>
                </a:r>
              </a:p>
            </p:txBody>
          </p:sp>
        </mc:Fallback>
      </mc:AlternateContent>
    </p:spTree>
    <p:extLst>
      <p:ext uri="{BB962C8B-B14F-4D97-AF65-F5344CB8AC3E}">
        <p14:creationId xmlns:p14="http://schemas.microsoft.com/office/powerpoint/2010/main" val="35294379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F41A2-380C-FCFF-EDED-8B86AC5AF794}"/>
              </a:ext>
            </a:extLst>
          </p:cNvPr>
          <p:cNvSpPr>
            <a:spLocks noGrp="1"/>
          </p:cNvSpPr>
          <p:nvPr>
            <p:ph type="title"/>
          </p:nvPr>
        </p:nvSpPr>
        <p:spPr/>
        <p:txBody>
          <a:bodyPr/>
          <a:lstStyle/>
          <a:p>
            <a:r>
              <a:rPr lang="en-US" dirty="0"/>
              <a:t>Action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8813C4-9E52-5AD1-07F6-ADE29C5358AD}"/>
                  </a:ext>
                </a:extLst>
              </p:cNvPr>
              <p:cNvSpPr>
                <a:spLocks noGrp="1"/>
              </p:cNvSpPr>
              <p:nvPr>
                <p:ph idx="1"/>
              </p:nvPr>
            </p:nvSpPr>
            <p:spPr/>
            <p:txBody>
              <a:bodyPr>
                <a:normAutofit fontScale="85000" lnSpcReduction="10000"/>
              </a:bodyPr>
              <a:lstStyle/>
              <a:p>
                <a:r>
                  <a:rPr lang="en-US" dirty="0"/>
                  <a:t>An action is the agent’s degree of freedom in order to maximize its reward.</a:t>
                </a:r>
              </a:p>
              <a:p>
                <a:r>
                  <a:rPr lang="en-US" dirty="0"/>
                  <a:t>Major distinction:</a:t>
                </a:r>
              </a:p>
              <a:p>
                <a:pPr lvl="1"/>
                <a:r>
                  <a:rPr lang="en-US" dirty="0"/>
                  <a:t>Finite action set (FAS):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𝑡</m:t>
                        </m:r>
                      </m:sub>
                    </m:sSub>
                    <m:r>
                      <a:rPr lang="en-US" b="0" i="1" dirty="0" smtClean="0">
                        <a:latin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𝒜</m:t>
                    </m:r>
                  </m:oMath>
                </a14:m>
                <a:endParaRPr lang="en-US" dirty="0"/>
              </a:p>
              <a:p>
                <a:pPr lvl="1"/>
                <a:r>
                  <a:rPr lang="en-US" dirty="0"/>
                  <a:t>Continuous action set (CAS): Infinite number of actions: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𝑎</m:t>
                        </m:r>
                      </m:e>
                      <m:sub>
                        <m:r>
                          <a:rPr lang="en-US" b="0" i="1" dirty="0" smtClean="0">
                            <a:latin typeface="Cambria Math" panose="02040503050406030204" pitchFamily="18" charset="0"/>
                          </a:rPr>
                          <m:t>𝑡</m:t>
                        </m:r>
                      </m:sub>
                    </m:sSub>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r>
                          <a:rPr lang="en-US" i="1" dirty="0">
                            <a:latin typeface="Cambria Math" panose="02040503050406030204" pitchFamily="18" charset="0"/>
                          </a:rPr>
                          <m:t>𝑚</m:t>
                        </m:r>
                      </m:sup>
                    </m:sSup>
                  </m:oMath>
                </a14:m>
                <a:endParaRPr lang="en-US" dirty="0"/>
              </a:p>
              <a:p>
                <a:pPr lvl="1"/>
                <a:r>
                  <a:rPr lang="en-US" dirty="0"/>
                  <a:t>Deterministic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𝑎</m:t>
                        </m:r>
                      </m:e>
                      <m:sub>
                        <m:r>
                          <a:rPr lang="en-US" b="0" i="1" dirty="0" smtClean="0">
                            <a:latin typeface="Cambria Math" panose="02040503050406030204" pitchFamily="18" charset="0"/>
                          </a:rPr>
                          <m:t>𝑡</m:t>
                        </m:r>
                      </m:sub>
                    </m:sSub>
                  </m:oMath>
                </a14:m>
                <a:r>
                  <a:rPr lang="en-US" dirty="0"/>
                  <a:t> or random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𝐴</m:t>
                        </m:r>
                      </m:e>
                      <m:sub>
                        <m:r>
                          <a:rPr lang="en-US" b="0" i="1" dirty="0" smtClean="0">
                            <a:latin typeface="Cambria Math" panose="02040503050406030204" pitchFamily="18" charset="0"/>
                          </a:rPr>
                          <m:t>𝑡</m:t>
                        </m:r>
                      </m:sub>
                    </m:sSub>
                  </m:oMath>
                </a14:m>
                <a:r>
                  <a:rPr lang="en-US" dirty="0"/>
                  <a:t> variable</a:t>
                </a:r>
              </a:p>
              <a:p>
                <a:pPr lvl="1"/>
                <a:r>
                  <a:rPr lang="en-US" dirty="0"/>
                  <a:t>Often state-dependent and potentially constrained: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𝑎</m:t>
                        </m:r>
                      </m:e>
                      <m:sub>
                        <m:r>
                          <a:rPr lang="en-US" b="0" i="1" dirty="0" smtClean="0">
                            <a:latin typeface="Cambria Math" panose="02040503050406030204" pitchFamily="18" charset="0"/>
                          </a:rPr>
                          <m:t>𝑡</m:t>
                        </m:r>
                      </m:sub>
                    </m:sSub>
                    <m:r>
                      <a:rPr lang="en-US" i="1" dirty="0">
                        <a:latin typeface="Cambria Math" panose="02040503050406030204" pitchFamily="18" charset="0"/>
                      </a:rPr>
                      <m:t>∈ </m:t>
                    </m:r>
                    <m:r>
                      <a:rPr lang="en-US" i="1" dirty="0" smtClean="0">
                        <a:latin typeface="Cambria Math" panose="02040503050406030204" pitchFamily="18" charset="0"/>
                        <a:ea typeface="Cambria Math" panose="02040503050406030204" pitchFamily="18" charset="0"/>
                      </a:rPr>
                      <m:t>𝒜</m:t>
                    </m:r>
                    <m:r>
                      <a:rPr lang="en-US" b="0" i="1" dirty="0" smtClean="0">
                        <a:latin typeface="Cambria Math" panose="02040503050406030204" pitchFamily="18" charset="0"/>
                        <a:ea typeface="Cambria Math" panose="02040503050406030204" pitchFamily="18" charset="0"/>
                      </a:rPr>
                      <m:t>(</m:t>
                    </m:r>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𝑠</m:t>
                        </m:r>
                      </m:e>
                      <m:sub>
                        <m:r>
                          <a:rPr lang="en-US" b="0" i="1" dirty="0" smtClean="0">
                            <a:latin typeface="Cambria Math" panose="02040503050406030204" pitchFamily="18" charset="0"/>
                            <a:ea typeface="Cambria Math" panose="02040503050406030204" pitchFamily="18" charset="0"/>
                          </a:rPr>
                          <m:t>𝑡</m:t>
                        </m:r>
                      </m:sub>
                    </m:sSub>
                    <m:r>
                      <a:rPr lang="en-US" b="0" i="1" dirty="0" smtClean="0">
                        <a:latin typeface="Cambria Math" panose="02040503050406030204" pitchFamily="18" charset="0"/>
                        <a:ea typeface="Cambria Math" panose="02040503050406030204" pitchFamily="18" charset="0"/>
                      </a:rPr>
                      <m:t>)</m:t>
                    </m:r>
                  </m:oMath>
                </a14:m>
                <a:endParaRPr lang="en-US" dirty="0"/>
              </a:p>
              <a:p>
                <a:r>
                  <a:rPr lang="en-US" dirty="0"/>
                  <a:t>Examples:</a:t>
                </a:r>
              </a:p>
              <a:p>
                <a:pPr lvl="1"/>
                <a:r>
                  <a:rPr lang="en-US" dirty="0"/>
                  <a:t>Take a card during Blackjack game (FAS)</a:t>
                </a:r>
              </a:p>
              <a:p>
                <a:pPr lvl="1"/>
                <a:r>
                  <a:rPr lang="en-US" dirty="0"/>
                  <a:t>Drive an autonomous car (CAS)</a:t>
                </a:r>
              </a:p>
              <a:p>
                <a:pPr lvl="1"/>
                <a:r>
                  <a:rPr lang="en-US" dirty="0"/>
                  <a:t>Buy stock options for your trading portfolio (FAS/CAS)</a:t>
                </a:r>
              </a:p>
              <a:p>
                <a:pPr lvl="1"/>
                <a:endParaRPr lang="en-US" dirty="0"/>
              </a:p>
              <a:p>
                <a:r>
                  <a:rPr lang="en-US" dirty="0"/>
                  <a:t>Remark on state and action spaces: Evaluating the state and action spaces (e.g., finite vs. continuous) of a new RL problem should be always the first steps in order to choose appropriate solution algorithms.</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A08813C4-9E52-5AD1-07F6-ADE29C5358AD}"/>
                  </a:ext>
                </a:extLst>
              </p:cNvPr>
              <p:cNvSpPr>
                <a:spLocks noGrp="1" noRot="1" noChangeAspect="1" noMove="1" noResize="1" noEditPoints="1" noAdjustHandles="1" noChangeArrowheads="1" noChangeShapeType="1" noTextEdit="1"/>
              </p:cNvSpPr>
              <p:nvPr>
                <p:ph idx="1"/>
              </p:nvPr>
            </p:nvSpPr>
            <p:spPr>
              <a:blipFill>
                <a:blip r:embed="rId2"/>
                <a:stretch>
                  <a:fillRect l="-812" t="-2296" b="-1276"/>
                </a:stretch>
              </a:blipFill>
            </p:spPr>
            <p:txBody>
              <a:bodyPr/>
              <a:lstStyle/>
              <a:p>
                <a:r>
                  <a:rPr lang="en-US">
                    <a:noFill/>
                  </a:rPr>
                  <a:t> </a:t>
                </a:r>
              </a:p>
            </p:txBody>
          </p:sp>
        </mc:Fallback>
      </mc:AlternateContent>
    </p:spTree>
    <p:extLst>
      <p:ext uri="{BB962C8B-B14F-4D97-AF65-F5344CB8AC3E}">
        <p14:creationId xmlns:p14="http://schemas.microsoft.com/office/powerpoint/2010/main" val="15021640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871F3-4A9E-A4EE-755F-D4422B4538A7}"/>
              </a:ext>
            </a:extLst>
          </p:cNvPr>
          <p:cNvSpPr>
            <a:spLocks noGrp="1"/>
          </p:cNvSpPr>
          <p:nvPr>
            <p:ph type="title"/>
          </p:nvPr>
        </p:nvSpPr>
        <p:spPr/>
        <p:txBody>
          <a:bodyPr/>
          <a:lstStyle/>
          <a:p>
            <a:r>
              <a:rPr lang="en-US" dirty="0"/>
              <a:t>Policy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7FC4428-14F5-734F-E351-A6055AD28009}"/>
                  </a:ext>
                </a:extLst>
              </p:cNvPr>
              <p:cNvSpPr>
                <a:spLocks noGrp="1"/>
              </p:cNvSpPr>
              <p:nvPr>
                <p:ph idx="1"/>
              </p:nvPr>
            </p:nvSpPr>
            <p:spPr/>
            <p:txBody>
              <a:bodyPr/>
              <a:lstStyle/>
              <a:p>
                <a:r>
                  <a:rPr lang="en-US" dirty="0"/>
                  <a:t>A policy </a:t>
                </a:r>
                <a14:m>
                  <m:oMath xmlns:m="http://schemas.openxmlformats.org/officeDocument/2006/math">
                    <m:r>
                      <a:rPr lang="en-US" b="0" i="1" dirty="0" smtClean="0">
                        <a:latin typeface="Cambria Math" panose="02040503050406030204" pitchFamily="18" charset="0"/>
                      </a:rPr>
                      <m:t>𝜋</m:t>
                    </m:r>
                  </m:oMath>
                </a14:m>
                <a:r>
                  <a:rPr lang="en-US" dirty="0"/>
                  <a:t> is the agent’s internal strategy on picking actions.</a:t>
                </a:r>
              </a:p>
              <a:p>
                <a:endParaRPr lang="en-US" dirty="0"/>
              </a:p>
              <a:p>
                <a:r>
                  <a:rPr lang="en-US" dirty="0"/>
                  <a:t>Deterministic policies: maps state and action directly:</a:t>
                </a:r>
                <a:br>
                  <a:rPr lang="en-US"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a:p>
                <a:endParaRPr lang="en-US" dirty="0"/>
              </a:p>
              <a:p>
                <a:r>
                  <a:rPr lang="en-US" dirty="0"/>
                  <a:t>Stochastic policies: maps a probability of the action given a state:</a:t>
                </a:r>
                <a:br>
                  <a:rPr lang="en-US" dirty="0"/>
                </a:br>
                <a14:m>
                  <m:oMath xmlns:m="http://schemas.openxmlformats.org/officeDocument/2006/math">
                    <m:r>
                      <a:rPr lang="en-US" b="0" i="1" smtClean="0">
                        <a:latin typeface="Cambria Math" panose="02040503050406030204" pitchFamily="18" charset="0"/>
                      </a:rPr>
                      <m:t>𝜋</m:t>
                    </m:r>
                    <m:d>
                      <m:dPr>
                        <m:ctrlPr>
                          <a:rPr lang="en-US"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i="1" smtClean="0">
                                <a:latin typeface="Cambria Math" panose="02040503050406030204" pitchFamily="18" charset="0"/>
                              </a:rPr>
                              <m:t>𝑎</m:t>
                            </m:r>
                          </m:e>
                          <m:sub>
                            <m:r>
                              <a:rPr lang="en-US" b="0" i="1" smtClean="0">
                                <a:latin typeface="Cambria Math" panose="02040503050406030204" pitchFamily="18" charset="0"/>
                              </a:rPr>
                              <m:t>𝑡</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r>
                      <a:rPr lang="en-US" b="0" i="1" smtClean="0">
                        <a:latin typeface="Cambria Math" panose="02040503050406030204" pitchFamily="18" charset="0"/>
                      </a:rPr>
                      <m:t>𝑃𝑟</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a:p>
                <a:endParaRPr lang="en-US" dirty="0"/>
              </a:p>
              <a:p>
                <a:r>
                  <a:rPr lang="en-US" dirty="0"/>
                  <a:t>RL is all about changing </a:t>
                </a:r>
                <a14:m>
                  <m:oMath xmlns:m="http://schemas.openxmlformats.org/officeDocument/2006/math">
                    <m:r>
                      <a:rPr lang="en-US" b="0" i="1" dirty="0" smtClean="0">
                        <a:latin typeface="Cambria Math" panose="02040503050406030204" pitchFamily="18" charset="0"/>
                      </a:rPr>
                      <m:t>𝜋</m:t>
                    </m:r>
                  </m:oMath>
                </a14:m>
                <a:r>
                  <a:rPr lang="en-US" dirty="0"/>
                  <a:t> over time in order to maximize the expected return.</a:t>
                </a:r>
              </a:p>
            </p:txBody>
          </p:sp>
        </mc:Choice>
        <mc:Fallback xmlns="">
          <p:sp>
            <p:nvSpPr>
              <p:cNvPr id="3" name="Content Placeholder 2">
                <a:extLst>
                  <a:ext uri="{FF2B5EF4-FFF2-40B4-BE49-F238E27FC236}">
                    <a16:creationId xmlns:a16="http://schemas.microsoft.com/office/drawing/2014/main" id="{F7FC4428-14F5-734F-E351-A6055AD28009}"/>
                  </a:ext>
                </a:extLst>
              </p:cNvPr>
              <p:cNvSpPr>
                <a:spLocks noGrp="1" noRot="1" noChangeAspect="1" noMove="1" noResize="1" noEditPoints="1" noAdjustHandles="1" noChangeArrowheads="1" noChangeShapeType="1" noTextEdit="1"/>
              </p:cNvSpPr>
              <p:nvPr>
                <p:ph idx="1"/>
              </p:nvPr>
            </p:nvSpPr>
            <p:spPr>
              <a:blipFill>
                <a:blip r:embed="rId2"/>
                <a:stretch>
                  <a:fillRect l="-1043" t="-2168" r="-174" b="-1786"/>
                </a:stretch>
              </a:blipFill>
            </p:spPr>
            <p:txBody>
              <a:bodyPr/>
              <a:lstStyle/>
              <a:p>
                <a:r>
                  <a:rPr lang="en-US">
                    <a:noFill/>
                  </a:rPr>
                  <a:t> </a:t>
                </a:r>
              </a:p>
            </p:txBody>
          </p:sp>
        </mc:Fallback>
      </mc:AlternateContent>
    </p:spTree>
    <p:extLst>
      <p:ext uri="{BB962C8B-B14F-4D97-AF65-F5344CB8AC3E}">
        <p14:creationId xmlns:p14="http://schemas.microsoft.com/office/powerpoint/2010/main" val="33935936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22B26-5980-A55E-84B3-517917136799}"/>
              </a:ext>
            </a:extLst>
          </p:cNvPr>
          <p:cNvSpPr>
            <a:spLocks noGrp="1"/>
          </p:cNvSpPr>
          <p:nvPr>
            <p:ph type="title"/>
          </p:nvPr>
        </p:nvSpPr>
        <p:spPr/>
        <p:txBody>
          <a:bodyPr/>
          <a:lstStyle/>
          <a:p>
            <a:r>
              <a:rPr lang="en-US" dirty="0"/>
              <a:t>Deterministic policy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759B9A-F5D1-A308-7329-F21FD2DA0B99}"/>
                  </a:ext>
                </a:extLst>
              </p:cNvPr>
              <p:cNvSpPr>
                <a:spLocks noGrp="1"/>
              </p:cNvSpPr>
              <p:nvPr>
                <p:ph idx="1"/>
              </p:nvPr>
            </p:nvSpPr>
            <p:spPr>
              <a:xfrm>
                <a:off x="838200" y="1397330"/>
                <a:ext cx="10515600" cy="1583195"/>
              </a:xfrm>
            </p:spPr>
            <p:txBody>
              <a:bodyPr>
                <a:normAutofit fontScale="77500" lnSpcReduction="20000"/>
              </a:bodyPr>
              <a:lstStyle/>
              <a:p>
                <a:pPr marL="0" indent="0">
                  <a:buNone/>
                </a:pPr>
                <a:r>
                  <a:rPr lang="en-US" dirty="0"/>
                  <a:t>Find optimal gains </a:t>
                </a:r>
                <a14:m>
                  <m:oMath xmlns:m="http://schemas.openxmlformats.org/officeDocument/2006/math">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err="1" smtClean="0">
                            <a:latin typeface="Cambria Math" panose="02040503050406030204" pitchFamily="18" charset="0"/>
                          </a:rPr>
                          <m:t>𝐾</m:t>
                        </m:r>
                      </m:e>
                      <m:sub>
                        <m:r>
                          <a:rPr lang="en-US" b="0" i="1" dirty="0" smtClean="0">
                            <a:latin typeface="Cambria Math" panose="02040503050406030204" pitchFamily="18" charset="0"/>
                          </a:rPr>
                          <m:t>𝑝</m:t>
                        </m:r>
                      </m:sub>
                    </m:sSub>
                    <m:r>
                      <a:rPr lang="en-US" i="1" dirty="0" err="1"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err="1" smtClean="0">
                            <a:latin typeface="Cambria Math" panose="02040503050406030204" pitchFamily="18" charset="0"/>
                          </a:rPr>
                          <m:t>𝐾</m:t>
                        </m:r>
                      </m:e>
                      <m:sub>
                        <m:r>
                          <a:rPr lang="en-US" b="0" i="1" dirty="0" smtClean="0">
                            <a:latin typeface="Cambria Math" panose="02040503050406030204" pitchFamily="18" charset="0"/>
                          </a:rPr>
                          <m:t>𝑖</m:t>
                        </m:r>
                      </m:sub>
                    </m:sSub>
                    <m:r>
                      <a:rPr lang="en-US" i="1" dirty="0" err="1"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err="1" smtClean="0">
                            <a:latin typeface="Cambria Math" panose="02040503050406030204" pitchFamily="18" charset="0"/>
                          </a:rPr>
                          <m:t>𝐾</m:t>
                        </m:r>
                      </m:e>
                      <m:sub>
                        <m:r>
                          <a:rPr lang="en-US" b="0" i="1" dirty="0" smtClean="0">
                            <a:latin typeface="Cambria Math" panose="02040503050406030204" pitchFamily="18" charset="0"/>
                          </a:rPr>
                          <m:t>𝑑</m:t>
                        </m:r>
                      </m:sub>
                    </m:sSub>
                    <m:r>
                      <a:rPr lang="en-US" i="1" dirty="0" smtClean="0">
                        <a:latin typeface="Cambria Math" panose="02040503050406030204" pitchFamily="18" charset="0"/>
                      </a:rPr>
                      <m:t>}</m:t>
                    </m:r>
                  </m:oMath>
                </a14:m>
                <a:r>
                  <a:rPr lang="en-US" dirty="0"/>
                  <a:t> given the reward </a:t>
                </a:r>
                <a14:m>
                  <m:oMath xmlns:m="http://schemas.openxmlformats.org/officeDocument/2006/math">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r</m:t>
                        </m:r>
                      </m:e>
                      <m:sub>
                        <m:r>
                          <m:rPr>
                            <m:sty m:val="p"/>
                          </m:rPr>
                          <a:rPr lang="en-US" b="0" i="0" dirty="0" smtClean="0">
                            <a:latin typeface="Cambria Math" panose="02040503050406030204" pitchFamily="18" charset="0"/>
                          </a:rPr>
                          <m:t>k</m:t>
                        </m:r>
                      </m:sub>
                    </m:sSub>
                    <m:r>
                      <a:rPr lang="en-US"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𝑒</m:t>
                        </m:r>
                      </m:e>
                      <m:sub>
                        <m:r>
                          <a:rPr lang="en-US" b="0" i="1" dirty="0" smtClean="0">
                            <a:latin typeface="Cambria Math" panose="02040503050406030204" pitchFamily="18" charset="0"/>
                          </a:rPr>
                          <m:t>𝑘</m:t>
                        </m:r>
                      </m:sub>
                      <m:sup>
                        <m:r>
                          <a:rPr lang="en-US" b="0" i="1" dirty="0" smtClean="0">
                            <a:latin typeface="Cambria Math" panose="02040503050406030204" pitchFamily="18" charset="0"/>
                          </a:rPr>
                          <m:t>2</m:t>
                        </m:r>
                      </m:sup>
                    </m:sSubSup>
                  </m:oMath>
                </a14:m>
                <a:r>
                  <a:rPr lang="en-US" dirty="0"/>
                  <a:t>: </a:t>
                </a:r>
              </a:p>
              <a:p>
                <a:r>
                  <a:rPr lang="en-US" dirty="0"/>
                  <a:t>Agent’s behavior is explicitly determined by </a:t>
                </a:r>
                <a14:m>
                  <m:oMath xmlns:m="http://schemas.openxmlformats.org/officeDocument/2006/math">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err="1">
                            <a:latin typeface="Cambria Math" panose="02040503050406030204" pitchFamily="18" charset="0"/>
                          </a:rPr>
                          <m:t>𝐾</m:t>
                        </m:r>
                      </m:e>
                      <m:sub>
                        <m:r>
                          <a:rPr lang="en-US" i="1" dirty="0">
                            <a:latin typeface="Cambria Math" panose="02040503050406030204" pitchFamily="18" charset="0"/>
                          </a:rPr>
                          <m:t>𝑝</m:t>
                        </m:r>
                      </m:sub>
                    </m:sSub>
                    <m:r>
                      <a:rPr lang="en-US" i="1" dirty="0" err="1">
                        <a:latin typeface="Cambria Math" panose="02040503050406030204" pitchFamily="18" charset="0"/>
                      </a:rPr>
                      <m:t>,</m:t>
                    </m:r>
                    <m:sSub>
                      <m:sSubPr>
                        <m:ctrlPr>
                          <a:rPr lang="en-US" i="1" dirty="0">
                            <a:latin typeface="Cambria Math" panose="02040503050406030204" pitchFamily="18" charset="0"/>
                          </a:rPr>
                        </m:ctrlPr>
                      </m:sSubPr>
                      <m:e>
                        <m:r>
                          <a:rPr lang="en-US" i="1" dirty="0" err="1">
                            <a:latin typeface="Cambria Math" panose="02040503050406030204" pitchFamily="18" charset="0"/>
                          </a:rPr>
                          <m:t>𝐾</m:t>
                        </m:r>
                      </m:e>
                      <m:sub>
                        <m:r>
                          <a:rPr lang="en-US" i="1" dirty="0">
                            <a:latin typeface="Cambria Math" panose="02040503050406030204" pitchFamily="18" charset="0"/>
                          </a:rPr>
                          <m:t>𝑖</m:t>
                        </m:r>
                      </m:sub>
                    </m:sSub>
                    <m:r>
                      <a:rPr lang="en-US" i="1" dirty="0" err="1">
                        <a:latin typeface="Cambria Math" panose="02040503050406030204" pitchFamily="18" charset="0"/>
                      </a:rPr>
                      <m:t>,</m:t>
                    </m:r>
                    <m:sSub>
                      <m:sSubPr>
                        <m:ctrlPr>
                          <a:rPr lang="en-US" i="1" dirty="0">
                            <a:latin typeface="Cambria Math" panose="02040503050406030204" pitchFamily="18" charset="0"/>
                          </a:rPr>
                        </m:ctrlPr>
                      </m:sSubPr>
                      <m:e>
                        <m:r>
                          <a:rPr lang="en-US" i="1" dirty="0" err="1">
                            <a:latin typeface="Cambria Math" panose="02040503050406030204" pitchFamily="18" charset="0"/>
                          </a:rPr>
                          <m:t>𝐾</m:t>
                        </m:r>
                      </m:e>
                      <m:sub>
                        <m:r>
                          <a:rPr lang="en-US" i="1" dirty="0">
                            <a:latin typeface="Cambria Math" panose="02040503050406030204" pitchFamily="18" charset="0"/>
                          </a:rPr>
                          <m:t>𝑑</m:t>
                        </m:r>
                      </m:sub>
                    </m:sSub>
                    <m:r>
                      <a:rPr lang="en-US" i="1" dirty="0">
                        <a:latin typeface="Cambria Math" panose="02040503050406030204" pitchFamily="18" charset="0"/>
                      </a:rPr>
                      <m:t>}</m:t>
                    </m:r>
                  </m:oMath>
                </a14:m>
                <a:r>
                  <a:rPr lang="en-US" dirty="0"/>
                  <a:t>.  </a:t>
                </a:r>
              </a:p>
              <a:p>
                <a:r>
                  <a:rPr lang="en-US" dirty="0"/>
                  <a:t>Reference value is part of the environment state: </a:t>
                </a:r>
                <a14:m>
                  <m:oMath xmlns:m="http://schemas.openxmlformats.org/officeDocument/2006/math">
                    <m:sSub>
                      <m:sSubPr>
                        <m:ctrlPr>
                          <a:rPr lang="en-US" b="0" i="1" dirty="0" smtClean="0">
                            <a:latin typeface="Cambria Math" panose="02040503050406030204" pitchFamily="18" charset="0"/>
                          </a:rPr>
                        </m:ctrlPr>
                      </m:sSubPr>
                      <m:e>
                        <m:r>
                          <a:rPr lang="en-US" b="1" i="1" dirty="0" smtClean="0">
                            <a:latin typeface="Cambria Math" panose="02040503050406030204" pitchFamily="18" charset="0"/>
                          </a:rPr>
                          <m:t>𝒙</m:t>
                        </m:r>
                      </m:e>
                      <m:sub>
                        <m:r>
                          <a:rPr lang="en-US" b="0" i="1" dirty="0" smtClean="0">
                            <a:latin typeface="Cambria Math" panose="02040503050406030204" pitchFamily="18" charset="0"/>
                          </a:rPr>
                          <m:t>𝑘</m:t>
                        </m:r>
                      </m:sub>
                    </m:sSub>
                    <m:r>
                      <a:rPr lang="en-US" i="1" dirty="0" smtClean="0">
                        <a:latin typeface="Cambria Math" panose="02040503050406030204" pitchFamily="18" charset="0"/>
                      </a:rPr>
                      <m:t>=</m:t>
                    </m:r>
                    <m:sSup>
                      <m:sSupPr>
                        <m:ctrlPr>
                          <a:rPr lang="en-US" b="0" i="1" dirty="0" smtClean="0">
                            <a:latin typeface="Cambria Math" panose="02040503050406030204" pitchFamily="18" charset="0"/>
                          </a:rPr>
                        </m:ctrlPr>
                      </m:sSupPr>
                      <m:e>
                        <m:d>
                          <m:dPr>
                            <m:begChr m:val="["/>
                            <m:endChr m:val="]"/>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𝑘</m:t>
                                </m:r>
                              </m:sub>
                            </m:sSub>
                            <m:r>
                              <a:rPr lang="en-US" b="0" i="1" dirty="0" smtClean="0">
                                <a:latin typeface="Cambria Math" panose="02040503050406030204" pitchFamily="18" charset="0"/>
                              </a:rPr>
                              <m:t>   </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𝑦</m:t>
                                </m:r>
                              </m:e>
                              <m:sub>
                                <m:r>
                                  <a:rPr lang="en-US" b="0" i="1" dirty="0" smtClean="0">
                                    <a:latin typeface="Cambria Math" panose="02040503050406030204" pitchFamily="18" charset="0"/>
                                  </a:rPr>
                                  <m:t>𝑘</m:t>
                                </m:r>
                              </m:sub>
                              <m:sup>
                                <m:r>
                                  <a:rPr lang="en-US" b="0" i="1" dirty="0" smtClean="0">
                                    <a:latin typeface="Cambria Math" panose="02040503050406030204" pitchFamily="18" charset="0"/>
                                  </a:rPr>
                                  <m:t>∗</m:t>
                                </m:r>
                              </m:sup>
                            </m:sSubSup>
                          </m:e>
                        </m:d>
                      </m:e>
                      <m:sup>
                        <m:r>
                          <a:rPr lang="en-US" b="0" i="1" dirty="0" smtClean="0">
                            <a:latin typeface="Cambria Math" panose="02040503050406030204" pitchFamily="18" charset="0"/>
                          </a:rPr>
                          <m:t>𝑇</m:t>
                        </m:r>
                      </m:sup>
                    </m:sSup>
                  </m:oMath>
                </a14:m>
                <a:r>
                  <a:rPr lang="en-US" dirty="0"/>
                  <a:t>. </a:t>
                </a:r>
              </a:p>
              <a:p>
                <a:r>
                  <a:rPr lang="en-US" dirty="0"/>
                  <a:t>Control output is the agent’s action: </a:t>
                </a:r>
                <a14:m>
                  <m:oMath xmlns:m="http://schemas.openxmlformats.org/officeDocument/2006/math">
                    <m:sSub>
                      <m:sSubPr>
                        <m:ctrlPr>
                          <a:rPr lang="en-US" b="0" i="1" dirty="0" smtClean="0">
                            <a:latin typeface="Cambria Math" panose="02040503050406030204" pitchFamily="18" charset="0"/>
                          </a:rPr>
                        </m:ctrlPr>
                      </m:sSubPr>
                      <m:e>
                        <m:r>
                          <a:rPr lang="en-US" b="1" i="1" dirty="0" smtClean="0">
                            <a:latin typeface="Cambria Math" panose="02040503050406030204" pitchFamily="18" charset="0"/>
                          </a:rPr>
                          <m:t>𝒖</m:t>
                        </m:r>
                      </m:e>
                      <m:sub>
                        <m:r>
                          <a:rPr lang="en-US" b="0" i="1" dirty="0" smtClean="0">
                            <a:latin typeface="Cambria Math" panose="02040503050406030204" pitchFamily="18" charset="0"/>
                          </a:rPr>
                          <m:t>𝑘</m:t>
                        </m:r>
                      </m:sub>
                    </m:sSub>
                    <m:r>
                      <a:rPr lang="en-US" i="1" dirty="0" smtClean="0">
                        <a:latin typeface="Cambria Math" panose="02040503050406030204" pitchFamily="18" charset="0"/>
                      </a:rPr>
                      <m:t>= </m:t>
                    </m:r>
                    <m:r>
                      <a:rPr lang="el-GR" b="1" i="1" dirty="0" smtClean="0">
                        <a:latin typeface="Cambria Math" panose="02040503050406030204" pitchFamily="18" charset="0"/>
                      </a:rPr>
                      <m:t>𝝅</m:t>
                    </m:r>
                    <m:r>
                      <a:rPr lang="el-GR"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1" i="1" dirty="0" err="1" smtClean="0">
                            <a:latin typeface="Cambria Math" panose="02040503050406030204" pitchFamily="18" charset="0"/>
                          </a:rPr>
                          <m:t>𝒙</m:t>
                        </m:r>
                      </m:e>
                      <m:sub>
                        <m:r>
                          <a:rPr lang="en-US" b="0" i="1" dirty="0" smtClean="0">
                            <a:latin typeface="Cambria Math" panose="02040503050406030204" pitchFamily="18" charset="0"/>
                          </a:rPr>
                          <m:t>𝑘</m:t>
                        </m:r>
                      </m:sub>
                    </m:sSub>
                    <m:r>
                      <a:rPr lang="en-US" i="1" dirty="0" err="1"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𝐾</m:t>
                        </m:r>
                      </m:e>
                      <m:sub>
                        <m:r>
                          <a:rPr lang="en-US" b="0" i="1" dirty="0" smtClean="0">
                            <a:latin typeface="Cambria Math" panose="02040503050406030204" pitchFamily="18" charset="0"/>
                          </a:rPr>
                          <m:t>𝑝</m:t>
                        </m:r>
                      </m:sub>
                    </m:sSub>
                    <m:r>
                      <a:rPr lang="en-US" i="1" dirty="0" err="1">
                        <a:latin typeface="Cambria Math" panose="02040503050406030204" pitchFamily="18" charset="0"/>
                      </a:rPr>
                      <m:t>,</m:t>
                    </m:r>
                    <m:sSub>
                      <m:sSubPr>
                        <m:ctrlPr>
                          <a:rPr lang="en-US" i="1" dirty="0">
                            <a:latin typeface="Cambria Math" panose="02040503050406030204" pitchFamily="18" charset="0"/>
                          </a:rPr>
                        </m:ctrlPr>
                      </m:sSubPr>
                      <m:e>
                        <m:r>
                          <a:rPr lang="en-US" i="1" dirty="0" err="1">
                            <a:latin typeface="Cambria Math" panose="02040503050406030204" pitchFamily="18" charset="0"/>
                          </a:rPr>
                          <m:t>𝐾</m:t>
                        </m:r>
                      </m:e>
                      <m:sub>
                        <m:r>
                          <a:rPr lang="en-US" i="1" dirty="0">
                            <a:latin typeface="Cambria Math" panose="02040503050406030204" pitchFamily="18" charset="0"/>
                          </a:rPr>
                          <m:t>𝑖</m:t>
                        </m:r>
                      </m:sub>
                    </m:sSub>
                    <m:r>
                      <a:rPr lang="en-US" i="1" dirty="0" err="1">
                        <a:latin typeface="Cambria Math" panose="02040503050406030204" pitchFamily="18" charset="0"/>
                      </a:rPr>
                      <m:t>,</m:t>
                    </m:r>
                    <m:sSub>
                      <m:sSubPr>
                        <m:ctrlPr>
                          <a:rPr lang="en-US" i="1" dirty="0">
                            <a:latin typeface="Cambria Math" panose="02040503050406030204" pitchFamily="18" charset="0"/>
                          </a:rPr>
                        </m:ctrlPr>
                      </m:sSubPr>
                      <m:e>
                        <m:r>
                          <a:rPr lang="en-US" i="1" dirty="0" err="1">
                            <a:latin typeface="Cambria Math" panose="02040503050406030204" pitchFamily="18" charset="0"/>
                          </a:rPr>
                          <m:t>𝐾</m:t>
                        </m:r>
                      </m:e>
                      <m:sub>
                        <m:r>
                          <a:rPr lang="en-US" i="1" dirty="0">
                            <a:latin typeface="Cambria Math" panose="02040503050406030204" pitchFamily="18" charset="0"/>
                          </a:rPr>
                          <m:t>𝑑</m:t>
                        </m:r>
                      </m:sub>
                    </m:sSub>
                    <m:r>
                      <a:rPr lang="en-US" i="1" dirty="0"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DF759B9A-F5D1-A308-7329-F21FD2DA0B99}"/>
                  </a:ext>
                </a:extLst>
              </p:cNvPr>
              <p:cNvSpPr>
                <a:spLocks noGrp="1" noRot="1" noChangeAspect="1" noMove="1" noResize="1" noEditPoints="1" noAdjustHandles="1" noChangeArrowheads="1" noChangeShapeType="1" noTextEdit="1"/>
              </p:cNvSpPr>
              <p:nvPr>
                <p:ph idx="1"/>
              </p:nvPr>
            </p:nvSpPr>
            <p:spPr>
              <a:xfrm>
                <a:off x="838200" y="1397330"/>
                <a:ext cx="10515600" cy="1583195"/>
              </a:xfrm>
              <a:blipFill>
                <a:blip r:embed="rId2"/>
                <a:stretch>
                  <a:fillRect l="-754" t="-6923" b="-1538"/>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D590CBCB-76E0-E2B7-8D44-5E7AD821C995}"/>
              </a:ext>
            </a:extLst>
          </p:cNvPr>
          <p:cNvPicPr>
            <a:picLocks noChangeAspect="1"/>
          </p:cNvPicPr>
          <p:nvPr/>
        </p:nvPicPr>
        <p:blipFill>
          <a:blip r:embed="rId3"/>
          <a:stretch>
            <a:fillRect/>
          </a:stretch>
        </p:blipFill>
        <p:spPr>
          <a:xfrm>
            <a:off x="1682192" y="3077513"/>
            <a:ext cx="8545118" cy="3200847"/>
          </a:xfrm>
          <a:prstGeom prst="rect">
            <a:avLst/>
          </a:prstGeom>
        </p:spPr>
      </p:pic>
      <p:sp>
        <p:nvSpPr>
          <p:cNvPr id="6" name="object 41">
            <a:extLst>
              <a:ext uri="{FF2B5EF4-FFF2-40B4-BE49-F238E27FC236}">
                <a16:creationId xmlns:a16="http://schemas.microsoft.com/office/drawing/2014/main" id="{2838BBB3-AB44-2BB0-B959-1CC4D17AC072}"/>
              </a:ext>
            </a:extLst>
          </p:cNvPr>
          <p:cNvSpPr txBox="1"/>
          <p:nvPr/>
        </p:nvSpPr>
        <p:spPr>
          <a:xfrm>
            <a:off x="950255" y="6278360"/>
            <a:ext cx="9841061" cy="242547"/>
          </a:xfrm>
          <a:prstGeom prst="rect">
            <a:avLst/>
          </a:prstGeom>
        </p:spPr>
        <p:txBody>
          <a:bodyPr vert="horz" wrap="square" lIns="0" tIns="26841" rIns="0" bIns="0" rtlCol="0">
            <a:spAutoFit/>
          </a:bodyPr>
          <a:lstStyle/>
          <a:p>
            <a:pPr marL="4494601" marR="10737" indent="-4469101" algn="ctr">
              <a:spcBef>
                <a:spcPts val="11"/>
              </a:spcBef>
            </a:pPr>
            <a:r>
              <a:rPr sz="1400" dirty="0"/>
              <a:t>Classical PID control loop with scalar quantities (derivative of </a:t>
            </a:r>
            <a:r>
              <a:rPr sz="1400" dirty="0">
                <a:hlinkClick r:id="rId4"/>
              </a:rPr>
              <a:t>www.wikipedia.org</a:t>
            </a:r>
            <a:r>
              <a:rPr sz="1400" dirty="0"/>
              <a:t>, by Arturo Urquizo </a:t>
            </a:r>
            <a:r>
              <a:rPr sz="1400" dirty="0">
                <a:hlinkClick r:id="rId5"/>
              </a:rPr>
              <a:t>CC BY-SA 3.0</a:t>
            </a:r>
            <a:r>
              <a:rPr sz="1400" dirty="0"/>
              <a:t>)</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492D87D-461B-F8C0-EA65-8DDA24AC3BE7}"/>
                  </a:ext>
                </a:extLst>
              </p:cNvPr>
              <p:cNvSpPr txBox="1"/>
              <p:nvPr/>
            </p:nvSpPr>
            <p:spPr>
              <a:xfrm>
                <a:off x="8580852" y="247035"/>
                <a:ext cx="3292915" cy="175432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Control theory notation:</a:t>
                </a:r>
              </a:p>
              <a:p>
                <a:endParaRPr lang="en-US" dirty="0"/>
              </a:p>
              <a:p>
                <a:pPr marL="285750"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𝑘</m:t>
                        </m:r>
                      </m:sub>
                    </m:sSub>
                  </m:oMath>
                </a14:m>
                <a:r>
                  <a:rPr lang="en-US" dirty="0"/>
                  <a:t> is here the state at time </a:t>
                </a:r>
                <a14:m>
                  <m:oMath xmlns:m="http://schemas.openxmlformats.org/officeDocument/2006/math">
                    <m:r>
                      <a:rPr lang="en-US" i="1" dirty="0" smtClean="0">
                        <a:latin typeface="Cambria Math" panose="02040503050406030204" pitchFamily="18" charset="0"/>
                      </a:rPr>
                      <m:t>𝑘</m:t>
                    </m:r>
                  </m:oMath>
                </a14:m>
                <a:r>
                  <a:rPr lang="en-US" dirty="0"/>
                  <a:t> as a feature vector.</a:t>
                </a:r>
              </a:p>
              <a:p>
                <a:pPr marL="285750"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𝒖</m:t>
                        </m:r>
                      </m:e>
                      <m:sub>
                        <m:r>
                          <a:rPr lang="en-US" b="0" i="1" smtClean="0">
                            <a:latin typeface="Cambria Math" panose="02040503050406030204" pitchFamily="18" charset="0"/>
                          </a:rPr>
                          <m:t>𝑘</m:t>
                        </m:r>
                      </m:sub>
                    </m:sSub>
                  </m:oMath>
                </a14:m>
                <a:r>
                  <a:rPr lang="en-US" dirty="0"/>
                  <a:t> is the action</a:t>
                </a:r>
              </a:p>
              <a:p>
                <a:pPr marL="285750"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𝒚</m:t>
                        </m:r>
                      </m:e>
                      <m:sub>
                        <m:r>
                          <a:rPr lang="en-US" b="0" i="1" smtClean="0">
                            <a:latin typeface="Cambria Math" panose="02040503050406030204" pitchFamily="18" charset="0"/>
                          </a:rPr>
                          <m:t>𝑘</m:t>
                        </m:r>
                      </m:sub>
                    </m:sSub>
                  </m:oMath>
                </a14:m>
                <a:r>
                  <a:rPr lang="en-US" dirty="0"/>
                  <a:t> is the observation</a:t>
                </a:r>
              </a:p>
            </p:txBody>
          </p:sp>
        </mc:Choice>
        <mc:Fallback xmlns="">
          <p:sp>
            <p:nvSpPr>
              <p:cNvPr id="7" name="TextBox 6">
                <a:extLst>
                  <a:ext uri="{FF2B5EF4-FFF2-40B4-BE49-F238E27FC236}">
                    <a16:creationId xmlns:a16="http://schemas.microsoft.com/office/drawing/2014/main" id="{6492D87D-461B-F8C0-EA65-8DDA24AC3BE7}"/>
                  </a:ext>
                </a:extLst>
              </p:cNvPr>
              <p:cNvSpPr txBox="1">
                <a:spLocks noRot="1" noChangeAspect="1" noMove="1" noResize="1" noEditPoints="1" noAdjustHandles="1" noChangeArrowheads="1" noChangeShapeType="1" noTextEdit="1"/>
              </p:cNvSpPr>
              <p:nvPr/>
            </p:nvSpPr>
            <p:spPr>
              <a:xfrm>
                <a:off x="8580852" y="247035"/>
                <a:ext cx="3292915" cy="1754326"/>
              </a:xfrm>
              <a:prstGeom prst="rect">
                <a:avLst/>
              </a:prstGeom>
              <a:blipFill>
                <a:blip r:embed="rId6"/>
                <a:stretch>
                  <a:fillRect l="-1473" t="-1379" b="-4483"/>
                </a:stretch>
              </a:blipFill>
            </p:spPr>
            <p:txBody>
              <a:bodyPr/>
              <a:lstStyle/>
              <a:p>
                <a:r>
                  <a:rPr lang="en-US">
                    <a:noFill/>
                  </a:rPr>
                  <a:t> </a:t>
                </a:r>
              </a:p>
            </p:txBody>
          </p:sp>
        </mc:Fallback>
      </mc:AlternateContent>
    </p:spTree>
    <p:extLst>
      <p:ext uri="{BB962C8B-B14F-4D97-AF65-F5344CB8AC3E}">
        <p14:creationId xmlns:p14="http://schemas.microsoft.com/office/powerpoint/2010/main" val="1488131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ADF46-4B7F-31FC-E82D-3EB852373F06}"/>
              </a:ext>
            </a:extLst>
          </p:cNvPr>
          <p:cNvSpPr>
            <a:spLocks noGrp="1"/>
          </p:cNvSpPr>
          <p:nvPr>
            <p:ph type="title"/>
          </p:nvPr>
        </p:nvSpPr>
        <p:spPr/>
        <p:txBody>
          <a:bodyPr/>
          <a:lstStyle/>
          <a:p>
            <a:r>
              <a:rPr lang="en-US" spc="-21" dirty="0"/>
              <a:t>Stochastic</a:t>
            </a:r>
            <a:r>
              <a:rPr lang="en-US" spc="-190" dirty="0"/>
              <a:t> </a:t>
            </a:r>
            <a:r>
              <a:rPr lang="en-US" spc="-21" dirty="0"/>
              <a:t>policy</a:t>
            </a:r>
            <a:endParaRPr lang="en-US" dirty="0"/>
          </a:p>
        </p:txBody>
      </p:sp>
      <p:sp>
        <p:nvSpPr>
          <p:cNvPr id="3" name="Content Placeholder 2">
            <a:extLst>
              <a:ext uri="{FF2B5EF4-FFF2-40B4-BE49-F238E27FC236}">
                <a16:creationId xmlns:a16="http://schemas.microsoft.com/office/drawing/2014/main" id="{8D0DF497-73B6-6B59-4635-48EBAEA8FC60}"/>
              </a:ext>
            </a:extLst>
          </p:cNvPr>
          <p:cNvSpPr>
            <a:spLocks noGrp="1"/>
          </p:cNvSpPr>
          <p:nvPr>
            <p:ph idx="1"/>
          </p:nvPr>
        </p:nvSpPr>
        <p:spPr>
          <a:xfrm>
            <a:off x="838200" y="1397331"/>
            <a:ext cx="10515600" cy="1652996"/>
          </a:xfrm>
        </p:spPr>
        <p:txBody>
          <a:bodyPr>
            <a:normAutofit fontScale="92500" lnSpcReduction="10000"/>
          </a:bodyPr>
          <a:lstStyle/>
          <a:p>
            <a:r>
              <a:rPr lang="en-US" dirty="0"/>
              <a:t>Two-player game of extended rock-paper-scissors:</a:t>
            </a:r>
          </a:p>
          <a:p>
            <a:r>
              <a:rPr lang="en-US" dirty="0"/>
              <a:t>A deterministic policy can be easily exploited by the opponent.</a:t>
            </a:r>
          </a:p>
          <a:p>
            <a:r>
              <a:rPr lang="en-US" dirty="0"/>
              <a:t>A uniform random policy would be instead unpredictable (assuming an ideal random number generator).</a:t>
            </a:r>
          </a:p>
          <a:p>
            <a:pPr marL="0" indent="0">
              <a:buNone/>
            </a:pPr>
            <a:endParaRPr lang="en-US" dirty="0"/>
          </a:p>
        </p:txBody>
      </p:sp>
      <p:pic>
        <p:nvPicPr>
          <p:cNvPr id="5" name="Picture 4">
            <a:extLst>
              <a:ext uri="{FF2B5EF4-FFF2-40B4-BE49-F238E27FC236}">
                <a16:creationId xmlns:a16="http://schemas.microsoft.com/office/drawing/2014/main" id="{11FF7A87-9993-FF8C-8CD9-146F92A53FEE}"/>
              </a:ext>
            </a:extLst>
          </p:cNvPr>
          <p:cNvPicPr>
            <a:picLocks noChangeAspect="1"/>
          </p:cNvPicPr>
          <p:nvPr/>
        </p:nvPicPr>
        <p:blipFill>
          <a:blip r:embed="rId2"/>
          <a:stretch>
            <a:fillRect/>
          </a:stretch>
        </p:blipFill>
        <p:spPr>
          <a:xfrm>
            <a:off x="2266516" y="3101501"/>
            <a:ext cx="3610479" cy="3391373"/>
          </a:xfrm>
          <a:prstGeom prst="rect">
            <a:avLst/>
          </a:prstGeom>
        </p:spPr>
      </p:pic>
      <p:sp>
        <p:nvSpPr>
          <p:cNvPr id="6" name="object 5">
            <a:extLst>
              <a:ext uri="{FF2B5EF4-FFF2-40B4-BE49-F238E27FC236}">
                <a16:creationId xmlns:a16="http://schemas.microsoft.com/office/drawing/2014/main" id="{89E6B9B0-FC5D-FD60-03B3-FC5B48E06C8C}"/>
              </a:ext>
            </a:extLst>
          </p:cNvPr>
          <p:cNvSpPr txBox="1"/>
          <p:nvPr/>
        </p:nvSpPr>
        <p:spPr>
          <a:xfrm>
            <a:off x="5624648" y="5514503"/>
            <a:ext cx="4105686" cy="672079"/>
          </a:xfrm>
          <a:prstGeom prst="rect">
            <a:avLst/>
          </a:prstGeom>
        </p:spPr>
        <p:txBody>
          <a:bodyPr vert="horz" wrap="square" lIns="0" tIns="25499" rIns="0" bIns="0" rtlCol="0">
            <a:spAutoFit/>
          </a:bodyPr>
          <a:lstStyle/>
          <a:p>
            <a:pPr marL="48315" marR="10737" indent="-22815">
              <a:spcBef>
                <a:spcPts val="201"/>
              </a:spcBef>
            </a:pPr>
            <a:r>
              <a:rPr sz="1400" dirty="0"/>
              <a:t>Figure: Rock paper scissors lizard Spock game mechanics (source: </a:t>
            </a:r>
            <a:r>
              <a:rPr sz="1400" dirty="0">
                <a:hlinkClick r:id="rId3"/>
              </a:rPr>
              <a:t>www.wikipedia.org,</a:t>
            </a:r>
            <a:r>
              <a:rPr sz="1400" dirty="0"/>
              <a:t> by Diriector Doc </a:t>
            </a:r>
            <a:r>
              <a:rPr sz="1400" dirty="0">
                <a:hlinkClick r:id="rId4"/>
              </a:rPr>
              <a:t>CC BY-SA 4.0</a:t>
            </a:r>
            <a:r>
              <a:rPr sz="1400" dirty="0"/>
              <a:t>)</a:t>
            </a:r>
          </a:p>
        </p:txBody>
      </p:sp>
    </p:spTree>
    <p:extLst>
      <p:ext uri="{BB962C8B-B14F-4D97-AF65-F5344CB8AC3E}">
        <p14:creationId xmlns:p14="http://schemas.microsoft.com/office/powerpoint/2010/main" val="3751066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E2AB5-FDF6-7794-79DB-DE053E841968}"/>
              </a:ext>
            </a:extLst>
          </p:cNvPr>
          <p:cNvSpPr>
            <a:spLocks noGrp="1"/>
          </p:cNvSpPr>
          <p:nvPr>
            <p:ph type="title"/>
          </p:nvPr>
        </p:nvSpPr>
        <p:spPr/>
        <p:txBody>
          <a:bodyPr/>
          <a:lstStyle/>
          <a:p>
            <a:r>
              <a:rPr lang="en-US" dirty="0"/>
              <a:t>Value Function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4AA51C4-18F9-027C-9BAC-0CE37670BD3D}"/>
                  </a:ext>
                </a:extLst>
              </p:cNvPr>
              <p:cNvSpPr>
                <a:spLocks noGrp="1"/>
              </p:cNvSpPr>
              <p:nvPr>
                <p:ph idx="1"/>
              </p:nvPr>
            </p:nvSpPr>
            <p:spPr/>
            <p:txBody>
              <a:bodyPr>
                <a:normAutofit fontScale="77500" lnSpcReduction="20000"/>
              </a:bodyPr>
              <a:lstStyle/>
              <a:p>
                <a:r>
                  <a:rPr lang="en-US" dirty="0"/>
                  <a:t>The state-value function is the expected return being in state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sub>
                    </m:sSub>
                  </m:oMath>
                </a14:m>
                <a:r>
                  <a:rPr lang="en-US" dirty="0"/>
                  <a:t> following </a:t>
                </a:r>
                <a14:m>
                  <m:oMath xmlns:m="http://schemas.openxmlformats.org/officeDocument/2006/math">
                    <m:r>
                      <a:rPr lang="en-US" b="0" i="1" dirty="0" smtClean="0">
                        <a:latin typeface="Cambria Math" panose="02040503050406030204" pitchFamily="18" charset="0"/>
                      </a:rPr>
                      <m:t>𝜋</m:t>
                    </m:r>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𝑣</m:t>
                        </m:r>
                      </m:e>
                      <m:sub>
                        <m:r>
                          <m:rPr>
                            <m:sty m:val="p"/>
                          </m:rPr>
                          <a:rPr lang="en-US" b="0" i="0" dirty="0" smtClean="0">
                            <a:latin typeface="Cambria Math" panose="02040503050406030204" pitchFamily="18" charset="0"/>
                          </a:rPr>
                          <m:t>π</m:t>
                        </m:r>
                      </m:sub>
                    </m:sSub>
                    <m:r>
                      <a:rPr lang="en-US" b="0" i="0"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sub>
                    </m:sSub>
                    <m:r>
                      <a:rPr lang="en-US" b="0" i="0" dirty="0" smtClean="0">
                        <a:latin typeface="Cambria Math" panose="02040503050406030204" pitchFamily="18" charset="0"/>
                      </a:rPr>
                      <m:t>)</m:t>
                    </m:r>
                  </m:oMath>
                </a14:m>
                <a:r>
                  <a:rPr lang="en-US" dirty="0"/>
                  <a:t>.</a:t>
                </a:r>
              </a:p>
              <a:p>
                <a:r>
                  <a:rPr lang="en-US" dirty="0"/>
                  <a:t>Assuming an MDP problem structure the state-value function is</a:t>
                </a:r>
              </a:p>
              <a:p>
                <a:pPr marL="0" indent="0">
                  <a:buNone/>
                </a:pPr>
                <a:br>
                  <a:rPr lang="en-US" dirty="0"/>
                </a:br>
                <a14:m>
                  <m:oMathPara xmlns:m="http://schemas.openxmlformats.org/officeDocument/2006/math">
                    <m:oMathParaPr>
                      <m:jc m:val="centerGroup"/>
                    </m:oMathParaPr>
                    <m:oMath xmlns:m="http://schemas.openxmlformats.org/officeDocument/2006/math">
                      <m:sSub>
                        <m:sSubPr>
                          <m:ctrlPr>
                            <a:rPr lang="en-US" sz="2900" b="0" i="1" smtClean="0">
                              <a:latin typeface="Cambria Math" panose="02040503050406030204" pitchFamily="18" charset="0"/>
                            </a:rPr>
                          </m:ctrlPr>
                        </m:sSubPr>
                        <m:e>
                          <m:r>
                            <a:rPr lang="en-US" sz="2900" b="0" i="1" smtClean="0">
                              <a:latin typeface="Cambria Math" panose="02040503050406030204" pitchFamily="18" charset="0"/>
                            </a:rPr>
                            <m:t>𝑣</m:t>
                          </m:r>
                        </m:e>
                        <m:sub>
                          <m:r>
                            <a:rPr lang="en-US" sz="2900" b="0" i="1" smtClean="0">
                              <a:latin typeface="Cambria Math" panose="02040503050406030204" pitchFamily="18" charset="0"/>
                            </a:rPr>
                            <m:t>𝜋</m:t>
                          </m:r>
                        </m:sub>
                      </m:sSub>
                      <m:d>
                        <m:dPr>
                          <m:ctrlPr>
                            <a:rPr lang="en-US" sz="2900" b="0" i="1" smtClean="0">
                              <a:latin typeface="Cambria Math" panose="02040503050406030204" pitchFamily="18" charset="0"/>
                            </a:rPr>
                          </m:ctrlPr>
                        </m:dPr>
                        <m:e>
                          <m:sSub>
                            <m:sSubPr>
                              <m:ctrlPr>
                                <a:rPr lang="en-US" sz="2900" b="0" i="1" smtClean="0">
                                  <a:latin typeface="Cambria Math" panose="02040503050406030204" pitchFamily="18" charset="0"/>
                                </a:rPr>
                              </m:ctrlPr>
                            </m:sSubPr>
                            <m:e>
                              <m:r>
                                <a:rPr lang="en-US" sz="2900" b="0" i="1" smtClean="0">
                                  <a:latin typeface="Cambria Math" panose="02040503050406030204" pitchFamily="18" charset="0"/>
                                </a:rPr>
                                <m:t>𝑠</m:t>
                              </m:r>
                            </m:e>
                            <m:sub>
                              <m:r>
                                <a:rPr lang="en-US" sz="2900" b="0" i="1" smtClean="0">
                                  <a:latin typeface="Cambria Math" panose="02040503050406030204" pitchFamily="18" charset="0"/>
                                </a:rPr>
                                <m:t>𝑡</m:t>
                              </m:r>
                            </m:sub>
                          </m:sSub>
                        </m:e>
                      </m:d>
                      <m:r>
                        <a:rPr lang="en-US" sz="2900" b="0" i="1" smtClean="0">
                          <a:latin typeface="Cambria Math" panose="02040503050406030204" pitchFamily="18" charset="0"/>
                        </a:rPr>
                        <m:t>=</m:t>
                      </m:r>
                      <m:sSub>
                        <m:sSubPr>
                          <m:ctrlPr>
                            <a:rPr lang="en-US" sz="2900" b="0" i="1" smtClean="0">
                              <a:latin typeface="Cambria Math" panose="02040503050406030204" pitchFamily="18" charset="0"/>
                              <a:ea typeface="Cambria Math" panose="02040503050406030204" pitchFamily="18" charset="0"/>
                            </a:rPr>
                          </m:ctrlPr>
                        </m:sSubPr>
                        <m:e>
                          <m:r>
                            <a:rPr lang="en-US" sz="2900" b="0" i="1" smtClean="0">
                              <a:latin typeface="Cambria Math" panose="02040503050406030204" pitchFamily="18" charset="0"/>
                              <a:ea typeface="Cambria Math" panose="02040503050406030204" pitchFamily="18" charset="0"/>
                            </a:rPr>
                            <m:t>𝔼</m:t>
                          </m:r>
                        </m:e>
                        <m:sub>
                          <m:r>
                            <a:rPr lang="en-US" sz="2900" b="0" i="1" smtClean="0">
                              <a:latin typeface="Cambria Math" panose="02040503050406030204" pitchFamily="18" charset="0"/>
                              <a:ea typeface="Cambria Math" panose="02040503050406030204" pitchFamily="18" charset="0"/>
                            </a:rPr>
                            <m:t>𝜋</m:t>
                          </m:r>
                        </m:sub>
                      </m:sSub>
                      <m:d>
                        <m:dPr>
                          <m:begChr m:val="["/>
                          <m:endChr m:val="]"/>
                          <m:ctrlPr>
                            <a:rPr lang="en-US" sz="2900" b="0" i="1" smtClean="0">
                              <a:latin typeface="Cambria Math" panose="02040503050406030204" pitchFamily="18" charset="0"/>
                              <a:ea typeface="Cambria Math" panose="02040503050406030204" pitchFamily="18" charset="0"/>
                            </a:rPr>
                          </m:ctrlPr>
                        </m:dPr>
                        <m:e>
                          <m:sSub>
                            <m:sSubPr>
                              <m:ctrlPr>
                                <a:rPr lang="en-US" sz="2900" b="0" i="1" smtClean="0">
                                  <a:latin typeface="Cambria Math" panose="02040503050406030204" pitchFamily="18" charset="0"/>
                                  <a:ea typeface="Cambria Math" panose="02040503050406030204" pitchFamily="18" charset="0"/>
                                </a:rPr>
                              </m:ctrlPr>
                            </m:sSubPr>
                            <m:e>
                              <m:r>
                                <a:rPr lang="en-US" sz="2900" b="0" i="1" smtClean="0">
                                  <a:latin typeface="Cambria Math" panose="02040503050406030204" pitchFamily="18" charset="0"/>
                                  <a:ea typeface="Cambria Math" panose="02040503050406030204" pitchFamily="18" charset="0"/>
                                </a:rPr>
                                <m:t>𝐺</m:t>
                              </m:r>
                            </m:e>
                            <m:sub>
                              <m:r>
                                <a:rPr lang="en-US" sz="2900" b="0" i="1" smtClean="0">
                                  <a:latin typeface="Cambria Math" panose="02040503050406030204" pitchFamily="18" charset="0"/>
                                  <a:ea typeface="Cambria Math" panose="02040503050406030204" pitchFamily="18" charset="0"/>
                                </a:rPr>
                                <m:t>𝑘</m:t>
                              </m:r>
                            </m:sub>
                          </m:sSub>
                        </m:e>
                        <m:e>
                          <m:sSub>
                            <m:sSubPr>
                              <m:ctrlPr>
                                <a:rPr lang="en-US" sz="2900" b="0" i="1" smtClean="0">
                                  <a:latin typeface="Cambria Math" panose="02040503050406030204" pitchFamily="18" charset="0"/>
                                  <a:ea typeface="Cambria Math" panose="02040503050406030204" pitchFamily="18" charset="0"/>
                                </a:rPr>
                              </m:ctrlPr>
                            </m:sSubPr>
                            <m:e>
                              <m:r>
                                <a:rPr lang="en-US" sz="2900" b="0" i="1" smtClean="0">
                                  <a:latin typeface="Cambria Math" panose="02040503050406030204" pitchFamily="18" charset="0"/>
                                  <a:ea typeface="Cambria Math" panose="02040503050406030204" pitchFamily="18" charset="0"/>
                                </a:rPr>
                                <m:t>𝑆</m:t>
                              </m:r>
                            </m:e>
                            <m:sub>
                              <m:r>
                                <a:rPr lang="en-US" sz="2900" b="0" i="1" smtClean="0">
                                  <a:latin typeface="Cambria Math" panose="02040503050406030204" pitchFamily="18" charset="0"/>
                                  <a:ea typeface="Cambria Math" panose="02040503050406030204" pitchFamily="18" charset="0"/>
                                </a:rPr>
                                <m:t>𝑡</m:t>
                              </m:r>
                            </m:sub>
                          </m:sSub>
                          <m:r>
                            <a:rPr lang="en-US" sz="2900" b="0" i="1" smtClean="0">
                              <a:latin typeface="Cambria Math" panose="02040503050406030204" pitchFamily="18" charset="0"/>
                              <a:ea typeface="Cambria Math" panose="02040503050406030204" pitchFamily="18" charset="0"/>
                            </a:rPr>
                            <m:t>=</m:t>
                          </m:r>
                          <m:sSub>
                            <m:sSubPr>
                              <m:ctrlPr>
                                <a:rPr lang="en-US" sz="2900" b="0" i="1" smtClean="0">
                                  <a:latin typeface="Cambria Math" panose="02040503050406030204" pitchFamily="18" charset="0"/>
                                  <a:ea typeface="Cambria Math" panose="02040503050406030204" pitchFamily="18" charset="0"/>
                                </a:rPr>
                              </m:ctrlPr>
                            </m:sSubPr>
                            <m:e>
                              <m:r>
                                <a:rPr lang="en-US" sz="2900" b="0" i="1" smtClean="0">
                                  <a:latin typeface="Cambria Math" panose="02040503050406030204" pitchFamily="18" charset="0"/>
                                  <a:ea typeface="Cambria Math" panose="02040503050406030204" pitchFamily="18" charset="0"/>
                                </a:rPr>
                                <m:t>𝑠</m:t>
                              </m:r>
                            </m:e>
                            <m:sub>
                              <m:r>
                                <a:rPr lang="en-US" sz="2900" b="0" i="1" smtClean="0">
                                  <a:latin typeface="Cambria Math" panose="02040503050406030204" pitchFamily="18" charset="0"/>
                                  <a:ea typeface="Cambria Math" panose="02040503050406030204" pitchFamily="18" charset="0"/>
                                </a:rPr>
                                <m:t>𝑡</m:t>
                              </m:r>
                            </m:sub>
                          </m:sSub>
                        </m:e>
                      </m:d>
                      <m:r>
                        <a:rPr lang="en-US" sz="2900" b="0" i="1" smtClean="0">
                          <a:latin typeface="Cambria Math" panose="02040503050406030204" pitchFamily="18" charset="0"/>
                          <a:ea typeface="Cambria Math" panose="02040503050406030204" pitchFamily="18" charset="0"/>
                        </a:rPr>
                        <m:t>= </m:t>
                      </m:r>
                      <m:sSub>
                        <m:sSubPr>
                          <m:ctrlPr>
                            <a:rPr lang="en-US" sz="2900" i="1">
                              <a:latin typeface="Cambria Math" panose="02040503050406030204" pitchFamily="18" charset="0"/>
                              <a:ea typeface="Cambria Math" panose="02040503050406030204" pitchFamily="18" charset="0"/>
                            </a:rPr>
                          </m:ctrlPr>
                        </m:sSubPr>
                        <m:e>
                          <m:r>
                            <a:rPr lang="en-US" sz="2900" i="1">
                              <a:latin typeface="Cambria Math" panose="02040503050406030204" pitchFamily="18" charset="0"/>
                              <a:ea typeface="Cambria Math" panose="02040503050406030204" pitchFamily="18" charset="0"/>
                            </a:rPr>
                            <m:t>𝔼</m:t>
                          </m:r>
                        </m:e>
                        <m:sub>
                          <m:r>
                            <a:rPr lang="en-US" sz="2900" i="1">
                              <a:latin typeface="Cambria Math" panose="02040503050406030204" pitchFamily="18" charset="0"/>
                              <a:ea typeface="Cambria Math" panose="02040503050406030204" pitchFamily="18" charset="0"/>
                            </a:rPr>
                            <m:t>𝜋</m:t>
                          </m:r>
                        </m:sub>
                      </m:sSub>
                      <m:d>
                        <m:dPr>
                          <m:begChr m:val="["/>
                          <m:endChr m:val="]"/>
                          <m:ctrlPr>
                            <a:rPr lang="en-US" sz="2900" i="1" smtClean="0">
                              <a:latin typeface="Cambria Math" panose="02040503050406030204" pitchFamily="18" charset="0"/>
                              <a:ea typeface="Cambria Math" panose="02040503050406030204" pitchFamily="18" charset="0"/>
                            </a:rPr>
                          </m:ctrlPr>
                        </m:dPr>
                        <m:e>
                          <m:d>
                            <m:dPr>
                              <m:begChr m:val=""/>
                              <m:endChr m:val="|"/>
                              <m:ctrlPr>
                                <a:rPr lang="en-US" sz="2900" b="0" i="1" smtClean="0">
                                  <a:latin typeface="Cambria Math" panose="02040503050406030204" pitchFamily="18" charset="0"/>
                                  <a:ea typeface="Cambria Math" panose="02040503050406030204" pitchFamily="18" charset="0"/>
                                </a:rPr>
                              </m:ctrlPr>
                            </m:dPr>
                            <m:e>
                              <m:nary>
                                <m:naryPr>
                                  <m:chr m:val="∑"/>
                                  <m:ctrlPr>
                                    <a:rPr lang="en-US" sz="2900" i="1">
                                      <a:latin typeface="Cambria Math" panose="02040503050406030204" pitchFamily="18" charset="0"/>
                                      <a:ea typeface="Cambria Math" panose="02040503050406030204" pitchFamily="18" charset="0"/>
                                    </a:rPr>
                                  </m:ctrlPr>
                                </m:naryPr>
                                <m:sub>
                                  <m:r>
                                    <m:rPr>
                                      <m:brk m:alnAt="23"/>
                                    </m:rPr>
                                    <a:rPr lang="en-US" sz="2900" i="1">
                                      <a:latin typeface="Cambria Math" panose="02040503050406030204" pitchFamily="18" charset="0"/>
                                      <a:ea typeface="Cambria Math" panose="02040503050406030204" pitchFamily="18" charset="0"/>
                                    </a:rPr>
                                    <m:t>𝑖</m:t>
                                  </m:r>
                                  <m:r>
                                    <a:rPr lang="en-US" sz="2900" i="1">
                                      <a:latin typeface="Cambria Math" panose="02040503050406030204" pitchFamily="18" charset="0"/>
                                      <a:ea typeface="Cambria Math" panose="02040503050406030204" pitchFamily="18" charset="0"/>
                                    </a:rPr>
                                    <m:t>=0</m:t>
                                  </m:r>
                                </m:sub>
                                <m:sup>
                                  <m:r>
                                    <a:rPr lang="en-US" sz="2900" i="1">
                                      <a:latin typeface="Cambria Math" panose="02040503050406030204" pitchFamily="18" charset="0"/>
                                      <a:ea typeface="Cambria Math" panose="02040503050406030204" pitchFamily="18" charset="0"/>
                                    </a:rPr>
                                    <m:t>∞</m:t>
                                  </m:r>
                                </m:sup>
                                <m:e>
                                  <m:sSup>
                                    <m:sSupPr>
                                      <m:ctrlPr>
                                        <a:rPr lang="en-US" sz="2900" i="1">
                                          <a:latin typeface="Cambria Math" panose="02040503050406030204" pitchFamily="18" charset="0"/>
                                          <a:ea typeface="Cambria Math" panose="02040503050406030204" pitchFamily="18" charset="0"/>
                                        </a:rPr>
                                      </m:ctrlPr>
                                    </m:sSupPr>
                                    <m:e>
                                      <m:r>
                                        <a:rPr lang="en-US" sz="2900" i="1">
                                          <a:latin typeface="Cambria Math" panose="02040503050406030204" pitchFamily="18" charset="0"/>
                                          <a:ea typeface="Cambria Math" panose="02040503050406030204" pitchFamily="18" charset="0"/>
                                        </a:rPr>
                                        <m:t>𝛾</m:t>
                                      </m:r>
                                    </m:e>
                                    <m:sup>
                                      <m:r>
                                        <a:rPr lang="en-US" sz="2900" i="1">
                                          <a:latin typeface="Cambria Math" panose="02040503050406030204" pitchFamily="18" charset="0"/>
                                          <a:ea typeface="Cambria Math" panose="02040503050406030204" pitchFamily="18" charset="0"/>
                                        </a:rPr>
                                        <m:t>𝑖</m:t>
                                      </m:r>
                                    </m:sup>
                                  </m:sSup>
                                  <m:sSub>
                                    <m:sSubPr>
                                      <m:ctrlPr>
                                        <a:rPr lang="en-US" sz="2900" i="1">
                                          <a:latin typeface="Cambria Math" panose="02040503050406030204" pitchFamily="18" charset="0"/>
                                          <a:ea typeface="Cambria Math" panose="02040503050406030204" pitchFamily="18" charset="0"/>
                                        </a:rPr>
                                      </m:ctrlPr>
                                    </m:sSubPr>
                                    <m:e>
                                      <m:r>
                                        <a:rPr lang="en-US" sz="2900" i="1">
                                          <a:latin typeface="Cambria Math" panose="02040503050406030204" pitchFamily="18" charset="0"/>
                                          <a:ea typeface="Cambria Math" panose="02040503050406030204" pitchFamily="18" charset="0"/>
                                        </a:rPr>
                                        <m:t>𝑅</m:t>
                                      </m:r>
                                    </m:e>
                                    <m:sub>
                                      <m:r>
                                        <a:rPr lang="en-US" sz="2900" i="1">
                                          <a:latin typeface="Cambria Math" panose="02040503050406030204" pitchFamily="18" charset="0"/>
                                          <a:ea typeface="Cambria Math" panose="02040503050406030204" pitchFamily="18" charset="0"/>
                                        </a:rPr>
                                        <m:t>𝑡</m:t>
                                      </m:r>
                                      <m:r>
                                        <a:rPr lang="en-US" sz="2900" i="1">
                                          <a:latin typeface="Cambria Math" panose="02040503050406030204" pitchFamily="18" charset="0"/>
                                          <a:ea typeface="Cambria Math" panose="02040503050406030204" pitchFamily="18" charset="0"/>
                                        </a:rPr>
                                        <m:t>+</m:t>
                                      </m:r>
                                      <m:r>
                                        <a:rPr lang="en-US" sz="2900" i="1">
                                          <a:latin typeface="Cambria Math" panose="02040503050406030204" pitchFamily="18" charset="0"/>
                                          <a:ea typeface="Cambria Math" panose="02040503050406030204" pitchFamily="18" charset="0"/>
                                        </a:rPr>
                                        <m:t>𝑖</m:t>
                                      </m:r>
                                      <m:r>
                                        <a:rPr lang="en-US" sz="2900" i="1">
                                          <a:latin typeface="Cambria Math" panose="02040503050406030204" pitchFamily="18" charset="0"/>
                                          <a:ea typeface="Cambria Math" panose="02040503050406030204" pitchFamily="18" charset="0"/>
                                        </a:rPr>
                                        <m:t>+1</m:t>
                                      </m:r>
                                    </m:sub>
                                  </m:sSub>
                                </m:e>
                              </m:nary>
                            </m:e>
                          </m:d>
                          <m:sSub>
                            <m:sSubPr>
                              <m:ctrlPr>
                                <a:rPr lang="en-US" sz="2900" b="0" i="1" smtClean="0">
                                  <a:latin typeface="Cambria Math" panose="02040503050406030204" pitchFamily="18" charset="0"/>
                                  <a:ea typeface="Cambria Math" panose="02040503050406030204" pitchFamily="18" charset="0"/>
                                </a:rPr>
                              </m:ctrlPr>
                            </m:sSubPr>
                            <m:e>
                              <m:r>
                                <a:rPr lang="en-US" sz="2900" b="0" i="1" smtClean="0">
                                  <a:latin typeface="Cambria Math" panose="02040503050406030204" pitchFamily="18" charset="0"/>
                                  <a:ea typeface="Cambria Math" panose="02040503050406030204" pitchFamily="18" charset="0"/>
                                </a:rPr>
                                <m:t>𝑠</m:t>
                              </m:r>
                            </m:e>
                            <m:sub>
                              <m:r>
                                <a:rPr lang="en-US" sz="2900" b="0" i="1" smtClean="0">
                                  <a:latin typeface="Cambria Math" panose="02040503050406030204" pitchFamily="18" charset="0"/>
                                  <a:ea typeface="Cambria Math" panose="02040503050406030204" pitchFamily="18" charset="0"/>
                                </a:rPr>
                                <m:t>𝑡</m:t>
                              </m:r>
                            </m:sub>
                          </m:sSub>
                        </m:e>
                      </m:d>
                    </m:oMath>
                  </m:oMathPara>
                </a14:m>
                <a:endParaRPr lang="en-US" dirty="0"/>
              </a:p>
              <a:p>
                <a:endParaRPr lang="en-US" dirty="0"/>
              </a:p>
              <a:p>
                <a:r>
                  <a:rPr lang="en-US" dirty="0"/>
                  <a:t>The action-value function is the expected return being in state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b="0" i="1" dirty="0" smtClean="0">
                            <a:latin typeface="Cambria Math" panose="02040503050406030204" pitchFamily="18" charset="0"/>
                          </a:rPr>
                          <m:t>𝑡</m:t>
                        </m:r>
                      </m:sub>
                    </m:sSub>
                  </m:oMath>
                </a14:m>
                <a:r>
                  <a:rPr lang="en-US" dirty="0"/>
                  <a:t>  taken an action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𝑡</m:t>
                        </m:r>
                      </m:sub>
                    </m:sSub>
                  </m:oMath>
                </a14:m>
                <a:r>
                  <a:rPr lang="en-US" dirty="0"/>
                  <a:t> and, thereafter, following a policy </a:t>
                </a:r>
              </a:p>
              <a:p>
                <a:r>
                  <a:rPr lang="en-US" dirty="0"/>
                  <a:t>Assuming an MDP problem structure the action-value function is</a:t>
                </a:r>
                <a:br>
                  <a:rPr lang="en-US" dirty="0"/>
                </a:br>
                <a:br>
                  <a:rPr lang="en-US" dirty="0"/>
                </a:b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𝑞</m:t>
                        </m:r>
                      </m:e>
                      <m:sub>
                        <m:r>
                          <a:rPr lang="en-US" i="1">
                            <a:latin typeface="Cambria Math" panose="02040503050406030204" pitchFamily="18" charset="0"/>
                          </a:rPr>
                          <m:t>𝜋</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e>
                    </m:d>
                    <m:r>
                      <a:rPr lang="en-US" i="1">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𝐺</m:t>
                            </m:r>
                          </m:e>
                          <m:sub>
                            <m:r>
                              <a:rPr lang="en-US" i="1">
                                <a:latin typeface="Cambria Math" panose="02040503050406030204" pitchFamily="18" charset="0"/>
                                <a:ea typeface="Cambria Math" panose="02040503050406030204" pitchFamily="18" charset="0"/>
                              </a:rPr>
                              <m:t>𝑘</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𝑠</m:t>
                            </m:r>
                          </m:e>
                          <m:sub>
                            <m:r>
                              <a:rPr lang="en-US" i="1">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𝑡</m:t>
                            </m:r>
                          </m:sub>
                        </m:sSub>
                      </m:e>
                    </m:d>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ea typeface="Cambria Math" panose="02040503050406030204" pitchFamily="18" charset="0"/>
                          </a:rPr>
                        </m:ctrlPr>
                      </m:dPr>
                      <m:e>
                        <m:d>
                          <m:dPr>
                            <m:begChr m:val=""/>
                            <m:endChr m:val="|"/>
                            <m:ctrlPr>
                              <a:rPr lang="en-US" i="1">
                                <a:latin typeface="Cambria Math" panose="02040503050406030204" pitchFamily="18" charset="0"/>
                                <a:ea typeface="Cambria Math" panose="02040503050406030204" pitchFamily="18" charset="0"/>
                              </a:rPr>
                            </m:ctrlPr>
                          </m:dPr>
                          <m:e>
                            <m:nary>
                              <m:naryPr>
                                <m:chr m:val="∑"/>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=0</m:t>
                                </m:r>
                              </m:sub>
                              <m:sup>
                                <m:r>
                                  <a:rPr lang="en-US" i="1">
                                    <a:latin typeface="Cambria Math" panose="02040503050406030204" pitchFamily="18" charset="0"/>
                                    <a:ea typeface="Cambria Math" panose="02040503050406030204" pitchFamily="18" charset="0"/>
                                  </a:rPr>
                                  <m:t>∞</m:t>
                                </m:r>
                              </m:sup>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𝛾</m:t>
                                    </m:r>
                                  </m:e>
                                  <m:sup>
                                    <m:r>
                                      <a:rPr lang="en-US" i="1">
                                        <a:latin typeface="Cambria Math" panose="02040503050406030204" pitchFamily="18" charset="0"/>
                                        <a:ea typeface="Cambria Math" panose="02040503050406030204" pitchFamily="18" charset="0"/>
                                      </a:rPr>
                                      <m:t>𝑖</m:t>
                                    </m:r>
                                  </m:sup>
                                </m:s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+1</m:t>
                                    </m:r>
                                  </m:sub>
                                </m:sSub>
                              </m:e>
                            </m:nary>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𝑠</m:t>
                            </m:r>
                          </m:e>
                          <m:sub>
                            <m:r>
                              <a:rPr lang="en-US" i="1">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𝑡</m:t>
                            </m:r>
                          </m:sub>
                        </m:sSub>
                      </m:e>
                    </m:d>
                  </m:oMath>
                </a14:m>
                <a:endParaRPr lang="en-US" dirty="0"/>
              </a:p>
              <a:p>
                <a:pPr marL="0" indent="0">
                  <a:buNone/>
                </a:pPr>
                <a:endParaRPr lang="en-US" dirty="0"/>
              </a:p>
              <a:p>
                <a:r>
                  <a:rPr lang="en-US" dirty="0"/>
                  <a:t>A key task in RL is to estimate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m:rPr>
                            <m:sty m:val="p"/>
                          </m:rPr>
                          <a:rPr lang="en-US" dirty="0">
                            <a:latin typeface="Cambria Math" panose="02040503050406030204" pitchFamily="18" charset="0"/>
                          </a:rPr>
                          <m:t>π</m:t>
                        </m:r>
                      </m:sub>
                    </m:sSub>
                    <m:d>
                      <m:dPr>
                        <m:ctrlPr>
                          <a:rPr lang="en-US" i="1" dirty="0">
                            <a:latin typeface="Cambria Math" panose="02040503050406030204" pitchFamily="18" charset="0"/>
                          </a:rPr>
                        </m:ctrlPr>
                      </m:dPr>
                      <m:e>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b="0" i="1" dirty="0" smtClean="0">
                                <a:latin typeface="Cambria Math" panose="02040503050406030204" pitchFamily="18" charset="0"/>
                              </a:rPr>
                              <m:t>𝑡</m:t>
                            </m:r>
                          </m:sub>
                        </m:sSub>
                      </m:e>
                    </m:d>
                  </m:oMath>
                </a14:m>
                <a:r>
                  <a:rPr lang="en-US" dirty="0"/>
                  <a:t> and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𝑞</m:t>
                        </m:r>
                      </m:e>
                      <m:sub>
                        <m:r>
                          <m:rPr>
                            <m:sty m:val="p"/>
                          </m:rPr>
                          <a:rPr lang="en-US" dirty="0">
                            <a:latin typeface="Cambria Math" panose="02040503050406030204" pitchFamily="18" charset="0"/>
                          </a:rPr>
                          <m:t>π</m:t>
                        </m:r>
                      </m:sub>
                    </m:sSub>
                    <m:r>
                      <a:rPr lang="en-US" dirty="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b="0" i="1" dirty="0" smtClean="0">
                            <a:latin typeface="Cambria Math" panose="02040503050406030204" pitchFamily="18" charset="0"/>
                          </a:rPr>
                          <m:t>𝑡</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𝑡</m:t>
                        </m:r>
                      </m:sub>
                    </m:sSub>
                    <m:r>
                      <a:rPr lang="en-US" dirty="0">
                        <a:latin typeface="Cambria Math" panose="02040503050406030204" pitchFamily="18" charset="0"/>
                      </a:rPr>
                      <m:t>)</m:t>
                    </m:r>
                  </m:oMath>
                </a14:m>
                <a:r>
                  <a:rPr lang="en-US" dirty="0"/>
                  <a:t> based on sampled data.</a:t>
                </a:r>
              </a:p>
              <a:p>
                <a:endParaRPr lang="en-US" dirty="0"/>
              </a:p>
              <a:p>
                <a:endParaRPr lang="en-US" dirty="0"/>
              </a:p>
            </p:txBody>
          </p:sp>
        </mc:Choice>
        <mc:Fallback>
          <p:sp>
            <p:nvSpPr>
              <p:cNvPr id="3" name="Content Placeholder 2">
                <a:extLst>
                  <a:ext uri="{FF2B5EF4-FFF2-40B4-BE49-F238E27FC236}">
                    <a16:creationId xmlns:a16="http://schemas.microsoft.com/office/drawing/2014/main" id="{64AA51C4-18F9-027C-9BAC-0CE37670BD3D}"/>
                  </a:ext>
                </a:extLst>
              </p:cNvPr>
              <p:cNvSpPr>
                <a:spLocks noGrp="1" noRot="1" noChangeAspect="1" noMove="1" noResize="1" noEditPoints="1" noAdjustHandles="1" noChangeArrowheads="1" noChangeShapeType="1" noTextEdit="1"/>
              </p:cNvSpPr>
              <p:nvPr>
                <p:ph idx="1"/>
              </p:nvPr>
            </p:nvSpPr>
            <p:spPr>
              <a:blipFill>
                <a:blip r:embed="rId2"/>
                <a:stretch>
                  <a:fillRect l="-696" t="-25510" b="-41964"/>
                </a:stretch>
              </a:blipFill>
            </p:spPr>
            <p:txBody>
              <a:bodyPr/>
              <a:lstStyle/>
              <a:p>
                <a:r>
                  <a:rPr lang="en-US">
                    <a:noFill/>
                  </a:rPr>
                  <a:t> </a:t>
                </a:r>
              </a:p>
            </p:txBody>
          </p:sp>
        </mc:Fallback>
      </mc:AlternateContent>
    </p:spTree>
    <p:extLst>
      <p:ext uri="{BB962C8B-B14F-4D97-AF65-F5344CB8AC3E}">
        <p14:creationId xmlns:p14="http://schemas.microsoft.com/office/powerpoint/2010/main" val="38915863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B331B-5C40-574D-A929-E988423BE8E3}"/>
              </a:ext>
            </a:extLst>
          </p:cNvPr>
          <p:cNvSpPr>
            <a:spLocks noGrp="1"/>
          </p:cNvSpPr>
          <p:nvPr>
            <p:ph type="title"/>
          </p:nvPr>
        </p:nvSpPr>
        <p:spPr/>
        <p:txBody>
          <a:bodyPr/>
          <a:lstStyle/>
          <a:p>
            <a:r>
              <a:rPr lang="en-US" dirty="0"/>
              <a:t>Exploration and exploitation</a:t>
            </a:r>
          </a:p>
        </p:txBody>
      </p:sp>
      <p:sp>
        <p:nvSpPr>
          <p:cNvPr id="3" name="Content Placeholder 2">
            <a:extLst>
              <a:ext uri="{FF2B5EF4-FFF2-40B4-BE49-F238E27FC236}">
                <a16:creationId xmlns:a16="http://schemas.microsoft.com/office/drawing/2014/main" id="{44D88A32-413E-5E55-FF1F-00F719F845D6}"/>
              </a:ext>
            </a:extLst>
          </p:cNvPr>
          <p:cNvSpPr>
            <a:spLocks noGrp="1"/>
          </p:cNvSpPr>
          <p:nvPr>
            <p:ph idx="1"/>
          </p:nvPr>
        </p:nvSpPr>
        <p:spPr>
          <a:xfrm>
            <a:off x="838200" y="1397330"/>
            <a:ext cx="10515600" cy="1659977"/>
          </a:xfrm>
        </p:spPr>
        <p:txBody>
          <a:bodyPr>
            <a:normAutofit fontScale="62500" lnSpcReduction="20000"/>
          </a:bodyPr>
          <a:lstStyle/>
          <a:p>
            <a:r>
              <a:rPr lang="en-US" dirty="0"/>
              <a:t>In RL the environment is initially unknown. </a:t>
            </a:r>
          </a:p>
          <a:p>
            <a:r>
              <a:rPr lang="en-US" dirty="0"/>
              <a:t>The agent needs to learn to act optimal.</a:t>
            </a:r>
          </a:p>
          <a:p>
            <a:r>
              <a:rPr lang="en-US" b="1" dirty="0"/>
              <a:t>Exploration</a:t>
            </a:r>
            <a:r>
              <a:rPr lang="en-US" dirty="0"/>
              <a:t>: find out more about the environment.</a:t>
            </a:r>
          </a:p>
          <a:p>
            <a:r>
              <a:rPr lang="en-US" b="1" dirty="0"/>
              <a:t>Exploitation</a:t>
            </a:r>
            <a:r>
              <a:rPr lang="en-US" dirty="0"/>
              <a:t>: maximize current reward using limited information.</a:t>
            </a:r>
          </a:p>
          <a:p>
            <a:r>
              <a:rPr lang="en-US" b="1" dirty="0"/>
              <a:t>Trade-off problem</a:t>
            </a:r>
            <a:r>
              <a:rPr lang="en-US" dirty="0"/>
              <a:t>: what’s the best split between both strategies?</a:t>
            </a:r>
          </a:p>
          <a:p>
            <a:pPr marL="0" indent="0">
              <a:buNone/>
            </a:pPr>
            <a:endParaRPr lang="en-US" dirty="0"/>
          </a:p>
        </p:txBody>
      </p:sp>
      <p:grpSp>
        <p:nvGrpSpPr>
          <p:cNvPr id="33" name="Group 32">
            <a:extLst>
              <a:ext uri="{FF2B5EF4-FFF2-40B4-BE49-F238E27FC236}">
                <a16:creationId xmlns:a16="http://schemas.microsoft.com/office/drawing/2014/main" id="{0D13022E-BCFC-E103-CE15-349E7FCF59E7}"/>
              </a:ext>
            </a:extLst>
          </p:cNvPr>
          <p:cNvGrpSpPr/>
          <p:nvPr/>
        </p:nvGrpSpPr>
        <p:grpSpPr>
          <a:xfrm>
            <a:off x="3571251" y="3257114"/>
            <a:ext cx="4445336" cy="2508122"/>
            <a:chOff x="3449341" y="2565430"/>
            <a:chExt cx="5231632" cy="3440879"/>
          </a:xfrm>
        </p:grpSpPr>
        <p:sp>
          <p:nvSpPr>
            <p:cNvPr id="4" name="object 4">
              <a:extLst>
                <a:ext uri="{FF2B5EF4-FFF2-40B4-BE49-F238E27FC236}">
                  <a16:creationId xmlns:a16="http://schemas.microsoft.com/office/drawing/2014/main" id="{9CE8EEDE-F6AC-4F3A-A167-EA8082749B58}"/>
                </a:ext>
              </a:extLst>
            </p:cNvPr>
            <p:cNvSpPr/>
            <p:nvPr/>
          </p:nvSpPr>
          <p:spPr>
            <a:xfrm>
              <a:off x="5384167" y="4257585"/>
              <a:ext cx="2151345" cy="1748724"/>
            </a:xfrm>
            <a:custGeom>
              <a:avLst/>
              <a:gdLst/>
              <a:ahLst/>
              <a:cxnLst/>
              <a:rect l="l" t="t" r="r" b="b"/>
              <a:pathLst>
                <a:path w="1017904" h="827405">
                  <a:moveTo>
                    <a:pt x="183261" y="536943"/>
                  </a:moveTo>
                  <a:lnTo>
                    <a:pt x="179654" y="519137"/>
                  </a:lnTo>
                  <a:lnTo>
                    <a:pt x="169837" y="504571"/>
                  </a:lnTo>
                  <a:lnTo>
                    <a:pt x="155270" y="494741"/>
                  </a:lnTo>
                  <a:lnTo>
                    <a:pt x="137452" y="491134"/>
                  </a:lnTo>
                  <a:lnTo>
                    <a:pt x="122186" y="491134"/>
                  </a:lnTo>
                  <a:lnTo>
                    <a:pt x="122186" y="575932"/>
                  </a:lnTo>
                  <a:lnTo>
                    <a:pt x="122186" y="620153"/>
                  </a:lnTo>
                  <a:lnTo>
                    <a:pt x="122186" y="759206"/>
                  </a:lnTo>
                  <a:lnTo>
                    <a:pt x="115328" y="766013"/>
                  </a:lnTo>
                  <a:lnTo>
                    <a:pt x="67945" y="766013"/>
                  </a:lnTo>
                  <a:lnTo>
                    <a:pt x="61087" y="759206"/>
                  </a:lnTo>
                  <a:lnTo>
                    <a:pt x="61087" y="742340"/>
                  </a:lnTo>
                  <a:lnTo>
                    <a:pt x="67945" y="735495"/>
                  </a:lnTo>
                  <a:lnTo>
                    <a:pt x="115328" y="735495"/>
                  </a:lnTo>
                  <a:lnTo>
                    <a:pt x="122186" y="742340"/>
                  </a:lnTo>
                  <a:lnTo>
                    <a:pt x="122186" y="698106"/>
                  </a:lnTo>
                  <a:lnTo>
                    <a:pt x="115328" y="704926"/>
                  </a:lnTo>
                  <a:lnTo>
                    <a:pt x="67945" y="704926"/>
                  </a:lnTo>
                  <a:lnTo>
                    <a:pt x="61087" y="698106"/>
                  </a:lnTo>
                  <a:lnTo>
                    <a:pt x="61087" y="681253"/>
                  </a:lnTo>
                  <a:lnTo>
                    <a:pt x="67945" y="674395"/>
                  </a:lnTo>
                  <a:lnTo>
                    <a:pt x="115328" y="674395"/>
                  </a:lnTo>
                  <a:lnTo>
                    <a:pt x="122186" y="681253"/>
                  </a:lnTo>
                  <a:lnTo>
                    <a:pt x="122186" y="637019"/>
                  </a:lnTo>
                  <a:lnTo>
                    <a:pt x="115328" y="643839"/>
                  </a:lnTo>
                  <a:lnTo>
                    <a:pt x="67945" y="643839"/>
                  </a:lnTo>
                  <a:lnTo>
                    <a:pt x="61087" y="637019"/>
                  </a:lnTo>
                  <a:lnTo>
                    <a:pt x="61087" y="620153"/>
                  </a:lnTo>
                  <a:lnTo>
                    <a:pt x="67945" y="613308"/>
                  </a:lnTo>
                  <a:lnTo>
                    <a:pt x="115328" y="613308"/>
                  </a:lnTo>
                  <a:lnTo>
                    <a:pt x="122186" y="620153"/>
                  </a:lnTo>
                  <a:lnTo>
                    <a:pt x="122186" y="575932"/>
                  </a:lnTo>
                  <a:lnTo>
                    <a:pt x="115328" y="582752"/>
                  </a:lnTo>
                  <a:lnTo>
                    <a:pt x="67945" y="582752"/>
                  </a:lnTo>
                  <a:lnTo>
                    <a:pt x="61087" y="575932"/>
                  </a:lnTo>
                  <a:lnTo>
                    <a:pt x="61087" y="559041"/>
                  </a:lnTo>
                  <a:lnTo>
                    <a:pt x="67945" y="552221"/>
                  </a:lnTo>
                  <a:lnTo>
                    <a:pt x="115328" y="552221"/>
                  </a:lnTo>
                  <a:lnTo>
                    <a:pt x="122148" y="559041"/>
                  </a:lnTo>
                  <a:lnTo>
                    <a:pt x="122186" y="575932"/>
                  </a:lnTo>
                  <a:lnTo>
                    <a:pt x="122186" y="491134"/>
                  </a:lnTo>
                  <a:lnTo>
                    <a:pt x="45808" y="491134"/>
                  </a:lnTo>
                  <a:lnTo>
                    <a:pt x="28003" y="494741"/>
                  </a:lnTo>
                  <a:lnTo>
                    <a:pt x="13436" y="504571"/>
                  </a:lnTo>
                  <a:lnTo>
                    <a:pt x="3606" y="519137"/>
                  </a:lnTo>
                  <a:lnTo>
                    <a:pt x="0" y="536943"/>
                  </a:lnTo>
                  <a:lnTo>
                    <a:pt x="0" y="781304"/>
                  </a:lnTo>
                  <a:lnTo>
                    <a:pt x="3606" y="799109"/>
                  </a:lnTo>
                  <a:lnTo>
                    <a:pt x="13436" y="813676"/>
                  </a:lnTo>
                  <a:lnTo>
                    <a:pt x="28003" y="823506"/>
                  </a:lnTo>
                  <a:lnTo>
                    <a:pt x="45808" y="827112"/>
                  </a:lnTo>
                  <a:lnTo>
                    <a:pt x="137452" y="827112"/>
                  </a:lnTo>
                  <a:lnTo>
                    <a:pt x="155270" y="823506"/>
                  </a:lnTo>
                  <a:lnTo>
                    <a:pt x="169837" y="813676"/>
                  </a:lnTo>
                  <a:lnTo>
                    <a:pt x="179654" y="799109"/>
                  </a:lnTo>
                  <a:lnTo>
                    <a:pt x="183261" y="781304"/>
                  </a:lnTo>
                  <a:lnTo>
                    <a:pt x="183261" y="766013"/>
                  </a:lnTo>
                  <a:lnTo>
                    <a:pt x="183261" y="735495"/>
                  </a:lnTo>
                  <a:lnTo>
                    <a:pt x="183261" y="552221"/>
                  </a:lnTo>
                  <a:lnTo>
                    <a:pt x="183261" y="536943"/>
                  </a:lnTo>
                  <a:close/>
                </a:path>
                <a:path w="1017904" h="827405">
                  <a:moveTo>
                    <a:pt x="458177" y="460565"/>
                  </a:moveTo>
                  <a:lnTo>
                    <a:pt x="427621" y="460565"/>
                  </a:lnTo>
                  <a:lnTo>
                    <a:pt x="427621" y="491134"/>
                  </a:lnTo>
                  <a:lnTo>
                    <a:pt x="458177" y="491134"/>
                  </a:lnTo>
                  <a:lnTo>
                    <a:pt x="458177" y="460565"/>
                  </a:lnTo>
                  <a:close/>
                </a:path>
                <a:path w="1017904" h="827405">
                  <a:moveTo>
                    <a:pt x="580364" y="170408"/>
                  </a:moveTo>
                  <a:lnTo>
                    <a:pt x="574344" y="140728"/>
                  </a:lnTo>
                  <a:lnTo>
                    <a:pt x="557961" y="116446"/>
                  </a:lnTo>
                  <a:lnTo>
                    <a:pt x="533679" y="100063"/>
                  </a:lnTo>
                  <a:lnTo>
                    <a:pt x="519277" y="97155"/>
                  </a:lnTo>
                  <a:lnTo>
                    <a:pt x="519277" y="162775"/>
                  </a:lnTo>
                  <a:lnTo>
                    <a:pt x="516267" y="177622"/>
                  </a:lnTo>
                  <a:lnTo>
                    <a:pt x="508063" y="189750"/>
                  </a:lnTo>
                  <a:lnTo>
                    <a:pt x="495922" y="197929"/>
                  </a:lnTo>
                  <a:lnTo>
                    <a:pt x="481076" y="200939"/>
                  </a:lnTo>
                  <a:lnTo>
                    <a:pt x="466229" y="197929"/>
                  </a:lnTo>
                  <a:lnTo>
                    <a:pt x="454101" y="189750"/>
                  </a:lnTo>
                  <a:lnTo>
                    <a:pt x="445909" y="177622"/>
                  </a:lnTo>
                  <a:lnTo>
                    <a:pt x="442899" y="162775"/>
                  </a:lnTo>
                  <a:lnTo>
                    <a:pt x="444449" y="155130"/>
                  </a:lnTo>
                  <a:lnTo>
                    <a:pt x="445909" y="147929"/>
                  </a:lnTo>
                  <a:lnTo>
                    <a:pt x="454101" y="135788"/>
                  </a:lnTo>
                  <a:lnTo>
                    <a:pt x="466229" y="127609"/>
                  </a:lnTo>
                  <a:lnTo>
                    <a:pt x="481076" y="124599"/>
                  </a:lnTo>
                  <a:lnTo>
                    <a:pt x="495922" y="127609"/>
                  </a:lnTo>
                  <a:lnTo>
                    <a:pt x="508063" y="135788"/>
                  </a:lnTo>
                  <a:lnTo>
                    <a:pt x="516267" y="147929"/>
                  </a:lnTo>
                  <a:lnTo>
                    <a:pt x="519277" y="162775"/>
                  </a:lnTo>
                  <a:lnTo>
                    <a:pt x="519277" y="97155"/>
                  </a:lnTo>
                  <a:lnTo>
                    <a:pt x="503986" y="94043"/>
                  </a:lnTo>
                  <a:lnTo>
                    <a:pt x="373380" y="94043"/>
                  </a:lnTo>
                  <a:lnTo>
                    <a:pt x="366534" y="100888"/>
                  </a:lnTo>
                  <a:lnTo>
                    <a:pt x="366534" y="114528"/>
                  </a:lnTo>
                  <a:lnTo>
                    <a:pt x="367512" y="119519"/>
                  </a:lnTo>
                  <a:lnTo>
                    <a:pt x="368084" y="124599"/>
                  </a:lnTo>
                  <a:lnTo>
                    <a:pt x="334454" y="124599"/>
                  </a:lnTo>
                  <a:lnTo>
                    <a:pt x="335026" y="119519"/>
                  </a:lnTo>
                  <a:lnTo>
                    <a:pt x="336003" y="114528"/>
                  </a:lnTo>
                  <a:lnTo>
                    <a:pt x="336003" y="100888"/>
                  </a:lnTo>
                  <a:lnTo>
                    <a:pt x="329158" y="94043"/>
                  </a:lnTo>
                  <a:lnTo>
                    <a:pt x="259638" y="94043"/>
                  </a:lnTo>
                  <a:lnTo>
                    <a:pt x="259638" y="162775"/>
                  </a:lnTo>
                  <a:lnTo>
                    <a:pt x="256628" y="177622"/>
                  </a:lnTo>
                  <a:lnTo>
                    <a:pt x="248437" y="189750"/>
                  </a:lnTo>
                  <a:lnTo>
                    <a:pt x="236283" y="197929"/>
                  </a:lnTo>
                  <a:lnTo>
                    <a:pt x="221437" y="200939"/>
                  </a:lnTo>
                  <a:lnTo>
                    <a:pt x="206603" y="197929"/>
                  </a:lnTo>
                  <a:lnTo>
                    <a:pt x="194462" y="189750"/>
                  </a:lnTo>
                  <a:lnTo>
                    <a:pt x="186270" y="177622"/>
                  </a:lnTo>
                  <a:lnTo>
                    <a:pt x="183261" y="162775"/>
                  </a:lnTo>
                  <a:lnTo>
                    <a:pt x="186270" y="147929"/>
                  </a:lnTo>
                  <a:lnTo>
                    <a:pt x="194462" y="135788"/>
                  </a:lnTo>
                  <a:lnTo>
                    <a:pt x="206603" y="127609"/>
                  </a:lnTo>
                  <a:lnTo>
                    <a:pt x="221437" y="124599"/>
                  </a:lnTo>
                  <a:lnTo>
                    <a:pt x="236283" y="127609"/>
                  </a:lnTo>
                  <a:lnTo>
                    <a:pt x="248437" y="135788"/>
                  </a:lnTo>
                  <a:lnTo>
                    <a:pt x="256628" y="147929"/>
                  </a:lnTo>
                  <a:lnTo>
                    <a:pt x="259638" y="162775"/>
                  </a:lnTo>
                  <a:lnTo>
                    <a:pt x="259638" y="94043"/>
                  </a:lnTo>
                  <a:lnTo>
                    <a:pt x="198551" y="94043"/>
                  </a:lnTo>
                  <a:lnTo>
                    <a:pt x="168859" y="100063"/>
                  </a:lnTo>
                  <a:lnTo>
                    <a:pt x="144589" y="116446"/>
                  </a:lnTo>
                  <a:lnTo>
                    <a:pt x="128193" y="140728"/>
                  </a:lnTo>
                  <a:lnTo>
                    <a:pt x="122186" y="170408"/>
                  </a:lnTo>
                  <a:lnTo>
                    <a:pt x="128193" y="200101"/>
                  </a:lnTo>
                  <a:lnTo>
                    <a:pt x="144589" y="224370"/>
                  </a:lnTo>
                  <a:lnTo>
                    <a:pt x="168859" y="240766"/>
                  </a:lnTo>
                  <a:lnTo>
                    <a:pt x="198551" y="246773"/>
                  </a:lnTo>
                  <a:lnTo>
                    <a:pt x="241198" y="239941"/>
                  </a:lnTo>
                  <a:lnTo>
                    <a:pt x="278295" y="220916"/>
                  </a:lnTo>
                  <a:lnTo>
                    <a:pt x="298589" y="200939"/>
                  </a:lnTo>
                  <a:lnTo>
                    <a:pt x="307771" y="191909"/>
                  </a:lnTo>
                  <a:lnTo>
                    <a:pt x="327545" y="155130"/>
                  </a:lnTo>
                  <a:lnTo>
                    <a:pt x="336003" y="155130"/>
                  </a:lnTo>
                  <a:lnTo>
                    <a:pt x="336003" y="246773"/>
                  </a:lnTo>
                  <a:lnTo>
                    <a:pt x="312293" y="246773"/>
                  </a:lnTo>
                  <a:lnTo>
                    <a:pt x="305447" y="253593"/>
                  </a:lnTo>
                  <a:lnTo>
                    <a:pt x="305447" y="368947"/>
                  </a:lnTo>
                  <a:lnTo>
                    <a:pt x="159562" y="368947"/>
                  </a:lnTo>
                  <a:lnTo>
                    <a:pt x="152704" y="375780"/>
                  </a:lnTo>
                  <a:lnTo>
                    <a:pt x="152704" y="462153"/>
                  </a:lnTo>
                  <a:lnTo>
                    <a:pt x="176949" y="471639"/>
                  </a:lnTo>
                  <a:lnTo>
                    <a:pt x="196316" y="488378"/>
                  </a:lnTo>
                  <a:lnTo>
                    <a:pt x="209156" y="510692"/>
                  </a:lnTo>
                  <a:lnTo>
                    <a:pt x="213804" y="536943"/>
                  </a:lnTo>
                  <a:lnTo>
                    <a:pt x="213804" y="735495"/>
                  </a:lnTo>
                  <a:lnTo>
                    <a:pt x="488708" y="735495"/>
                  </a:lnTo>
                  <a:lnTo>
                    <a:pt x="488708" y="536943"/>
                  </a:lnTo>
                  <a:lnTo>
                    <a:pt x="491413" y="521665"/>
                  </a:lnTo>
                  <a:lnTo>
                    <a:pt x="493356" y="510692"/>
                  </a:lnTo>
                  <a:lnTo>
                    <a:pt x="506196" y="488378"/>
                  </a:lnTo>
                  <a:lnTo>
                    <a:pt x="525564" y="471639"/>
                  </a:lnTo>
                  <a:lnTo>
                    <a:pt x="549795" y="462153"/>
                  </a:lnTo>
                  <a:lnTo>
                    <a:pt x="549795" y="430047"/>
                  </a:lnTo>
                  <a:lnTo>
                    <a:pt x="549795" y="375780"/>
                  </a:lnTo>
                  <a:lnTo>
                    <a:pt x="542950" y="368947"/>
                  </a:lnTo>
                  <a:lnTo>
                    <a:pt x="488708" y="368947"/>
                  </a:lnTo>
                  <a:lnTo>
                    <a:pt x="488708" y="436867"/>
                  </a:lnTo>
                  <a:lnTo>
                    <a:pt x="488708" y="514845"/>
                  </a:lnTo>
                  <a:lnTo>
                    <a:pt x="481863" y="521665"/>
                  </a:lnTo>
                  <a:lnTo>
                    <a:pt x="403910" y="521665"/>
                  </a:lnTo>
                  <a:lnTo>
                    <a:pt x="397090" y="514845"/>
                  </a:lnTo>
                  <a:lnTo>
                    <a:pt x="397090" y="491134"/>
                  </a:lnTo>
                  <a:lnTo>
                    <a:pt x="397090" y="460565"/>
                  </a:lnTo>
                  <a:lnTo>
                    <a:pt x="397090" y="436867"/>
                  </a:lnTo>
                  <a:lnTo>
                    <a:pt x="403910" y="430047"/>
                  </a:lnTo>
                  <a:lnTo>
                    <a:pt x="481863" y="430047"/>
                  </a:lnTo>
                  <a:lnTo>
                    <a:pt x="488708" y="436867"/>
                  </a:lnTo>
                  <a:lnTo>
                    <a:pt x="488708" y="368947"/>
                  </a:lnTo>
                  <a:lnTo>
                    <a:pt x="397090" y="368947"/>
                  </a:lnTo>
                  <a:lnTo>
                    <a:pt x="397090" y="253593"/>
                  </a:lnTo>
                  <a:lnTo>
                    <a:pt x="390245" y="246773"/>
                  </a:lnTo>
                  <a:lnTo>
                    <a:pt x="366534" y="246773"/>
                  </a:lnTo>
                  <a:lnTo>
                    <a:pt x="366534" y="436867"/>
                  </a:lnTo>
                  <a:lnTo>
                    <a:pt x="366534" y="453758"/>
                  </a:lnTo>
                  <a:lnTo>
                    <a:pt x="366534" y="497954"/>
                  </a:lnTo>
                  <a:lnTo>
                    <a:pt x="366534" y="514845"/>
                  </a:lnTo>
                  <a:lnTo>
                    <a:pt x="359676" y="521665"/>
                  </a:lnTo>
                  <a:lnTo>
                    <a:pt x="220649" y="521665"/>
                  </a:lnTo>
                  <a:lnTo>
                    <a:pt x="213804" y="514845"/>
                  </a:lnTo>
                  <a:lnTo>
                    <a:pt x="213804" y="497954"/>
                  </a:lnTo>
                  <a:lnTo>
                    <a:pt x="220649" y="491134"/>
                  </a:lnTo>
                  <a:lnTo>
                    <a:pt x="359676" y="491134"/>
                  </a:lnTo>
                  <a:lnTo>
                    <a:pt x="366534" y="497954"/>
                  </a:lnTo>
                  <a:lnTo>
                    <a:pt x="366534" y="453758"/>
                  </a:lnTo>
                  <a:lnTo>
                    <a:pt x="359676" y="460565"/>
                  </a:lnTo>
                  <a:lnTo>
                    <a:pt x="220649" y="460565"/>
                  </a:lnTo>
                  <a:lnTo>
                    <a:pt x="213804" y="453758"/>
                  </a:lnTo>
                  <a:lnTo>
                    <a:pt x="213804" y="436867"/>
                  </a:lnTo>
                  <a:lnTo>
                    <a:pt x="220649" y="430047"/>
                  </a:lnTo>
                  <a:lnTo>
                    <a:pt x="359676" y="430047"/>
                  </a:lnTo>
                  <a:lnTo>
                    <a:pt x="366534" y="436867"/>
                  </a:lnTo>
                  <a:lnTo>
                    <a:pt x="366534" y="246773"/>
                  </a:lnTo>
                  <a:lnTo>
                    <a:pt x="366534" y="155130"/>
                  </a:lnTo>
                  <a:lnTo>
                    <a:pt x="374967" y="155130"/>
                  </a:lnTo>
                  <a:lnTo>
                    <a:pt x="394741" y="191909"/>
                  </a:lnTo>
                  <a:lnTo>
                    <a:pt x="424218" y="220916"/>
                  </a:lnTo>
                  <a:lnTo>
                    <a:pt x="461327" y="239941"/>
                  </a:lnTo>
                  <a:lnTo>
                    <a:pt x="503986" y="246773"/>
                  </a:lnTo>
                  <a:lnTo>
                    <a:pt x="533679" y="240766"/>
                  </a:lnTo>
                  <a:lnTo>
                    <a:pt x="557961" y="224370"/>
                  </a:lnTo>
                  <a:lnTo>
                    <a:pt x="573773" y="200939"/>
                  </a:lnTo>
                  <a:lnTo>
                    <a:pt x="574344" y="200101"/>
                  </a:lnTo>
                  <a:lnTo>
                    <a:pt x="580364" y="170408"/>
                  </a:lnTo>
                  <a:close/>
                </a:path>
                <a:path w="1017904" h="827405">
                  <a:moveTo>
                    <a:pt x="702538" y="536943"/>
                  </a:moveTo>
                  <a:lnTo>
                    <a:pt x="698931" y="519137"/>
                  </a:lnTo>
                  <a:lnTo>
                    <a:pt x="689102" y="504571"/>
                  </a:lnTo>
                  <a:lnTo>
                    <a:pt x="674522" y="494741"/>
                  </a:lnTo>
                  <a:lnTo>
                    <a:pt x="656691" y="491134"/>
                  </a:lnTo>
                  <a:lnTo>
                    <a:pt x="641451" y="491134"/>
                  </a:lnTo>
                  <a:lnTo>
                    <a:pt x="641451" y="575932"/>
                  </a:lnTo>
                  <a:lnTo>
                    <a:pt x="641451" y="620153"/>
                  </a:lnTo>
                  <a:lnTo>
                    <a:pt x="641451" y="759206"/>
                  </a:lnTo>
                  <a:lnTo>
                    <a:pt x="634593" y="766013"/>
                  </a:lnTo>
                  <a:lnTo>
                    <a:pt x="587184" y="766013"/>
                  </a:lnTo>
                  <a:lnTo>
                    <a:pt x="580364" y="759206"/>
                  </a:lnTo>
                  <a:lnTo>
                    <a:pt x="580364" y="742340"/>
                  </a:lnTo>
                  <a:lnTo>
                    <a:pt x="587184" y="735495"/>
                  </a:lnTo>
                  <a:lnTo>
                    <a:pt x="634593" y="735495"/>
                  </a:lnTo>
                  <a:lnTo>
                    <a:pt x="641451" y="742340"/>
                  </a:lnTo>
                  <a:lnTo>
                    <a:pt x="641451" y="698106"/>
                  </a:lnTo>
                  <a:lnTo>
                    <a:pt x="634593" y="704926"/>
                  </a:lnTo>
                  <a:lnTo>
                    <a:pt x="587184" y="704926"/>
                  </a:lnTo>
                  <a:lnTo>
                    <a:pt x="580364" y="698106"/>
                  </a:lnTo>
                  <a:lnTo>
                    <a:pt x="580364" y="681253"/>
                  </a:lnTo>
                  <a:lnTo>
                    <a:pt x="587184" y="674395"/>
                  </a:lnTo>
                  <a:lnTo>
                    <a:pt x="634593" y="674395"/>
                  </a:lnTo>
                  <a:lnTo>
                    <a:pt x="641451" y="681253"/>
                  </a:lnTo>
                  <a:lnTo>
                    <a:pt x="641451" y="637019"/>
                  </a:lnTo>
                  <a:lnTo>
                    <a:pt x="634593" y="643839"/>
                  </a:lnTo>
                  <a:lnTo>
                    <a:pt x="587184" y="643839"/>
                  </a:lnTo>
                  <a:lnTo>
                    <a:pt x="580364" y="637019"/>
                  </a:lnTo>
                  <a:lnTo>
                    <a:pt x="580364" y="620153"/>
                  </a:lnTo>
                  <a:lnTo>
                    <a:pt x="587184" y="613308"/>
                  </a:lnTo>
                  <a:lnTo>
                    <a:pt x="634593" y="613308"/>
                  </a:lnTo>
                  <a:lnTo>
                    <a:pt x="641451" y="620153"/>
                  </a:lnTo>
                  <a:lnTo>
                    <a:pt x="641451" y="575932"/>
                  </a:lnTo>
                  <a:lnTo>
                    <a:pt x="634593" y="582752"/>
                  </a:lnTo>
                  <a:lnTo>
                    <a:pt x="587184" y="582752"/>
                  </a:lnTo>
                  <a:lnTo>
                    <a:pt x="580364" y="575932"/>
                  </a:lnTo>
                  <a:lnTo>
                    <a:pt x="580364" y="559041"/>
                  </a:lnTo>
                  <a:lnTo>
                    <a:pt x="587184" y="552221"/>
                  </a:lnTo>
                  <a:lnTo>
                    <a:pt x="634593" y="552221"/>
                  </a:lnTo>
                  <a:lnTo>
                    <a:pt x="641413" y="559041"/>
                  </a:lnTo>
                  <a:lnTo>
                    <a:pt x="641451" y="575932"/>
                  </a:lnTo>
                  <a:lnTo>
                    <a:pt x="641451" y="491134"/>
                  </a:lnTo>
                  <a:lnTo>
                    <a:pt x="565086" y="491134"/>
                  </a:lnTo>
                  <a:lnTo>
                    <a:pt x="547268" y="494741"/>
                  </a:lnTo>
                  <a:lnTo>
                    <a:pt x="532714" y="504571"/>
                  </a:lnTo>
                  <a:lnTo>
                    <a:pt x="522884" y="519137"/>
                  </a:lnTo>
                  <a:lnTo>
                    <a:pt x="519277" y="536943"/>
                  </a:lnTo>
                  <a:lnTo>
                    <a:pt x="519277" y="781304"/>
                  </a:lnTo>
                  <a:lnTo>
                    <a:pt x="522884" y="799109"/>
                  </a:lnTo>
                  <a:lnTo>
                    <a:pt x="532714" y="813676"/>
                  </a:lnTo>
                  <a:lnTo>
                    <a:pt x="547268" y="823506"/>
                  </a:lnTo>
                  <a:lnTo>
                    <a:pt x="565086" y="827112"/>
                  </a:lnTo>
                  <a:lnTo>
                    <a:pt x="656691" y="827112"/>
                  </a:lnTo>
                  <a:lnTo>
                    <a:pt x="674522" y="823506"/>
                  </a:lnTo>
                  <a:lnTo>
                    <a:pt x="689102" y="813676"/>
                  </a:lnTo>
                  <a:lnTo>
                    <a:pt x="698931" y="799109"/>
                  </a:lnTo>
                  <a:lnTo>
                    <a:pt x="702538" y="781304"/>
                  </a:lnTo>
                  <a:lnTo>
                    <a:pt x="702538" y="766013"/>
                  </a:lnTo>
                  <a:lnTo>
                    <a:pt x="702538" y="735495"/>
                  </a:lnTo>
                  <a:lnTo>
                    <a:pt x="702538" y="552221"/>
                  </a:lnTo>
                  <a:lnTo>
                    <a:pt x="702538" y="536943"/>
                  </a:lnTo>
                  <a:close/>
                </a:path>
                <a:path w="1017904" h="827405">
                  <a:moveTo>
                    <a:pt x="811936" y="289966"/>
                  </a:moveTo>
                  <a:lnTo>
                    <a:pt x="786333" y="289966"/>
                  </a:lnTo>
                  <a:lnTo>
                    <a:pt x="786333" y="315569"/>
                  </a:lnTo>
                  <a:lnTo>
                    <a:pt x="811936" y="315569"/>
                  </a:lnTo>
                  <a:lnTo>
                    <a:pt x="811936" y="289966"/>
                  </a:lnTo>
                  <a:close/>
                </a:path>
                <a:path w="1017904" h="827405">
                  <a:moveTo>
                    <a:pt x="863104" y="173786"/>
                  </a:moveTo>
                  <a:lnTo>
                    <a:pt x="858075" y="148894"/>
                  </a:lnTo>
                  <a:lnTo>
                    <a:pt x="844346" y="128562"/>
                  </a:lnTo>
                  <a:lnTo>
                    <a:pt x="824001" y="114833"/>
                  </a:lnTo>
                  <a:lnTo>
                    <a:pt x="799109" y="109791"/>
                  </a:lnTo>
                  <a:lnTo>
                    <a:pt x="774217" y="114833"/>
                  </a:lnTo>
                  <a:lnTo>
                    <a:pt x="753884" y="128562"/>
                  </a:lnTo>
                  <a:lnTo>
                    <a:pt x="740156" y="148894"/>
                  </a:lnTo>
                  <a:lnTo>
                    <a:pt x="735126" y="173786"/>
                  </a:lnTo>
                  <a:lnTo>
                    <a:pt x="760730" y="173786"/>
                  </a:lnTo>
                  <a:lnTo>
                    <a:pt x="763739" y="158851"/>
                  </a:lnTo>
                  <a:lnTo>
                    <a:pt x="771969" y="146634"/>
                  </a:lnTo>
                  <a:lnTo>
                    <a:pt x="784174" y="138391"/>
                  </a:lnTo>
                  <a:lnTo>
                    <a:pt x="799109" y="135369"/>
                  </a:lnTo>
                  <a:lnTo>
                    <a:pt x="814044" y="138391"/>
                  </a:lnTo>
                  <a:lnTo>
                    <a:pt x="826249" y="146634"/>
                  </a:lnTo>
                  <a:lnTo>
                    <a:pt x="834491" y="158851"/>
                  </a:lnTo>
                  <a:lnTo>
                    <a:pt x="837501" y="173786"/>
                  </a:lnTo>
                  <a:lnTo>
                    <a:pt x="836866" y="180771"/>
                  </a:lnTo>
                  <a:lnTo>
                    <a:pt x="834986" y="187477"/>
                  </a:lnTo>
                  <a:lnTo>
                    <a:pt x="831926" y="193725"/>
                  </a:lnTo>
                  <a:lnTo>
                    <a:pt x="827747" y="199364"/>
                  </a:lnTo>
                  <a:lnTo>
                    <a:pt x="786333" y="245706"/>
                  </a:lnTo>
                  <a:lnTo>
                    <a:pt x="786333" y="276174"/>
                  </a:lnTo>
                  <a:lnTo>
                    <a:pt x="811923" y="276174"/>
                  </a:lnTo>
                  <a:lnTo>
                    <a:pt x="811923" y="255460"/>
                  </a:lnTo>
                  <a:lnTo>
                    <a:pt x="846810" y="216433"/>
                  </a:lnTo>
                  <a:lnTo>
                    <a:pt x="853795" y="207035"/>
                  </a:lnTo>
                  <a:lnTo>
                    <a:pt x="858901" y="196621"/>
                  </a:lnTo>
                  <a:lnTo>
                    <a:pt x="862037" y="185445"/>
                  </a:lnTo>
                  <a:lnTo>
                    <a:pt x="863104" y="173786"/>
                  </a:lnTo>
                  <a:close/>
                </a:path>
                <a:path w="1017904" h="827405">
                  <a:moveTo>
                    <a:pt x="1017689" y="217309"/>
                  </a:moveTo>
                  <a:lnTo>
                    <a:pt x="1013269" y="175031"/>
                  </a:lnTo>
                  <a:lnTo>
                    <a:pt x="1000467" y="133819"/>
                  </a:lnTo>
                  <a:lnTo>
                    <a:pt x="991501" y="117259"/>
                  </a:lnTo>
                  <a:lnTo>
                    <a:pt x="991501" y="205460"/>
                  </a:lnTo>
                  <a:lnTo>
                    <a:pt x="989647" y="248526"/>
                  </a:lnTo>
                  <a:lnTo>
                    <a:pt x="977709" y="291363"/>
                  </a:lnTo>
                  <a:lnTo>
                    <a:pt x="956310" y="330327"/>
                  </a:lnTo>
                  <a:lnTo>
                    <a:pt x="927544" y="362419"/>
                  </a:lnTo>
                  <a:lnTo>
                    <a:pt x="892924" y="386981"/>
                  </a:lnTo>
                  <a:lnTo>
                    <a:pt x="853973" y="403377"/>
                  </a:lnTo>
                  <a:lnTo>
                    <a:pt x="812215" y="410972"/>
                  </a:lnTo>
                  <a:lnTo>
                    <a:pt x="769162" y="409117"/>
                  </a:lnTo>
                  <a:lnTo>
                    <a:pt x="726338" y="397179"/>
                  </a:lnTo>
                  <a:lnTo>
                    <a:pt x="680580" y="370751"/>
                  </a:lnTo>
                  <a:lnTo>
                    <a:pt x="643813" y="332968"/>
                  </a:lnTo>
                  <a:lnTo>
                    <a:pt x="640562" y="328523"/>
                  </a:lnTo>
                  <a:lnTo>
                    <a:pt x="561581" y="318604"/>
                  </a:lnTo>
                  <a:lnTo>
                    <a:pt x="609650" y="255143"/>
                  </a:lnTo>
                  <a:lnTo>
                    <a:pt x="608774" y="249720"/>
                  </a:lnTo>
                  <a:lnTo>
                    <a:pt x="608660" y="248526"/>
                  </a:lnTo>
                  <a:lnTo>
                    <a:pt x="608647" y="248361"/>
                  </a:lnTo>
                  <a:lnTo>
                    <a:pt x="606298" y="223367"/>
                  </a:lnTo>
                  <a:lnTo>
                    <a:pt x="607453" y="197015"/>
                  </a:lnTo>
                  <a:lnTo>
                    <a:pt x="620522" y="145821"/>
                  </a:lnTo>
                  <a:lnTo>
                    <a:pt x="641908" y="106832"/>
                  </a:lnTo>
                  <a:lnTo>
                    <a:pt x="670674" y="74739"/>
                  </a:lnTo>
                  <a:lnTo>
                    <a:pt x="705294" y="50177"/>
                  </a:lnTo>
                  <a:lnTo>
                    <a:pt x="744245" y="33782"/>
                  </a:lnTo>
                  <a:lnTo>
                    <a:pt x="786003" y="26187"/>
                  </a:lnTo>
                  <a:lnTo>
                    <a:pt x="829056" y="28054"/>
                  </a:lnTo>
                  <a:lnTo>
                    <a:pt x="871880" y="39992"/>
                  </a:lnTo>
                  <a:lnTo>
                    <a:pt x="910856" y="61379"/>
                  </a:lnTo>
                  <a:lnTo>
                    <a:pt x="942949" y="90144"/>
                  </a:lnTo>
                  <a:lnTo>
                    <a:pt x="967524" y="124752"/>
                  </a:lnTo>
                  <a:lnTo>
                    <a:pt x="983919" y="163703"/>
                  </a:lnTo>
                  <a:lnTo>
                    <a:pt x="991501" y="205460"/>
                  </a:lnTo>
                  <a:lnTo>
                    <a:pt x="991501" y="117259"/>
                  </a:lnTo>
                  <a:lnTo>
                    <a:pt x="952766" y="63131"/>
                  </a:lnTo>
                  <a:lnTo>
                    <a:pt x="919734" y="36372"/>
                  </a:lnTo>
                  <a:lnTo>
                    <a:pt x="881545" y="16281"/>
                  </a:lnTo>
                  <a:lnTo>
                    <a:pt x="840193" y="3949"/>
                  </a:lnTo>
                  <a:lnTo>
                    <a:pt x="797864" y="0"/>
                  </a:lnTo>
                  <a:lnTo>
                    <a:pt x="755573" y="4432"/>
                  </a:lnTo>
                  <a:lnTo>
                    <a:pt x="714336" y="17233"/>
                  </a:lnTo>
                  <a:lnTo>
                    <a:pt x="676402" y="37782"/>
                  </a:lnTo>
                  <a:lnTo>
                    <a:pt x="643674" y="64922"/>
                  </a:lnTo>
                  <a:lnTo>
                    <a:pt x="616902" y="97955"/>
                  </a:lnTo>
                  <a:lnTo>
                    <a:pt x="596811" y="136156"/>
                  </a:lnTo>
                  <a:lnTo>
                    <a:pt x="587679" y="163703"/>
                  </a:lnTo>
                  <a:lnTo>
                    <a:pt x="582320" y="191414"/>
                  </a:lnTo>
                  <a:lnTo>
                    <a:pt x="580618" y="219862"/>
                  </a:lnTo>
                  <a:lnTo>
                    <a:pt x="582663" y="248361"/>
                  </a:lnTo>
                  <a:lnTo>
                    <a:pt x="582536" y="248526"/>
                  </a:lnTo>
                  <a:lnTo>
                    <a:pt x="514375" y="338455"/>
                  </a:lnTo>
                  <a:lnTo>
                    <a:pt x="626541" y="352577"/>
                  </a:lnTo>
                  <a:lnTo>
                    <a:pt x="645502" y="373951"/>
                  </a:lnTo>
                  <a:lnTo>
                    <a:pt x="690854" y="408330"/>
                  </a:lnTo>
                  <a:lnTo>
                    <a:pt x="758050" y="433209"/>
                  </a:lnTo>
                  <a:lnTo>
                    <a:pt x="800379" y="437146"/>
                  </a:lnTo>
                  <a:lnTo>
                    <a:pt x="842670" y="432714"/>
                  </a:lnTo>
                  <a:lnTo>
                    <a:pt x="883881" y="419912"/>
                  </a:lnTo>
                  <a:lnTo>
                    <a:pt x="900404" y="410972"/>
                  </a:lnTo>
                  <a:lnTo>
                    <a:pt x="921842" y="399376"/>
                  </a:lnTo>
                  <a:lnTo>
                    <a:pt x="954570" y="372237"/>
                  </a:lnTo>
                  <a:lnTo>
                    <a:pt x="981329" y="339204"/>
                  </a:lnTo>
                  <a:lnTo>
                    <a:pt x="1001420" y="301015"/>
                  </a:lnTo>
                  <a:lnTo>
                    <a:pt x="1013739" y="259651"/>
                  </a:lnTo>
                  <a:lnTo>
                    <a:pt x="1017689" y="217309"/>
                  </a:lnTo>
                  <a:close/>
                </a:path>
              </a:pathLst>
            </a:custGeom>
            <a:solidFill>
              <a:srgbClr val="000000"/>
            </a:solidFill>
          </p:spPr>
          <p:txBody>
            <a:bodyPr wrap="square" lIns="0" tIns="0" rIns="0" bIns="0" rtlCol="0"/>
            <a:lstStyle/>
            <a:p>
              <a:endParaRPr/>
            </a:p>
          </p:txBody>
        </p:sp>
        <p:pic>
          <p:nvPicPr>
            <p:cNvPr id="5" name="object 5">
              <a:extLst>
                <a:ext uri="{FF2B5EF4-FFF2-40B4-BE49-F238E27FC236}">
                  <a16:creationId xmlns:a16="http://schemas.microsoft.com/office/drawing/2014/main" id="{CF7B6D35-9B7E-5321-8F0E-B876CBE8A278}"/>
                </a:ext>
              </a:extLst>
            </p:cNvPr>
            <p:cNvPicPr/>
            <p:nvPr/>
          </p:nvPicPr>
          <p:blipFill>
            <a:blip r:embed="rId2" cstate="print"/>
            <a:stretch>
              <a:fillRect/>
            </a:stretch>
          </p:blipFill>
          <p:spPr>
            <a:xfrm>
              <a:off x="3838680" y="2565430"/>
              <a:ext cx="1250885" cy="1115568"/>
            </a:xfrm>
            <a:prstGeom prst="rect">
              <a:avLst/>
            </a:prstGeom>
          </p:spPr>
        </p:pic>
        <p:grpSp>
          <p:nvGrpSpPr>
            <p:cNvPr id="6" name="object 6">
              <a:extLst>
                <a:ext uri="{FF2B5EF4-FFF2-40B4-BE49-F238E27FC236}">
                  <a16:creationId xmlns:a16="http://schemas.microsoft.com/office/drawing/2014/main" id="{1B0327E0-596D-F8F4-F2C4-5BFB280A6185}"/>
                </a:ext>
              </a:extLst>
            </p:cNvPr>
            <p:cNvGrpSpPr/>
            <p:nvPr/>
          </p:nvGrpSpPr>
          <p:grpSpPr>
            <a:xfrm>
              <a:off x="6939617" y="2565769"/>
              <a:ext cx="1427967" cy="1116606"/>
              <a:chOff x="3282056" y="1213989"/>
              <a:chExt cx="675640" cy="528320"/>
            </a:xfrm>
          </p:grpSpPr>
          <p:sp>
            <p:nvSpPr>
              <p:cNvPr id="7" name="object 7">
                <a:extLst>
                  <a:ext uri="{FF2B5EF4-FFF2-40B4-BE49-F238E27FC236}">
                    <a16:creationId xmlns:a16="http://schemas.microsoft.com/office/drawing/2014/main" id="{1C58DAC5-AE71-D874-B391-6E165F6030FE}"/>
                  </a:ext>
                </a:extLst>
              </p:cNvPr>
              <p:cNvSpPr/>
              <p:nvPr/>
            </p:nvSpPr>
            <p:spPr>
              <a:xfrm>
                <a:off x="3282056" y="1691516"/>
                <a:ext cx="675640" cy="50800"/>
              </a:xfrm>
              <a:custGeom>
                <a:avLst/>
                <a:gdLst/>
                <a:ahLst/>
                <a:cxnLst/>
                <a:rect l="l" t="t" r="r" b="b"/>
                <a:pathLst>
                  <a:path w="675639" h="50800">
                    <a:moveTo>
                      <a:pt x="672424" y="50294"/>
                    </a:moveTo>
                    <a:lnTo>
                      <a:pt x="668787" y="50294"/>
                    </a:lnTo>
                    <a:lnTo>
                      <a:pt x="2974" y="50294"/>
                    </a:lnTo>
                    <a:lnTo>
                      <a:pt x="0" y="47360"/>
                    </a:lnTo>
                    <a:lnTo>
                      <a:pt x="0" y="2974"/>
                    </a:lnTo>
                    <a:lnTo>
                      <a:pt x="2974" y="0"/>
                    </a:lnTo>
                    <a:lnTo>
                      <a:pt x="672424" y="0"/>
                    </a:lnTo>
                    <a:lnTo>
                      <a:pt x="675390" y="2974"/>
                    </a:lnTo>
                    <a:lnTo>
                      <a:pt x="675390" y="47360"/>
                    </a:lnTo>
                    <a:lnTo>
                      <a:pt x="672424" y="50294"/>
                    </a:lnTo>
                    <a:close/>
                  </a:path>
                </a:pathLst>
              </a:custGeom>
              <a:solidFill>
                <a:srgbClr val="6C7782"/>
              </a:solidFill>
            </p:spPr>
            <p:txBody>
              <a:bodyPr wrap="square" lIns="0" tIns="0" rIns="0" bIns="0" rtlCol="0"/>
              <a:lstStyle/>
              <a:p>
                <a:endParaRPr/>
              </a:p>
            </p:txBody>
          </p:sp>
          <p:sp>
            <p:nvSpPr>
              <p:cNvPr id="8" name="object 8">
                <a:extLst>
                  <a:ext uri="{FF2B5EF4-FFF2-40B4-BE49-F238E27FC236}">
                    <a16:creationId xmlns:a16="http://schemas.microsoft.com/office/drawing/2014/main" id="{D94A758C-F129-3E8E-3D30-676BDA376A5C}"/>
                  </a:ext>
                </a:extLst>
              </p:cNvPr>
              <p:cNvSpPr/>
              <p:nvPr/>
            </p:nvSpPr>
            <p:spPr>
              <a:xfrm>
                <a:off x="3882438" y="1691516"/>
                <a:ext cx="75565" cy="50800"/>
              </a:xfrm>
              <a:custGeom>
                <a:avLst/>
                <a:gdLst/>
                <a:ahLst/>
                <a:cxnLst/>
                <a:rect l="l" t="t" r="r" b="b"/>
                <a:pathLst>
                  <a:path w="75564" h="50800">
                    <a:moveTo>
                      <a:pt x="72043" y="50294"/>
                    </a:moveTo>
                    <a:lnTo>
                      <a:pt x="68406" y="50294"/>
                    </a:lnTo>
                    <a:lnTo>
                      <a:pt x="0" y="50294"/>
                    </a:lnTo>
                    <a:lnTo>
                      <a:pt x="0" y="0"/>
                    </a:lnTo>
                    <a:lnTo>
                      <a:pt x="72043" y="0"/>
                    </a:lnTo>
                    <a:lnTo>
                      <a:pt x="75009" y="2974"/>
                    </a:lnTo>
                    <a:lnTo>
                      <a:pt x="75009" y="47360"/>
                    </a:lnTo>
                    <a:lnTo>
                      <a:pt x="72043" y="50294"/>
                    </a:lnTo>
                    <a:close/>
                  </a:path>
                </a:pathLst>
              </a:custGeom>
              <a:solidFill>
                <a:srgbClr val="4E575F"/>
              </a:solidFill>
            </p:spPr>
            <p:txBody>
              <a:bodyPr wrap="square" lIns="0" tIns="0" rIns="0" bIns="0" rtlCol="0"/>
              <a:lstStyle/>
              <a:p>
                <a:endParaRPr/>
              </a:p>
            </p:txBody>
          </p:sp>
          <p:sp>
            <p:nvSpPr>
              <p:cNvPr id="9" name="object 9">
                <a:extLst>
                  <a:ext uri="{FF2B5EF4-FFF2-40B4-BE49-F238E27FC236}">
                    <a16:creationId xmlns:a16="http://schemas.microsoft.com/office/drawing/2014/main" id="{14628D87-115F-0B67-08A3-A5A3962250AB}"/>
                  </a:ext>
                </a:extLst>
              </p:cNvPr>
              <p:cNvSpPr/>
              <p:nvPr/>
            </p:nvSpPr>
            <p:spPr>
              <a:xfrm>
                <a:off x="3779545" y="1375153"/>
                <a:ext cx="20320" cy="63500"/>
              </a:xfrm>
              <a:custGeom>
                <a:avLst/>
                <a:gdLst/>
                <a:ahLst/>
                <a:cxnLst/>
                <a:rect l="l" t="t" r="r" b="b"/>
                <a:pathLst>
                  <a:path w="20320" h="63500">
                    <a:moveTo>
                      <a:pt x="15404" y="63298"/>
                    </a:moveTo>
                    <a:lnTo>
                      <a:pt x="9916" y="63298"/>
                    </a:lnTo>
                    <a:lnTo>
                      <a:pt x="4453" y="63298"/>
                    </a:lnTo>
                    <a:lnTo>
                      <a:pt x="0" y="58845"/>
                    </a:lnTo>
                    <a:lnTo>
                      <a:pt x="0" y="4453"/>
                    </a:lnTo>
                    <a:lnTo>
                      <a:pt x="4453" y="0"/>
                    </a:lnTo>
                    <a:lnTo>
                      <a:pt x="15404" y="0"/>
                    </a:lnTo>
                    <a:lnTo>
                      <a:pt x="19825" y="4453"/>
                    </a:lnTo>
                    <a:lnTo>
                      <a:pt x="19825" y="58845"/>
                    </a:lnTo>
                    <a:lnTo>
                      <a:pt x="15404" y="63298"/>
                    </a:lnTo>
                    <a:close/>
                  </a:path>
                </a:pathLst>
              </a:custGeom>
              <a:solidFill>
                <a:srgbClr val="6C7782"/>
              </a:solidFill>
            </p:spPr>
            <p:txBody>
              <a:bodyPr wrap="square" lIns="0" tIns="0" rIns="0" bIns="0" rtlCol="0"/>
              <a:lstStyle/>
              <a:p>
                <a:endParaRPr/>
              </a:p>
            </p:txBody>
          </p:sp>
          <p:sp>
            <p:nvSpPr>
              <p:cNvPr id="10" name="object 10">
                <a:extLst>
                  <a:ext uri="{FF2B5EF4-FFF2-40B4-BE49-F238E27FC236}">
                    <a16:creationId xmlns:a16="http://schemas.microsoft.com/office/drawing/2014/main" id="{D36954A1-2577-2102-3D2D-A44FFA3D4847}"/>
                  </a:ext>
                </a:extLst>
              </p:cNvPr>
              <p:cNvSpPr/>
              <p:nvPr/>
            </p:nvSpPr>
            <p:spPr>
              <a:xfrm>
                <a:off x="3643884" y="1428546"/>
                <a:ext cx="291465" cy="263525"/>
              </a:xfrm>
              <a:custGeom>
                <a:avLst/>
                <a:gdLst/>
                <a:ahLst/>
                <a:cxnLst/>
                <a:rect l="l" t="t" r="r" b="b"/>
                <a:pathLst>
                  <a:path w="291464" h="263525">
                    <a:moveTo>
                      <a:pt x="291172" y="224650"/>
                    </a:moveTo>
                    <a:lnTo>
                      <a:pt x="288201" y="221691"/>
                    </a:lnTo>
                    <a:lnTo>
                      <a:pt x="2959" y="221691"/>
                    </a:lnTo>
                    <a:lnTo>
                      <a:pt x="0" y="224650"/>
                    </a:lnTo>
                    <a:lnTo>
                      <a:pt x="0" y="230111"/>
                    </a:lnTo>
                    <a:lnTo>
                      <a:pt x="2578" y="242912"/>
                    </a:lnTo>
                    <a:lnTo>
                      <a:pt x="9626" y="253352"/>
                    </a:lnTo>
                    <a:lnTo>
                      <a:pt x="20066" y="260388"/>
                    </a:lnTo>
                    <a:lnTo>
                      <a:pt x="32854" y="262978"/>
                    </a:lnTo>
                    <a:lnTo>
                      <a:pt x="258279" y="262978"/>
                    </a:lnTo>
                    <a:lnTo>
                      <a:pt x="271068" y="260388"/>
                    </a:lnTo>
                    <a:lnTo>
                      <a:pt x="281533" y="253352"/>
                    </a:lnTo>
                    <a:lnTo>
                      <a:pt x="288582" y="242912"/>
                    </a:lnTo>
                    <a:lnTo>
                      <a:pt x="291172" y="230111"/>
                    </a:lnTo>
                    <a:lnTo>
                      <a:pt x="291172" y="224650"/>
                    </a:lnTo>
                    <a:close/>
                  </a:path>
                  <a:path w="291464" h="263525">
                    <a:moveTo>
                      <a:pt x="291172" y="63487"/>
                    </a:moveTo>
                    <a:lnTo>
                      <a:pt x="286181" y="38773"/>
                    </a:lnTo>
                    <a:lnTo>
                      <a:pt x="272567" y="18592"/>
                    </a:lnTo>
                    <a:lnTo>
                      <a:pt x="252387" y="4978"/>
                    </a:lnTo>
                    <a:lnTo>
                      <a:pt x="227685" y="0"/>
                    </a:lnTo>
                    <a:lnTo>
                      <a:pt x="63487" y="0"/>
                    </a:lnTo>
                    <a:lnTo>
                      <a:pt x="38773" y="4978"/>
                    </a:lnTo>
                    <a:lnTo>
                      <a:pt x="18592" y="18592"/>
                    </a:lnTo>
                    <a:lnTo>
                      <a:pt x="4991" y="38773"/>
                    </a:lnTo>
                    <a:lnTo>
                      <a:pt x="0" y="63487"/>
                    </a:lnTo>
                    <a:lnTo>
                      <a:pt x="0" y="79832"/>
                    </a:lnTo>
                    <a:lnTo>
                      <a:pt x="2959" y="82804"/>
                    </a:lnTo>
                    <a:lnTo>
                      <a:pt x="284543" y="82804"/>
                    </a:lnTo>
                    <a:lnTo>
                      <a:pt x="288201" y="82804"/>
                    </a:lnTo>
                    <a:lnTo>
                      <a:pt x="291172" y="79832"/>
                    </a:lnTo>
                    <a:lnTo>
                      <a:pt x="291172" y="63487"/>
                    </a:lnTo>
                    <a:close/>
                  </a:path>
                </a:pathLst>
              </a:custGeom>
              <a:solidFill>
                <a:srgbClr val="EDA23D"/>
              </a:solidFill>
            </p:spPr>
            <p:txBody>
              <a:bodyPr wrap="square" lIns="0" tIns="0" rIns="0" bIns="0" rtlCol="0"/>
              <a:lstStyle/>
              <a:p>
                <a:endParaRPr/>
              </a:p>
            </p:txBody>
          </p:sp>
          <p:pic>
            <p:nvPicPr>
              <p:cNvPr id="11" name="object 11">
                <a:extLst>
                  <a:ext uri="{FF2B5EF4-FFF2-40B4-BE49-F238E27FC236}">
                    <a16:creationId xmlns:a16="http://schemas.microsoft.com/office/drawing/2014/main" id="{54EC0858-6076-BF07-52A8-7AEED1701493}"/>
                  </a:ext>
                </a:extLst>
              </p:cNvPr>
              <p:cNvPicPr/>
              <p:nvPr/>
            </p:nvPicPr>
            <p:blipFill>
              <a:blip r:embed="rId3" cstate="print"/>
              <a:stretch>
                <a:fillRect/>
              </a:stretch>
            </p:blipFill>
            <p:spPr>
              <a:xfrm>
                <a:off x="3820465" y="1428535"/>
                <a:ext cx="114595" cy="82808"/>
              </a:xfrm>
              <a:prstGeom prst="rect">
                <a:avLst/>
              </a:prstGeom>
            </p:spPr>
          </p:pic>
          <p:sp>
            <p:nvSpPr>
              <p:cNvPr id="12" name="object 12">
                <a:extLst>
                  <a:ext uri="{FF2B5EF4-FFF2-40B4-BE49-F238E27FC236}">
                    <a16:creationId xmlns:a16="http://schemas.microsoft.com/office/drawing/2014/main" id="{3EBA298E-3001-3EF9-F264-D9B34AEA2560}"/>
                  </a:ext>
                </a:extLst>
              </p:cNvPr>
              <p:cNvSpPr/>
              <p:nvPr/>
            </p:nvSpPr>
            <p:spPr>
              <a:xfrm>
                <a:off x="3851087" y="1650225"/>
                <a:ext cx="84455" cy="41910"/>
              </a:xfrm>
              <a:custGeom>
                <a:avLst/>
                <a:gdLst/>
                <a:ahLst/>
                <a:cxnLst/>
                <a:rect l="l" t="t" r="r" b="b"/>
                <a:pathLst>
                  <a:path w="84454" h="41910">
                    <a:moveTo>
                      <a:pt x="51078" y="41291"/>
                    </a:moveTo>
                    <a:lnTo>
                      <a:pt x="0" y="41291"/>
                    </a:lnTo>
                    <a:lnTo>
                      <a:pt x="12792" y="38631"/>
                    </a:lnTo>
                    <a:lnTo>
                      <a:pt x="23237" y="31378"/>
                    </a:lnTo>
                    <a:lnTo>
                      <a:pt x="30279" y="20622"/>
                    </a:lnTo>
                    <a:lnTo>
                      <a:pt x="32861" y="7451"/>
                    </a:lnTo>
                    <a:lnTo>
                      <a:pt x="32861" y="0"/>
                    </a:lnTo>
                    <a:lnTo>
                      <a:pt x="81006" y="0"/>
                    </a:lnTo>
                    <a:lnTo>
                      <a:pt x="83972" y="3063"/>
                    </a:lnTo>
                    <a:lnTo>
                      <a:pt x="83972" y="6821"/>
                    </a:lnTo>
                    <a:lnTo>
                      <a:pt x="83972" y="7451"/>
                    </a:lnTo>
                    <a:lnTo>
                      <a:pt x="81385" y="20622"/>
                    </a:lnTo>
                    <a:lnTo>
                      <a:pt x="74332" y="31378"/>
                    </a:lnTo>
                    <a:lnTo>
                      <a:pt x="63876" y="38631"/>
                    </a:lnTo>
                    <a:lnTo>
                      <a:pt x="51078" y="41291"/>
                    </a:lnTo>
                    <a:close/>
                  </a:path>
                </a:pathLst>
              </a:custGeom>
              <a:solidFill>
                <a:srgbClr val="DF852A"/>
              </a:solidFill>
            </p:spPr>
            <p:txBody>
              <a:bodyPr wrap="square" lIns="0" tIns="0" rIns="0" bIns="0" rtlCol="0"/>
              <a:lstStyle/>
              <a:p>
                <a:endParaRPr/>
              </a:p>
            </p:txBody>
          </p:sp>
          <p:sp>
            <p:nvSpPr>
              <p:cNvPr id="13" name="object 13">
                <a:extLst>
                  <a:ext uri="{FF2B5EF4-FFF2-40B4-BE49-F238E27FC236}">
                    <a16:creationId xmlns:a16="http://schemas.microsoft.com/office/drawing/2014/main" id="{64F63F33-D3BD-1206-6396-84082CA3B974}"/>
                  </a:ext>
                </a:extLst>
              </p:cNvPr>
              <p:cNvSpPr/>
              <p:nvPr/>
            </p:nvSpPr>
            <p:spPr>
              <a:xfrm>
                <a:off x="3643888" y="1608934"/>
                <a:ext cx="291465" cy="41910"/>
              </a:xfrm>
              <a:custGeom>
                <a:avLst/>
                <a:gdLst/>
                <a:ahLst/>
                <a:cxnLst/>
                <a:rect l="l" t="t" r="r" b="b"/>
                <a:pathLst>
                  <a:path w="291464" h="41910">
                    <a:moveTo>
                      <a:pt x="288205" y="41291"/>
                    </a:moveTo>
                    <a:lnTo>
                      <a:pt x="284543" y="41291"/>
                    </a:lnTo>
                    <a:lnTo>
                      <a:pt x="2966" y="41291"/>
                    </a:lnTo>
                    <a:lnTo>
                      <a:pt x="0" y="38324"/>
                    </a:lnTo>
                    <a:lnTo>
                      <a:pt x="0" y="2933"/>
                    </a:lnTo>
                    <a:lnTo>
                      <a:pt x="2966" y="0"/>
                    </a:lnTo>
                    <a:lnTo>
                      <a:pt x="288205" y="0"/>
                    </a:lnTo>
                    <a:lnTo>
                      <a:pt x="291171" y="2966"/>
                    </a:lnTo>
                    <a:lnTo>
                      <a:pt x="291171" y="38324"/>
                    </a:lnTo>
                    <a:lnTo>
                      <a:pt x="288205" y="41291"/>
                    </a:lnTo>
                    <a:close/>
                  </a:path>
                </a:pathLst>
              </a:custGeom>
              <a:solidFill>
                <a:srgbClr val="48B76D"/>
              </a:solidFill>
            </p:spPr>
            <p:txBody>
              <a:bodyPr wrap="square" lIns="0" tIns="0" rIns="0" bIns="0" rtlCol="0"/>
              <a:lstStyle/>
              <a:p>
                <a:endParaRPr/>
              </a:p>
            </p:txBody>
          </p:sp>
          <p:sp>
            <p:nvSpPr>
              <p:cNvPr id="14" name="object 14">
                <a:extLst>
                  <a:ext uri="{FF2B5EF4-FFF2-40B4-BE49-F238E27FC236}">
                    <a16:creationId xmlns:a16="http://schemas.microsoft.com/office/drawing/2014/main" id="{BD673D4F-DB9B-C240-9AA5-224CA4761909}"/>
                  </a:ext>
                </a:extLst>
              </p:cNvPr>
              <p:cNvSpPr/>
              <p:nvPr/>
            </p:nvSpPr>
            <p:spPr>
              <a:xfrm>
                <a:off x="3632743" y="1552642"/>
                <a:ext cx="313690" cy="56515"/>
              </a:xfrm>
              <a:custGeom>
                <a:avLst/>
                <a:gdLst/>
                <a:ahLst/>
                <a:cxnLst/>
                <a:rect l="l" t="t" r="r" b="b"/>
                <a:pathLst>
                  <a:path w="313689" h="56515">
                    <a:moveTo>
                      <a:pt x="287291" y="56258"/>
                    </a:moveTo>
                    <a:lnTo>
                      <a:pt x="26169" y="56258"/>
                    </a:lnTo>
                    <a:lnTo>
                      <a:pt x="15980" y="54203"/>
                    </a:lnTo>
                    <a:lnTo>
                      <a:pt x="7662" y="48596"/>
                    </a:lnTo>
                    <a:lnTo>
                      <a:pt x="2055" y="40278"/>
                    </a:lnTo>
                    <a:lnTo>
                      <a:pt x="0" y="30089"/>
                    </a:lnTo>
                    <a:lnTo>
                      <a:pt x="0" y="26169"/>
                    </a:lnTo>
                    <a:lnTo>
                      <a:pt x="2055" y="15980"/>
                    </a:lnTo>
                    <a:lnTo>
                      <a:pt x="7662" y="7662"/>
                    </a:lnTo>
                    <a:lnTo>
                      <a:pt x="15980" y="2055"/>
                    </a:lnTo>
                    <a:lnTo>
                      <a:pt x="26169" y="0"/>
                    </a:lnTo>
                    <a:lnTo>
                      <a:pt x="287291" y="0"/>
                    </a:lnTo>
                    <a:lnTo>
                      <a:pt x="297480" y="2055"/>
                    </a:lnTo>
                    <a:lnTo>
                      <a:pt x="305798" y="7662"/>
                    </a:lnTo>
                    <a:lnTo>
                      <a:pt x="311405" y="15980"/>
                    </a:lnTo>
                    <a:lnTo>
                      <a:pt x="313461" y="26169"/>
                    </a:lnTo>
                    <a:lnTo>
                      <a:pt x="313461" y="30089"/>
                    </a:lnTo>
                    <a:lnTo>
                      <a:pt x="311405" y="40278"/>
                    </a:lnTo>
                    <a:lnTo>
                      <a:pt x="305798" y="48596"/>
                    </a:lnTo>
                    <a:lnTo>
                      <a:pt x="297480" y="54203"/>
                    </a:lnTo>
                    <a:lnTo>
                      <a:pt x="287291" y="56258"/>
                    </a:lnTo>
                    <a:close/>
                  </a:path>
                </a:pathLst>
              </a:custGeom>
              <a:solidFill>
                <a:srgbClr val="DD4633"/>
              </a:solidFill>
            </p:spPr>
            <p:txBody>
              <a:bodyPr wrap="square" lIns="0" tIns="0" rIns="0" bIns="0" rtlCol="0"/>
              <a:lstStyle/>
              <a:p>
                <a:endParaRPr/>
              </a:p>
            </p:txBody>
          </p:sp>
          <p:sp>
            <p:nvSpPr>
              <p:cNvPr id="15" name="object 15">
                <a:extLst>
                  <a:ext uri="{FF2B5EF4-FFF2-40B4-BE49-F238E27FC236}">
                    <a16:creationId xmlns:a16="http://schemas.microsoft.com/office/drawing/2014/main" id="{25751A08-672A-D82C-04E8-397D26E8561E}"/>
                  </a:ext>
                </a:extLst>
              </p:cNvPr>
              <p:cNvSpPr/>
              <p:nvPr/>
            </p:nvSpPr>
            <p:spPr>
              <a:xfrm>
                <a:off x="3883884" y="1608934"/>
                <a:ext cx="51435" cy="41910"/>
              </a:xfrm>
              <a:custGeom>
                <a:avLst/>
                <a:gdLst/>
                <a:ahLst/>
                <a:cxnLst/>
                <a:rect l="l" t="t" r="r" b="b"/>
                <a:pathLst>
                  <a:path w="51435" h="41910">
                    <a:moveTo>
                      <a:pt x="45210" y="41291"/>
                    </a:moveTo>
                    <a:lnTo>
                      <a:pt x="0" y="41291"/>
                    </a:lnTo>
                    <a:lnTo>
                      <a:pt x="0" y="0"/>
                    </a:lnTo>
                    <a:lnTo>
                      <a:pt x="48112" y="0"/>
                    </a:lnTo>
                    <a:lnTo>
                      <a:pt x="51175" y="3030"/>
                    </a:lnTo>
                    <a:lnTo>
                      <a:pt x="51175" y="6788"/>
                    </a:lnTo>
                    <a:lnTo>
                      <a:pt x="51175" y="37411"/>
                    </a:lnTo>
                    <a:lnTo>
                      <a:pt x="49316" y="39933"/>
                    </a:lnTo>
                    <a:lnTo>
                      <a:pt x="46002" y="41137"/>
                    </a:lnTo>
                    <a:lnTo>
                      <a:pt x="45210" y="41291"/>
                    </a:lnTo>
                    <a:close/>
                  </a:path>
                </a:pathLst>
              </a:custGeom>
              <a:solidFill>
                <a:srgbClr val="35AA55"/>
              </a:solidFill>
            </p:spPr>
            <p:txBody>
              <a:bodyPr wrap="square" lIns="0" tIns="0" rIns="0" bIns="0" rtlCol="0"/>
              <a:lstStyle/>
              <a:p>
                <a:endParaRPr/>
              </a:p>
            </p:txBody>
          </p:sp>
          <p:sp>
            <p:nvSpPr>
              <p:cNvPr id="16" name="object 16">
                <a:extLst>
                  <a:ext uri="{FF2B5EF4-FFF2-40B4-BE49-F238E27FC236}">
                    <a16:creationId xmlns:a16="http://schemas.microsoft.com/office/drawing/2014/main" id="{C5E16659-3CC1-F990-4A28-A1658235BCF1}"/>
                  </a:ext>
                </a:extLst>
              </p:cNvPr>
              <p:cNvSpPr/>
              <p:nvPr/>
            </p:nvSpPr>
            <p:spPr>
              <a:xfrm>
                <a:off x="3883884" y="1552642"/>
                <a:ext cx="62865" cy="56515"/>
              </a:xfrm>
              <a:custGeom>
                <a:avLst/>
                <a:gdLst/>
                <a:ahLst/>
                <a:cxnLst/>
                <a:rect l="l" t="t" r="r" b="b"/>
                <a:pathLst>
                  <a:path w="62864" h="56515">
                    <a:moveTo>
                      <a:pt x="35358" y="56258"/>
                    </a:moveTo>
                    <a:lnTo>
                      <a:pt x="0" y="56258"/>
                    </a:lnTo>
                    <a:lnTo>
                      <a:pt x="0" y="0"/>
                    </a:lnTo>
                    <a:lnTo>
                      <a:pt x="35358" y="0"/>
                    </a:lnTo>
                    <a:lnTo>
                      <a:pt x="45858" y="2121"/>
                    </a:lnTo>
                    <a:lnTo>
                      <a:pt x="54428" y="7904"/>
                    </a:lnTo>
                    <a:lnTo>
                      <a:pt x="60203" y="16475"/>
                    </a:lnTo>
                    <a:lnTo>
                      <a:pt x="62320" y="26961"/>
                    </a:lnTo>
                    <a:lnTo>
                      <a:pt x="62320" y="29297"/>
                    </a:lnTo>
                    <a:lnTo>
                      <a:pt x="60203" y="39797"/>
                    </a:lnTo>
                    <a:lnTo>
                      <a:pt x="54428" y="48366"/>
                    </a:lnTo>
                    <a:lnTo>
                      <a:pt x="45858" y="54141"/>
                    </a:lnTo>
                    <a:lnTo>
                      <a:pt x="35358" y="56258"/>
                    </a:lnTo>
                    <a:close/>
                  </a:path>
                </a:pathLst>
              </a:custGeom>
              <a:solidFill>
                <a:srgbClr val="D13C2A"/>
              </a:solidFill>
            </p:spPr>
            <p:txBody>
              <a:bodyPr wrap="square" lIns="0" tIns="0" rIns="0" bIns="0" rtlCol="0"/>
              <a:lstStyle/>
              <a:p>
                <a:endParaRPr/>
              </a:p>
            </p:txBody>
          </p:sp>
          <p:sp>
            <p:nvSpPr>
              <p:cNvPr id="17" name="object 17">
                <a:extLst>
                  <a:ext uri="{FF2B5EF4-FFF2-40B4-BE49-F238E27FC236}">
                    <a16:creationId xmlns:a16="http://schemas.microsoft.com/office/drawing/2014/main" id="{44A63999-1982-7AB8-1BC9-EE555F780C87}"/>
                  </a:ext>
                </a:extLst>
              </p:cNvPr>
              <p:cNvSpPr/>
              <p:nvPr/>
            </p:nvSpPr>
            <p:spPr>
              <a:xfrm>
                <a:off x="3643888" y="1511343"/>
                <a:ext cx="291465" cy="68580"/>
              </a:xfrm>
              <a:custGeom>
                <a:avLst/>
                <a:gdLst/>
                <a:ahLst/>
                <a:cxnLst/>
                <a:rect l="l" t="t" r="r" b="b"/>
                <a:pathLst>
                  <a:path w="291464" h="68580">
                    <a:moveTo>
                      <a:pt x="201889" y="68414"/>
                    </a:moveTo>
                    <a:lnTo>
                      <a:pt x="198890" y="68479"/>
                    </a:lnTo>
                    <a:lnTo>
                      <a:pt x="155991" y="41299"/>
                    </a:lnTo>
                    <a:lnTo>
                      <a:pt x="19792" y="41299"/>
                    </a:lnTo>
                    <a:lnTo>
                      <a:pt x="12093" y="39746"/>
                    </a:lnTo>
                    <a:lnTo>
                      <a:pt x="5801" y="35509"/>
                    </a:lnTo>
                    <a:lnTo>
                      <a:pt x="1557" y="29218"/>
                    </a:lnTo>
                    <a:lnTo>
                      <a:pt x="0" y="21506"/>
                    </a:lnTo>
                    <a:lnTo>
                      <a:pt x="0" y="19800"/>
                    </a:lnTo>
                    <a:lnTo>
                      <a:pt x="1557" y="12083"/>
                    </a:lnTo>
                    <a:lnTo>
                      <a:pt x="5801" y="5790"/>
                    </a:lnTo>
                    <a:lnTo>
                      <a:pt x="12093" y="1552"/>
                    </a:lnTo>
                    <a:lnTo>
                      <a:pt x="19792" y="0"/>
                    </a:lnTo>
                    <a:lnTo>
                      <a:pt x="271378" y="0"/>
                    </a:lnTo>
                    <a:lnTo>
                      <a:pt x="279080" y="1557"/>
                    </a:lnTo>
                    <a:lnTo>
                      <a:pt x="285372" y="5802"/>
                    </a:lnTo>
                    <a:lnTo>
                      <a:pt x="289615" y="12097"/>
                    </a:lnTo>
                    <a:lnTo>
                      <a:pt x="291171" y="19800"/>
                    </a:lnTo>
                    <a:lnTo>
                      <a:pt x="291171" y="21506"/>
                    </a:lnTo>
                    <a:lnTo>
                      <a:pt x="289615" y="29218"/>
                    </a:lnTo>
                    <a:lnTo>
                      <a:pt x="285372" y="35509"/>
                    </a:lnTo>
                    <a:lnTo>
                      <a:pt x="279080" y="39746"/>
                    </a:lnTo>
                    <a:lnTo>
                      <a:pt x="271378" y="41299"/>
                    </a:lnTo>
                    <a:lnTo>
                      <a:pt x="240440" y="41299"/>
                    </a:lnTo>
                    <a:lnTo>
                      <a:pt x="201889" y="68414"/>
                    </a:lnTo>
                    <a:close/>
                  </a:path>
                </a:pathLst>
              </a:custGeom>
              <a:solidFill>
                <a:srgbClr val="FFD04F"/>
              </a:solidFill>
            </p:spPr>
            <p:txBody>
              <a:bodyPr wrap="square" lIns="0" tIns="0" rIns="0" bIns="0" rtlCol="0"/>
              <a:lstStyle/>
              <a:p>
                <a:endParaRPr/>
              </a:p>
            </p:txBody>
          </p:sp>
          <p:sp>
            <p:nvSpPr>
              <p:cNvPr id="18" name="object 18">
                <a:extLst>
                  <a:ext uri="{FF2B5EF4-FFF2-40B4-BE49-F238E27FC236}">
                    <a16:creationId xmlns:a16="http://schemas.microsoft.com/office/drawing/2014/main" id="{4FA29A4D-5A0E-0AE0-C609-89B46B459629}"/>
                  </a:ext>
                </a:extLst>
              </p:cNvPr>
              <p:cNvSpPr/>
              <p:nvPr/>
            </p:nvSpPr>
            <p:spPr>
              <a:xfrm>
                <a:off x="3883884" y="1511343"/>
                <a:ext cx="51435" cy="41910"/>
              </a:xfrm>
              <a:custGeom>
                <a:avLst/>
                <a:gdLst/>
                <a:ahLst/>
                <a:cxnLst/>
                <a:rect l="l" t="t" r="r" b="b"/>
                <a:pathLst>
                  <a:path w="51435" h="41909">
                    <a:moveTo>
                      <a:pt x="31382" y="41299"/>
                    </a:moveTo>
                    <a:lnTo>
                      <a:pt x="412" y="41299"/>
                    </a:lnTo>
                    <a:lnTo>
                      <a:pt x="0" y="0"/>
                    </a:lnTo>
                    <a:lnTo>
                      <a:pt x="31382" y="0"/>
                    </a:lnTo>
                    <a:lnTo>
                      <a:pt x="39084" y="1557"/>
                    </a:lnTo>
                    <a:lnTo>
                      <a:pt x="45376" y="5802"/>
                    </a:lnTo>
                    <a:lnTo>
                      <a:pt x="49619" y="12097"/>
                    </a:lnTo>
                    <a:lnTo>
                      <a:pt x="51175" y="19800"/>
                    </a:lnTo>
                    <a:lnTo>
                      <a:pt x="51175" y="21506"/>
                    </a:lnTo>
                    <a:lnTo>
                      <a:pt x="49619" y="29218"/>
                    </a:lnTo>
                    <a:lnTo>
                      <a:pt x="45376" y="35509"/>
                    </a:lnTo>
                    <a:lnTo>
                      <a:pt x="39084" y="39746"/>
                    </a:lnTo>
                    <a:lnTo>
                      <a:pt x="31382" y="41299"/>
                    </a:lnTo>
                    <a:close/>
                  </a:path>
                </a:pathLst>
              </a:custGeom>
              <a:solidFill>
                <a:srgbClr val="F8BC15"/>
              </a:solidFill>
            </p:spPr>
            <p:txBody>
              <a:bodyPr wrap="square" lIns="0" tIns="0" rIns="0" bIns="0" rtlCol="0"/>
              <a:lstStyle/>
              <a:p>
                <a:endParaRPr/>
              </a:p>
            </p:txBody>
          </p:sp>
          <p:pic>
            <p:nvPicPr>
              <p:cNvPr id="19" name="object 19">
                <a:extLst>
                  <a:ext uri="{FF2B5EF4-FFF2-40B4-BE49-F238E27FC236}">
                    <a16:creationId xmlns:a16="http://schemas.microsoft.com/office/drawing/2014/main" id="{12C12363-1FFF-9155-4A66-B81452814163}"/>
                  </a:ext>
                </a:extLst>
              </p:cNvPr>
              <p:cNvPicPr/>
              <p:nvPr/>
            </p:nvPicPr>
            <p:blipFill>
              <a:blip r:embed="rId4" cstate="print"/>
              <a:stretch>
                <a:fillRect/>
              </a:stretch>
            </p:blipFill>
            <p:spPr>
              <a:xfrm>
                <a:off x="3328124" y="1213989"/>
                <a:ext cx="71501" cy="99408"/>
              </a:xfrm>
              <a:prstGeom prst="rect">
                <a:avLst/>
              </a:prstGeom>
            </p:spPr>
          </p:pic>
          <p:sp>
            <p:nvSpPr>
              <p:cNvPr id="20" name="object 20">
                <a:extLst>
                  <a:ext uri="{FF2B5EF4-FFF2-40B4-BE49-F238E27FC236}">
                    <a16:creationId xmlns:a16="http://schemas.microsoft.com/office/drawing/2014/main" id="{D8C1B310-F0BE-D205-4F69-AE727B5C66C8}"/>
                  </a:ext>
                </a:extLst>
              </p:cNvPr>
              <p:cNvSpPr/>
              <p:nvPr/>
            </p:nvSpPr>
            <p:spPr>
              <a:xfrm>
                <a:off x="3314295" y="1375153"/>
                <a:ext cx="283210" cy="316865"/>
              </a:xfrm>
              <a:custGeom>
                <a:avLst/>
                <a:gdLst/>
                <a:ahLst/>
                <a:cxnLst/>
                <a:rect l="l" t="t" r="r" b="b"/>
                <a:pathLst>
                  <a:path w="283210" h="316864">
                    <a:moveTo>
                      <a:pt x="233400" y="316556"/>
                    </a:moveTo>
                    <a:lnTo>
                      <a:pt x="49405" y="316556"/>
                    </a:lnTo>
                    <a:lnTo>
                      <a:pt x="40017" y="314772"/>
                    </a:lnTo>
                    <a:lnTo>
                      <a:pt x="32178" y="309855"/>
                    </a:lnTo>
                    <a:lnTo>
                      <a:pt x="26606" y="302464"/>
                    </a:lnTo>
                    <a:lnTo>
                      <a:pt x="24019" y="293256"/>
                    </a:lnTo>
                    <a:lnTo>
                      <a:pt x="0" y="14175"/>
                    </a:lnTo>
                    <a:lnTo>
                      <a:pt x="134420" y="0"/>
                    </a:lnTo>
                    <a:lnTo>
                      <a:pt x="282806" y="14175"/>
                    </a:lnTo>
                    <a:lnTo>
                      <a:pt x="258778" y="293256"/>
                    </a:lnTo>
                    <a:lnTo>
                      <a:pt x="256195" y="302464"/>
                    </a:lnTo>
                    <a:lnTo>
                      <a:pt x="250623" y="309855"/>
                    </a:lnTo>
                    <a:lnTo>
                      <a:pt x="242785" y="314772"/>
                    </a:lnTo>
                    <a:lnTo>
                      <a:pt x="233400" y="316556"/>
                    </a:lnTo>
                    <a:close/>
                  </a:path>
                </a:pathLst>
              </a:custGeom>
              <a:solidFill>
                <a:srgbClr val="DD4633"/>
              </a:solidFill>
            </p:spPr>
            <p:txBody>
              <a:bodyPr wrap="square" lIns="0" tIns="0" rIns="0" bIns="0" rtlCol="0"/>
              <a:lstStyle/>
              <a:p>
                <a:endParaRPr/>
              </a:p>
            </p:txBody>
          </p:sp>
          <p:sp>
            <p:nvSpPr>
              <p:cNvPr id="21" name="object 21">
                <a:extLst>
                  <a:ext uri="{FF2B5EF4-FFF2-40B4-BE49-F238E27FC236}">
                    <a16:creationId xmlns:a16="http://schemas.microsoft.com/office/drawing/2014/main" id="{1AE332F8-15CC-9DF1-9569-30341254A260}"/>
                  </a:ext>
                </a:extLst>
              </p:cNvPr>
              <p:cNvSpPr/>
              <p:nvPr/>
            </p:nvSpPr>
            <p:spPr>
              <a:xfrm>
                <a:off x="3301097" y="1313398"/>
                <a:ext cx="309245" cy="48260"/>
              </a:xfrm>
              <a:custGeom>
                <a:avLst/>
                <a:gdLst/>
                <a:ahLst/>
                <a:cxnLst/>
                <a:rect l="l" t="t" r="r" b="b"/>
                <a:pathLst>
                  <a:path w="309245" h="48259">
                    <a:moveTo>
                      <a:pt x="151602" y="48144"/>
                    </a:moveTo>
                    <a:lnTo>
                      <a:pt x="0" y="31544"/>
                    </a:lnTo>
                    <a:lnTo>
                      <a:pt x="0" y="2966"/>
                    </a:lnTo>
                    <a:lnTo>
                      <a:pt x="2966" y="0"/>
                    </a:lnTo>
                    <a:lnTo>
                      <a:pt x="305791" y="0"/>
                    </a:lnTo>
                    <a:lnTo>
                      <a:pt x="308725" y="2966"/>
                    </a:lnTo>
                    <a:lnTo>
                      <a:pt x="308725" y="31544"/>
                    </a:lnTo>
                    <a:lnTo>
                      <a:pt x="151602" y="48144"/>
                    </a:lnTo>
                    <a:close/>
                  </a:path>
                </a:pathLst>
              </a:custGeom>
              <a:solidFill>
                <a:srgbClr val="6C7782"/>
              </a:solidFill>
            </p:spPr>
            <p:txBody>
              <a:bodyPr wrap="square" lIns="0" tIns="0" rIns="0" bIns="0" rtlCol="0"/>
              <a:lstStyle/>
              <a:p>
                <a:endParaRPr/>
              </a:p>
            </p:txBody>
          </p:sp>
          <p:sp>
            <p:nvSpPr>
              <p:cNvPr id="22" name="object 22">
                <a:extLst>
                  <a:ext uri="{FF2B5EF4-FFF2-40B4-BE49-F238E27FC236}">
                    <a16:creationId xmlns:a16="http://schemas.microsoft.com/office/drawing/2014/main" id="{BA22A786-58A2-98AB-0760-3731CB108AC1}"/>
                  </a:ext>
                </a:extLst>
              </p:cNvPr>
              <p:cNvSpPr/>
              <p:nvPr/>
            </p:nvSpPr>
            <p:spPr>
              <a:xfrm>
                <a:off x="3301097" y="1343900"/>
                <a:ext cx="309245" cy="45720"/>
              </a:xfrm>
              <a:custGeom>
                <a:avLst/>
                <a:gdLst/>
                <a:ahLst/>
                <a:cxnLst/>
                <a:rect l="l" t="t" r="r" b="b"/>
                <a:pathLst>
                  <a:path w="309245" h="45719">
                    <a:moveTo>
                      <a:pt x="305791" y="45429"/>
                    </a:moveTo>
                    <a:lnTo>
                      <a:pt x="302130" y="45429"/>
                    </a:lnTo>
                    <a:lnTo>
                      <a:pt x="2966" y="45429"/>
                    </a:lnTo>
                    <a:lnTo>
                      <a:pt x="0" y="42462"/>
                    </a:lnTo>
                    <a:lnTo>
                      <a:pt x="0" y="0"/>
                    </a:lnTo>
                    <a:lnTo>
                      <a:pt x="308725" y="0"/>
                    </a:lnTo>
                    <a:lnTo>
                      <a:pt x="308725" y="42462"/>
                    </a:lnTo>
                    <a:lnTo>
                      <a:pt x="305791" y="45429"/>
                    </a:lnTo>
                    <a:close/>
                  </a:path>
                </a:pathLst>
              </a:custGeom>
              <a:solidFill>
                <a:srgbClr val="5E6971"/>
              </a:solidFill>
            </p:spPr>
            <p:txBody>
              <a:bodyPr wrap="square" lIns="0" tIns="0" rIns="0" bIns="0" rtlCol="0"/>
              <a:lstStyle/>
              <a:p>
                <a:endParaRPr/>
              </a:p>
            </p:txBody>
          </p:sp>
          <p:sp>
            <p:nvSpPr>
              <p:cNvPr id="23" name="object 23">
                <a:extLst>
                  <a:ext uri="{FF2B5EF4-FFF2-40B4-BE49-F238E27FC236}">
                    <a16:creationId xmlns:a16="http://schemas.microsoft.com/office/drawing/2014/main" id="{CC4486B2-E8AC-7602-5ECC-3631D35513EA}"/>
                  </a:ext>
                </a:extLst>
              </p:cNvPr>
              <p:cNvSpPr/>
              <p:nvPr/>
            </p:nvSpPr>
            <p:spPr>
              <a:xfrm>
                <a:off x="3541029" y="1313398"/>
                <a:ext cx="69215" cy="40640"/>
              </a:xfrm>
              <a:custGeom>
                <a:avLst/>
                <a:gdLst/>
                <a:ahLst/>
                <a:cxnLst/>
                <a:rect l="l" t="t" r="r" b="b"/>
                <a:pathLst>
                  <a:path w="69214" h="40640">
                    <a:moveTo>
                      <a:pt x="36183" y="40224"/>
                    </a:moveTo>
                    <a:lnTo>
                      <a:pt x="0" y="31544"/>
                    </a:lnTo>
                    <a:lnTo>
                      <a:pt x="0" y="0"/>
                    </a:lnTo>
                    <a:lnTo>
                      <a:pt x="66078" y="0"/>
                    </a:lnTo>
                    <a:lnTo>
                      <a:pt x="69044" y="2966"/>
                    </a:lnTo>
                    <a:lnTo>
                      <a:pt x="69044" y="31544"/>
                    </a:lnTo>
                    <a:lnTo>
                      <a:pt x="36183" y="40224"/>
                    </a:lnTo>
                    <a:close/>
                  </a:path>
                </a:pathLst>
              </a:custGeom>
              <a:solidFill>
                <a:srgbClr val="4E575F"/>
              </a:solidFill>
            </p:spPr>
            <p:txBody>
              <a:bodyPr wrap="square" lIns="0" tIns="0" rIns="0" bIns="0" rtlCol="0"/>
              <a:lstStyle/>
              <a:p>
                <a:endParaRPr/>
              </a:p>
            </p:txBody>
          </p:sp>
          <p:sp>
            <p:nvSpPr>
              <p:cNvPr id="24" name="object 24">
                <a:extLst>
                  <a:ext uri="{FF2B5EF4-FFF2-40B4-BE49-F238E27FC236}">
                    <a16:creationId xmlns:a16="http://schemas.microsoft.com/office/drawing/2014/main" id="{7318E74D-1832-31CD-E3F4-5A6FE139376E}"/>
                  </a:ext>
                </a:extLst>
              </p:cNvPr>
              <p:cNvSpPr/>
              <p:nvPr/>
            </p:nvSpPr>
            <p:spPr>
              <a:xfrm>
                <a:off x="3541029" y="1343900"/>
                <a:ext cx="69215" cy="45720"/>
              </a:xfrm>
              <a:custGeom>
                <a:avLst/>
                <a:gdLst/>
                <a:ahLst/>
                <a:cxnLst/>
                <a:rect l="l" t="t" r="r" b="b"/>
                <a:pathLst>
                  <a:path w="69214" h="45719">
                    <a:moveTo>
                      <a:pt x="66078" y="45429"/>
                    </a:moveTo>
                    <a:lnTo>
                      <a:pt x="62417" y="45429"/>
                    </a:lnTo>
                    <a:lnTo>
                      <a:pt x="0" y="45429"/>
                    </a:lnTo>
                    <a:lnTo>
                      <a:pt x="0" y="0"/>
                    </a:lnTo>
                    <a:lnTo>
                      <a:pt x="69044" y="0"/>
                    </a:lnTo>
                    <a:lnTo>
                      <a:pt x="69044" y="42462"/>
                    </a:lnTo>
                    <a:lnTo>
                      <a:pt x="66078" y="45429"/>
                    </a:lnTo>
                    <a:close/>
                  </a:path>
                </a:pathLst>
              </a:custGeom>
              <a:solidFill>
                <a:srgbClr val="424A51"/>
              </a:solidFill>
            </p:spPr>
            <p:txBody>
              <a:bodyPr wrap="square" lIns="0" tIns="0" rIns="0" bIns="0" rtlCol="0"/>
              <a:lstStyle/>
              <a:p>
                <a:endParaRPr/>
              </a:p>
            </p:txBody>
          </p:sp>
          <p:sp>
            <p:nvSpPr>
              <p:cNvPr id="25" name="object 25">
                <a:extLst>
                  <a:ext uri="{FF2B5EF4-FFF2-40B4-BE49-F238E27FC236}">
                    <a16:creationId xmlns:a16="http://schemas.microsoft.com/office/drawing/2014/main" id="{4FC11DF6-7DC2-5523-2D2E-D4349CAF90AB}"/>
                  </a:ext>
                </a:extLst>
              </p:cNvPr>
              <p:cNvSpPr/>
              <p:nvPr/>
            </p:nvSpPr>
            <p:spPr>
              <a:xfrm>
                <a:off x="3491623" y="1389329"/>
                <a:ext cx="106045" cy="302895"/>
              </a:xfrm>
              <a:custGeom>
                <a:avLst/>
                <a:gdLst/>
                <a:ahLst/>
                <a:cxnLst/>
                <a:rect l="l" t="t" r="r" b="b"/>
                <a:pathLst>
                  <a:path w="106045" h="302894">
                    <a:moveTo>
                      <a:pt x="56073" y="302380"/>
                    </a:moveTo>
                    <a:lnTo>
                      <a:pt x="0" y="302380"/>
                    </a:lnTo>
                    <a:lnTo>
                      <a:pt x="9387" y="300596"/>
                    </a:lnTo>
                    <a:lnTo>
                      <a:pt x="17226" y="295679"/>
                    </a:lnTo>
                    <a:lnTo>
                      <a:pt x="22798" y="288289"/>
                    </a:lnTo>
                    <a:lnTo>
                      <a:pt x="25385" y="279080"/>
                    </a:lnTo>
                    <a:lnTo>
                      <a:pt x="49405" y="0"/>
                    </a:lnTo>
                    <a:lnTo>
                      <a:pt x="105478" y="0"/>
                    </a:lnTo>
                    <a:lnTo>
                      <a:pt x="81450" y="279080"/>
                    </a:lnTo>
                    <a:lnTo>
                      <a:pt x="78867" y="288289"/>
                    </a:lnTo>
                    <a:lnTo>
                      <a:pt x="73295" y="295679"/>
                    </a:lnTo>
                    <a:lnTo>
                      <a:pt x="65457" y="300596"/>
                    </a:lnTo>
                    <a:lnTo>
                      <a:pt x="56073" y="302380"/>
                    </a:lnTo>
                    <a:close/>
                  </a:path>
                </a:pathLst>
              </a:custGeom>
              <a:solidFill>
                <a:srgbClr val="D13C2A"/>
              </a:solidFill>
            </p:spPr>
            <p:txBody>
              <a:bodyPr wrap="square" lIns="0" tIns="0" rIns="0" bIns="0" rtlCol="0"/>
              <a:lstStyle/>
              <a:p>
                <a:endParaRPr/>
              </a:p>
            </p:txBody>
          </p:sp>
          <p:sp>
            <p:nvSpPr>
              <p:cNvPr id="26" name="object 26">
                <a:extLst>
                  <a:ext uri="{FF2B5EF4-FFF2-40B4-BE49-F238E27FC236}">
                    <a16:creationId xmlns:a16="http://schemas.microsoft.com/office/drawing/2014/main" id="{01EF4F90-B501-6DE3-A823-F738BED9F8A8}"/>
                  </a:ext>
                </a:extLst>
              </p:cNvPr>
              <p:cNvSpPr/>
              <p:nvPr/>
            </p:nvSpPr>
            <p:spPr>
              <a:xfrm>
                <a:off x="3308169" y="1425003"/>
                <a:ext cx="295275" cy="162560"/>
              </a:xfrm>
              <a:custGeom>
                <a:avLst/>
                <a:gdLst/>
                <a:ahLst/>
                <a:cxnLst/>
                <a:rect l="l" t="t" r="r" b="b"/>
                <a:pathLst>
                  <a:path w="295275" h="162559">
                    <a:moveTo>
                      <a:pt x="279524" y="162238"/>
                    </a:moveTo>
                    <a:lnTo>
                      <a:pt x="14903" y="162238"/>
                    </a:lnTo>
                    <a:lnTo>
                      <a:pt x="11929" y="159490"/>
                    </a:lnTo>
                    <a:lnTo>
                      <a:pt x="0" y="3378"/>
                    </a:lnTo>
                    <a:lnTo>
                      <a:pt x="3127" y="0"/>
                    </a:lnTo>
                    <a:lnTo>
                      <a:pt x="147529" y="0"/>
                    </a:lnTo>
                    <a:lnTo>
                      <a:pt x="291930" y="0"/>
                    </a:lnTo>
                    <a:lnTo>
                      <a:pt x="295058" y="3410"/>
                    </a:lnTo>
                    <a:lnTo>
                      <a:pt x="282458" y="159523"/>
                    </a:lnTo>
                    <a:lnTo>
                      <a:pt x="279524" y="162238"/>
                    </a:lnTo>
                    <a:close/>
                  </a:path>
                </a:pathLst>
              </a:custGeom>
              <a:solidFill>
                <a:srgbClr val="38B8D5"/>
              </a:solidFill>
            </p:spPr>
            <p:txBody>
              <a:bodyPr wrap="square" lIns="0" tIns="0" rIns="0" bIns="0" rtlCol="0"/>
              <a:lstStyle/>
              <a:p>
                <a:endParaRPr/>
              </a:p>
            </p:txBody>
          </p:sp>
          <p:pic>
            <p:nvPicPr>
              <p:cNvPr id="27" name="object 27">
                <a:extLst>
                  <a:ext uri="{FF2B5EF4-FFF2-40B4-BE49-F238E27FC236}">
                    <a16:creationId xmlns:a16="http://schemas.microsoft.com/office/drawing/2014/main" id="{2385BD00-5F8B-0305-5826-40DFCC543457}"/>
                  </a:ext>
                </a:extLst>
              </p:cNvPr>
              <p:cNvPicPr/>
              <p:nvPr/>
            </p:nvPicPr>
            <p:blipFill>
              <a:blip r:embed="rId5" cstate="print"/>
              <a:stretch>
                <a:fillRect/>
              </a:stretch>
            </p:blipFill>
            <p:spPr>
              <a:xfrm>
                <a:off x="3524776" y="1425003"/>
                <a:ext cx="78452" cy="162238"/>
              </a:xfrm>
              <a:prstGeom prst="rect">
                <a:avLst/>
              </a:prstGeom>
            </p:spPr>
          </p:pic>
          <p:pic>
            <p:nvPicPr>
              <p:cNvPr id="28" name="object 28">
                <a:extLst>
                  <a:ext uri="{FF2B5EF4-FFF2-40B4-BE49-F238E27FC236}">
                    <a16:creationId xmlns:a16="http://schemas.microsoft.com/office/drawing/2014/main" id="{9DC5F802-CD2A-CDE0-2B5C-C45B6362B760}"/>
                  </a:ext>
                </a:extLst>
              </p:cNvPr>
              <p:cNvPicPr/>
              <p:nvPr/>
            </p:nvPicPr>
            <p:blipFill>
              <a:blip r:embed="rId6" cstate="print"/>
              <a:stretch>
                <a:fillRect/>
              </a:stretch>
            </p:blipFill>
            <p:spPr>
              <a:xfrm>
                <a:off x="3416549" y="1469074"/>
                <a:ext cx="80060" cy="80028"/>
              </a:xfrm>
              <a:prstGeom prst="rect">
                <a:avLst/>
              </a:prstGeom>
            </p:spPr>
          </p:pic>
          <p:sp>
            <p:nvSpPr>
              <p:cNvPr id="29" name="object 29">
                <a:extLst>
                  <a:ext uri="{FF2B5EF4-FFF2-40B4-BE49-F238E27FC236}">
                    <a16:creationId xmlns:a16="http://schemas.microsoft.com/office/drawing/2014/main" id="{40949068-8E89-FFE6-1E1D-745AA7CA09C8}"/>
                  </a:ext>
                </a:extLst>
              </p:cNvPr>
              <p:cNvSpPr/>
              <p:nvPr/>
            </p:nvSpPr>
            <p:spPr>
              <a:xfrm>
                <a:off x="3728427" y="1448142"/>
                <a:ext cx="122555" cy="45085"/>
              </a:xfrm>
              <a:custGeom>
                <a:avLst/>
                <a:gdLst/>
                <a:ahLst/>
                <a:cxnLst/>
                <a:rect l="l" t="t" r="r" b="b"/>
                <a:pathLst>
                  <a:path w="122554" h="45084">
                    <a:moveTo>
                      <a:pt x="20421" y="4584"/>
                    </a:moveTo>
                    <a:lnTo>
                      <a:pt x="15849" y="0"/>
                    </a:lnTo>
                    <a:lnTo>
                      <a:pt x="4572" y="0"/>
                    </a:lnTo>
                    <a:lnTo>
                      <a:pt x="0" y="4584"/>
                    </a:lnTo>
                    <a:lnTo>
                      <a:pt x="0" y="15849"/>
                    </a:lnTo>
                    <a:lnTo>
                      <a:pt x="4572" y="20434"/>
                    </a:lnTo>
                    <a:lnTo>
                      <a:pt x="15849" y="20434"/>
                    </a:lnTo>
                    <a:lnTo>
                      <a:pt x="20421" y="15849"/>
                    </a:lnTo>
                    <a:lnTo>
                      <a:pt x="20421" y="10236"/>
                    </a:lnTo>
                    <a:lnTo>
                      <a:pt x="20421" y="4584"/>
                    </a:lnTo>
                    <a:close/>
                  </a:path>
                  <a:path w="122554" h="45084">
                    <a:moveTo>
                      <a:pt x="45847" y="29083"/>
                    </a:moveTo>
                    <a:lnTo>
                      <a:pt x="41262" y="24498"/>
                    </a:lnTo>
                    <a:lnTo>
                      <a:pt x="29997" y="24498"/>
                    </a:lnTo>
                    <a:lnTo>
                      <a:pt x="25412" y="29083"/>
                    </a:lnTo>
                    <a:lnTo>
                      <a:pt x="25412" y="40347"/>
                    </a:lnTo>
                    <a:lnTo>
                      <a:pt x="29997" y="44932"/>
                    </a:lnTo>
                    <a:lnTo>
                      <a:pt x="41262" y="44932"/>
                    </a:lnTo>
                    <a:lnTo>
                      <a:pt x="45847" y="40347"/>
                    </a:lnTo>
                    <a:lnTo>
                      <a:pt x="45847" y="34734"/>
                    </a:lnTo>
                    <a:lnTo>
                      <a:pt x="45847" y="29083"/>
                    </a:lnTo>
                    <a:close/>
                  </a:path>
                  <a:path w="122554" h="45084">
                    <a:moveTo>
                      <a:pt x="71247" y="4584"/>
                    </a:moveTo>
                    <a:lnTo>
                      <a:pt x="66675" y="0"/>
                    </a:lnTo>
                    <a:lnTo>
                      <a:pt x="55397" y="0"/>
                    </a:lnTo>
                    <a:lnTo>
                      <a:pt x="50825" y="4584"/>
                    </a:lnTo>
                    <a:lnTo>
                      <a:pt x="50825" y="15849"/>
                    </a:lnTo>
                    <a:lnTo>
                      <a:pt x="55397" y="20434"/>
                    </a:lnTo>
                    <a:lnTo>
                      <a:pt x="66675" y="20434"/>
                    </a:lnTo>
                    <a:lnTo>
                      <a:pt x="71247" y="15849"/>
                    </a:lnTo>
                    <a:lnTo>
                      <a:pt x="71247" y="10236"/>
                    </a:lnTo>
                    <a:lnTo>
                      <a:pt x="71247" y="4584"/>
                    </a:lnTo>
                    <a:close/>
                  </a:path>
                  <a:path w="122554" h="45084">
                    <a:moveTo>
                      <a:pt x="96634" y="29083"/>
                    </a:moveTo>
                    <a:lnTo>
                      <a:pt x="92087" y="24498"/>
                    </a:lnTo>
                    <a:lnTo>
                      <a:pt x="80784" y="24498"/>
                    </a:lnTo>
                    <a:lnTo>
                      <a:pt x="76238" y="29083"/>
                    </a:lnTo>
                    <a:lnTo>
                      <a:pt x="76238" y="40347"/>
                    </a:lnTo>
                    <a:lnTo>
                      <a:pt x="80784" y="44932"/>
                    </a:lnTo>
                    <a:lnTo>
                      <a:pt x="92087" y="44932"/>
                    </a:lnTo>
                    <a:lnTo>
                      <a:pt x="96634" y="40347"/>
                    </a:lnTo>
                    <a:lnTo>
                      <a:pt x="96634" y="34734"/>
                    </a:lnTo>
                    <a:lnTo>
                      <a:pt x="96634" y="29083"/>
                    </a:lnTo>
                    <a:close/>
                  </a:path>
                  <a:path w="122554" h="45084">
                    <a:moveTo>
                      <a:pt x="122047" y="4584"/>
                    </a:moveTo>
                    <a:lnTo>
                      <a:pt x="117475" y="0"/>
                    </a:lnTo>
                    <a:lnTo>
                      <a:pt x="106197" y="0"/>
                    </a:lnTo>
                    <a:lnTo>
                      <a:pt x="101625" y="4584"/>
                    </a:lnTo>
                    <a:lnTo>
                      <a:pt x="101625" y="15849"/>
                    </a:lnTo>
                    <a:lnTo>
                      <a:pt x="106197" y="20434"/>
                    </a:lnTo>
                    <a:lnTo>
                      <a:pt x="117475" y="20434"/>
                    </a:lnTo>
                    <a:lnTo>
                      <a:pt x="122047" y="15849"/>
                    </a:lnTo>
                    <a:lnTo>
                      <a:pt x="122047" y="10236"/>
                    </a:lnTo>
                    <a:lnTo>
                      <a:pt x="122047" y="4584"/>
                    </a:lnTo>
                    <a:close/>
                  </a:path>
                </a:pathLst>
              </a:custGeom>
              <a:solidFill>
                <a:srgbClr val="DF852A"/>
              </a:solidFill>
            </p:spPr>
            <p:txBody>
              <a:bodyPr wrap="square" lIns="0" tIns="0" rIns="0" bIns="0" rtlCol="0"/>
              <a:lstStyle/>
              <a:p>
                <a:endParaRPr/>
              </a:p>
            </p:txBody>
          </p:sp>
        </p:grpSp>
        <p:sp>
          <p:nvSpPr>
            <p:cNvPr id="30" name="object 30">
              <a:extLst>
                <a:ext uri="{FF2B5EF4-FFF2-40B4-BE49-F238E27FC236}">
                  <a16:creationId xmlns:a16="http://schemas.microsoft.com/office/drawing/2014/main" id="{A301B9B3-1B15-082A-9042-AEB2B8E47177}"/>
                </a:ext>
              </a:extLst>
            </p:cNvPr>
            <p:cNvSpPr txBox="1"/>
            <p:nvPr/>
          </p:nvSpPr>
          <p:spPr>
            <a:xfrm>
              <a:off x="6727709" y="3720927"/>
              <a:ext cx="1953264" cy="426493"/>
            </a:xfrm>
            <a:prstGeom prst="rect">
              <a:avLst/>
            </a:prstGeom>
          </p:spPr>
          <p:txBody>
            <a:bodyPr vert="horz" wrap="square" lIns="0" tIns="33552" rIns="0" bIns="0" rtlCol="0">
              <a:spAutoFit/>
            </a:bodyPr>
            <a:lstStyle/>
            <a:p>
              <a:pPr marL="26841" algn="ctr">
                <a:spcBef>
                  <a:spcPts val="264"/>
                </a:spcBef>
              </a:pPr>
              <a:r>
                <a:rPr dirty="0"/>
                <a:t>The usual stuff</a:t>
              </a:r>
            </a:p>
          </p:txBody>
        </p:sp>
        <p:sp>
          <p:nvSpPr>
            <p:cNvPr id="31" name="object 31">
              <a:extLst>
                <a:ext uri="{FF2B5EF4-FFF2-40B4-BE49-F238E27FC236}">
                  <a16:creationId xmlns:a16="http://schemas.microsoft.com/office/drawing/2014/main" id="{10614796-56A1-53A4-F6A5-1E2EC0B0263A}"/>
                </a:ext>
              </a:extLst>
            </p:cNvPr>
            <p:cNvSpPr txBox="1"/>
            <p:nvPr/>
          </p:nvSpPr>
          <p:spPr>
            <a:xfrm>
              <a:off x="3449341" y="3680998"/>
              <a:ext cx="2234429" cy="426493"/>
            </a:xfrm>
            <a:prstGeom prst="rect">
              <a:avLst/>
            </a:prstGeom>
          </p:spPr>
          <p:txBody>
            <a:bodyPr vert="horz" wrap="square" lIns="0" tIns="33552" rIns="0" bIns="0" rtlCol="0">
              <a:spAutoFit/>
            </a:bodyPr>
            <a:lstStyle/>
            <a:p>
              <a:pPr marL="26841" algn="ctr">
                <a:spcBef>
                  <a:spcPts val="264"/>
                </a:spcBef>
              </a:pPr>
              <a:r>
                <a:rPr dirty="0"/>
                <a:t>Something new</a:t>
              </a:r>
            </a:p>
          </p:txBody>
        </p:sp>
      </p:grpSp>
      <p:sp>
        <p:nvSpPr>
          <p:cNvPr id="32" name="object 32">
            <a:extLst>
              <a:ext uri="{FF2B5EF4-FFF2-40B4-BE49-F238E27FC236}">
                <a16:creationId xmlns:a16="http://schemas.microsoft.com/office/drawing/2014/main" id="{18E62462-8BA4-DB32-EDBA-E0D5FAA956DE}"/>
              </a:ext>
            </a:extLst>
          </p:cNvPr>
          <p:cNvSpPr txBox="1"/>
          <p:nvPr/>
        </p:nvSpPr>
        <p:spPr>
          <a:xfrm>
            <a:off x="3235367" y="5937122"/>
            <a:ext cx="5644765" cy="271969"/>
          </a:xfrm>
          <a:prstGeom prst="rect">
            <a:avLst/>
          </a:prstGeom>
        </p:spPr>
        <p:txBody>
          <a:bodyPr vert="horz" wrap="square" lIns="0" tIns="25499" rIns="0" bIns="0" rtlCol="0">
            <a:spAutoFit/>
          </a:bodyPr>
          <a:lstStyle/>
          <a:p>
            <a:pPr marL="26841" algn="ctr">
              <a:spcBef>
                <a:spcPts val="201"/>
              </a:spcBef>
            </a:pPr>
            <a:r>
              <a:rPr sz="1600" dirty="0"/>
              <a:t>Figure: The exploration-exploitation dilemma</a:t>
            </a:r>
          </a:p>
        </p:txBody>
      </p:sp>
    </p:spTree>
    <p:extLst>
      <p:ext uri="{BB962C8B-B14F-4D97-AF65-F5344CB8AC3E}">
        <p14:creationId xmlns:p14="http://schemas.microsoft.com/office/powerpoint/2010/main" val="40689463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2ABCD-D0B1-2CE5-F383-1AEE6948EE57}"/>
              </a:ext>
            </a:extLst>
          </p:cNvPr>
          <p:cNvSpPr>
            <a:spLocks noGrp="1"/>
          </p:cNvSpPr>
          <p:nvPr>
            <p:ph type="title"/>
          </p:nvPr>
        </p:nvSpPr>
        <p:spPr/>
        <p:txBody>
          <a:bodyPr/>
          <a:lstStyle/>
          <a:p>
            <a:r>
              <a:rPr lang="en-US" dirty="0"/>
              <a:t>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16976CD-B5E2-CB7A-4204-833A82A81959}"/>
                  </a:ext>
                </a:extLst>
              </p:cNvPr>
              <p:cNvSpPr>
                <a:spLocks noGrp="1"/>
              </p:cNvSpPr>
              <p:nvPr>
                <p:ph idx="1"/>
              </p:nvPr>
            </p:nvSpPr>
            <p:spPr/>
            <p:txBody>
              <a:bodyPr>
                <a:normAutofit fontScale="77500" lnSpcReduction="20000"/>
              </a:bodyPr>
              <a:lstStyle/>
              <a:p>
                <a:r>
                  <a:rPr lang="en-US" dirty="0"/>
                  <a:t>A model predicts what will happen inside an environment.</a:t>
                </a:r>
              </a:p>
              <a:p>
                <a:r>
                  <a:rPr lang="en-US" dirty="0"/>
                  <a:t>A model consists of two parts:</a:t>
                </a:r>
              </a:p>
              <a:p>
                <a:endParaRPr lang="en-US" dirty="0"/>
              </a:p>
              <a:p>
                <a:r>
                  <a:rPr lang="en-US" dirty="0"/>
                  <a:t>State transition model </a:t>
                </a:r>
                <a14:m>
                  <m:oMath xmlns:m="http://schemas.openxmlformats.org/officeDocument/2006/math">
                    <m:r>
                      <a:rPr lang="en-US" b="0" i="1" smtClean="0">
                        <a:latin typeface="Cambria Math" panose="02040503050406030204" pitchFamily="18" charset="0"/>
                        <a:ea typeface="Cambria Math" panose="02040503050406030204" pitchFamily="18" charset="0"/>
                      </a:rPr>
                      <m:t>𝒫</m:t>
                    </m:r>
                  </m:oMath>
                </a14:m>
                <a:r>
                  <a:rPr lang="en-US" dirty="0"/>
                  <a:t>:</a:t>
                </a:r>
              </a:p>
              <a:p>
                <a:pPr marL="0" indent="0">
                  <a:buNone/>
                </a:pPr>
                <a14:m>
                  <m:oMathPara xmlns:m="http://schemas.openxmlformats.org/officeDocument/2006/math">
                    <m:oMathParaPr>
                      <m:jc m:val="centerGroup"/>
                    </m:oMathParaPr>
                    <m:oMath xmlns:m="http://schemas.openxmlformats.org/officeDocument/2006/math">
                      <m:r>
                        <a:rPr lang="en-US" b="0" i="1">
                          <a:latin typeface="Cambria Math" panose="02040503050406030204" pitchFamily="18" charset="0"/>
                          <a:ea typeface="Cambria Math" panose="02040503050406030204" pitchFamily="18" charset="0"/>
                        </a:rPr>
                        <m:t>𝒫</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Pr</m:t>
                          </m:r>
                        </m:fName>
                        <m:e>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e>
                          </m:d>
                        </m:e>
                      </m:func>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𝑠</m:t>
                          </m:r>
                        </m:e>
                        <m:sub>
                          <m:r>
                            <a:rPr lang="en-US" i="1">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oMath>
                  </m:oMathPara>
                </a14:m>
                <a:endParaRPr lang="en-US" dirty="0"/>
              </a:p>
              <a:p>
                <a:endParaRPr lang="en-US" dirty="0"/>
              </a:p>
              <a:p>
                <a:r>
                  <a:rPr lang="en-US" dirty="0"/>
                  <a:t>Reward model </a:t>
                </a:r>
                <a14:m>
                  <m:oMath xmlns:m="http://schemas.openxmlformats.org/officeDocument/2006/math">
                    <m:r>
                      <a:rPr lang="en-US" i="1" smtClean="0">
                        <a:latin typeface="Cambria Math" panose="02040503050406030204" pitchFamily="18" charset="0"/>
                        <a:ea typeface="Cambria Math" panose="02040503050406030204" pitchFamily="18" charset="0"/>
                      </a:rPr>
                      <m:t>ℛ</m:t>
                    </m:r>
                  </m:oMath>
                </a14:m>
                <a:r>
                  <a:rPr lang="en-US" dirty="0"/>
                  <a:t>:</a:t>
                </a:r>
                <a:br>
                  <a:rPr lang="en-US" dirty="0"/>
                </a:br>
                <a14:m>
                  <m:oMath xmlns:m="http://schemas.openxmlformats.org/officeDocument/2006/math">
                    <m:r>
                      <a:rPr lang="en-US" i="1" smtClean="0">
                        <a:latin typeface="Cambria Math" panose="02040503050406030204" pitchFamily="18" charset="0"/>
                        <a:ea typeface="Cambria Math" panose="02040503050406030204" pitchFamily="18" charset="0"/>
                      </a:rPr>
                      <m:t>ℛ</m:t>
                    </m:r>
                    <m:r>
                      <a:rPr lang="en-US" b="0" i="1" smtClean="0">
                        <a:latin typeface="Cambria Math" panose="02040503050406030204" pitchFamily="18" charset="0"/>
                        <a:ea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Pr</m:t>
                        </m:r>
                      </m:fName>
                      <m:e>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d>
                      </m:e>
                    </m:func>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𝑠</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oMath>
                </a14:m>
                <a:endParaRPr lang="en-US" dirty="0"/>
              </a:p>
              <a:p>
                <a:endParaRPr lang="en-US" dirty="0"/>
              </a:p>
              <a:p>
                <a:r>
                  <a:rPr lang="en-US" dirty="0"/>
                  <a:t>In general, those models could be stochastic (as denoted above) but in some problems relax to a deterministic form.</a:t>
                </a:r>
              </a:p>
              <a:p>
                <a:r>
                  <a:rPr lang="en-US" dirty="0"/>
                  <a:t>Using data in order to fit a model is a learning problem of its own and often called system identification.</a:t>
                </a:r>
                <a:br>
                  <a:rPr lang="en-US" dirty="0"/>
                </a:br>
                <a:endParaRPr lang="en-US" dirty="0"/>
              </a:p>
            </p:txBody>
          </p:sp>
        </mc:Choice>
        <mc:Fallback>
          <p:sp>
            <p:nvSpPr>
              <p:cNvPr id="3" name="Content Placeholder 2">
                <a:extLst>
                  <a:ext uri="{FF2B5EF4-FFF2-40B4-BE49-F238E27FC236}">
                    <a16:creationId xmlns:a16="http://schemas.microsoft.com/office/drawing/2014/main" id="{A16976CD-B5E2-CB7A-4204-833A82A81959}"/>
                  </a:ext>
                </a:extLst>
              </p:cNvPr>
              <p:cNvSpPr>
                <a:spLocks noGrp="1" noRot="1" noChangeAspect="1" noMove="1" noResize="1" noEditPoints="1" noAdjustHandles="1" noChangeArrowheads="1" noChangeShapeType="1" noTextEdit="1"/>
              </p:cNvSpPr>
              <p:nvPr>
                <p:ph idx="1"/>
              </p:nvPr>
            </p:nvSpPr>
            <p:spPr>
              <a:blipFill>
                <a:blip r:embed="rId2"/>
                <a:stretch>
                  <a:fillRect l="-696" t="-2551"/>
                </a:stretch>
              </a:blipFill>
            </p:spPr>
            <p:txBody>
              <a:bodyPr/>
              <a:lstStyle/>
              <a:p>
                <a:r>
                  <a:rPr lang="en-US">
                    <a:noFill/>
                  </a:rPr>
                  <a:t> </a:t>
                </a:r>
              </a:p>
            </p:txBody>
          </p:sp>
        </mc:Fallback>
      </mc:AlternateContent>
    </p:spTree>
    <p:extLst>
      <p:ext uri="{BB962C8B-B14F-4D97-AF65-F5344CB8AC3E}">
        <p14:creationId xmlns:p14="http://schemas.microsoft.com/office/powerpoint/2010/main" val="19651406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368A2-C981-3804-A356-3062BA008BD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02F237D-773E-13C5-2716-8486A4AAC28A}"/>
              </a:ext>
            </a:extLst>
          </p:cNvPr>
          <p:cNvSpPr>
            <a:spLocks noGrp="1"/>
          </p:cNvSpPr>
          <p:nvPr>
            <p:ph type="title"/>
          </p:nvPr>
        </p:nvSpPr>
        <p:spPr/>
        <p:txBody>
          <a:bodyPr/>
          <a:lstStyle/>
          <a:p>
            <a:r>
              <a:rPr lang="en-US" dirty="0"/>
              <a:t>Table of contents</a:t>
            </a:r>
          </a:p>
        </p:txBody>
      </p:sp>
      <p:sp>
        <p:nvSpPr>
          <p:cNvPr id="4" name="Content Placeholder 3">
            <a:extLst>
              <a:ext uri="{FF2B5EF4-FFF2-40B4-BE49-F238E27FC236}">
                <a16:creationId xmlns:a16="http://schemas.microsoft.com/office/drawing/2014/main" id="{BDCA197B-9E01-D992-37B8-92E302E7A3F1}"/>
              </a:ext>
            </a:extLst>
          </p:cNvPr>
          <p:cNvSpPr>
            <a:spLocks noGrp="1"/>
          </p:cNvSpPr>
          <p:nvPr>
            <p:ph idx="1"/>
          </p:nvPr>
        </p:nvSpPr>
        <p:spPr/>
        <p:txBody>
          <a:bodyPr/>
          <a:lstStyle/>
          <a:p>
            <a:pPr marL="0" indent="0">
              <a:buNone/>
            </a:pPr>
            <a:r>
              <a:rPr lang="en-US" dirty="0"/>
              <a:t>Introduction to reinforcement learning </a:t>
            </a:r>
          </a:p>
          <a:p>
            <a:r>
              <a:rPr lang="en-US" dirty="0"/>
              <a:t>Course framework</a:t>
            </a:r>
          </a:p>
          <a:p>
            <a:r>
              <a:rPr lang="en-US" dirty="0"/>
              <a:t>Reinforcement learning: what is it? </a:t>
            </a:r>
          </a:p>
          <a:p>
            <a:r>
              <a:rPr lang="en-US" dirty="0"/>
              <a:t>Application examples and historic review Basic terminology</a:t>
            </a:r>
          </a:p>
          <a:p>
            <a:r>
              <a:rPr lang="en-US" dirty="0"/>
              <a:t>Main categories of reinforcement learning algorithms </a:t>
            </a:r>
          </a:p>
          <a:p>
            <a:r>
              <a:rPr lang="en-US" dirty="0"/>
              <a:t>Small comparison to model predictive control</a:t>
            </a:r>
          </a:p>
          <a:p>
            <a:endParaRPr lang="en-US" dirty="0"/>
          </a:p>
        </p:txBody>
      </p:sp>
    </p:spTree>
    <p:extLst>
      <p:ext uri="{BB962C8B-B14F-4D97-AF65-F5344CB8AC3E}">
        <p14:creationId xmlns:p14="http://schemas.microsoft.com/office/powerpoint/2010/main" val="2798126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7EA12-CC3F-DF3C-224A-DE9741C05C03}"/>
              </a:ext>
            </a:extLst>
          </p:cNvPr>
          <p:cNvSpPr>
            <a:spLocks noGrp="1"/>
          </p:cNvSpPr>
          <p:nvPr>
            <p:ph type="title"/>
          </p:nvPr>
        </p:nvSpPr>
        <p:spPr/>
        <p:txBody>
          <a:bodyPr/>
          <a:lstStyle/>
          <a:p>
            <a:r>
              <a:rPr lang="en-US" dirty="0"/>
              <a:t>Maze</a:t>
            </a:r>
            <a:r>
              <a:rPr lang="en-US" spc="-74" dirty="0"/>
              <a:t> </a:t>
            </a:r>
            <a:r>
              <a:rPr lang="en-US" spc="-127" dirty="0"/>
              <a:t>example</a:t>
            </a:r>
            <a:endParaRPr lang="en-US" dirty="0"/>
          </a:p>
        </p:txBody>
      </p:sp>
      <p:grpSp>
        <p:nvGrpSpPr>
          <p:cNvPr id="209" name="Group 208">
            <a:extLst>
              <a:ext uri="{FF2B5EF4-FFF2-40B4-BE49-F238E27FC236}">
                <a16:creationId xmlns:a16="http://schemas.microsoft.com/office/drawing/2014/main" id="{54E42DC6-C678-A380-4FB6-87DED51D99B3}"/>
              </a:ext>
            </a:extLst>
          </p:cNvPr>
          <p:cNvGrpSpPr/>
          <p:nvPr/>
        </p:nvGrpSpPr>
        <p:grpSpPr>
          <a:xfrm>
            <a:off x="838200" y="1486046"/>
            <a:ext cx="4471133" cy="3713520"/>
            <a:chOff x="929810" y="997435"/>
            <a:chExt cx="4471133" cy="3713520"/>
          </a:xfrm>
        </p:grpSpPr>
        <p:grpSp>
          <p:nvGrpSpPr>
            <p:cNvPr id="4" name="object 3"/>
            <p:cNvGrpSpPr/>
            <p:nvPr/>
          </p:nvGrpSpPr>
          <p:grpSpPr>
            <a:xfrm>
              <a:off x="1324172" y="997435"/>
              <a:ext cx="3713520" cy="3713520"/>
              <a:chOff x="625118" y="471934"/>
              <a:chExt cx="1757045" cy="1757045"/>
            </a:xfrm>
          </p:grpSpPr>
          <p:pic>
            <p:nvPicPr>
              <p:cNvPr id="5" name="object 4"/>
              <p:cNvPicPr/>
              <p:nvPr/>
            </p:nvPicPr>
            <p:blipFill>
              <a:blip r:embed="rId2" cstate="print"/>
              <a:stretch>
                <a:fillRect/>
              </a:stretch>
            </p:blipFill>
            <p:spPr>
              <a:xfrm>
                <a:off x="625118" y="471934"/>
                <a:ext cx="332411" cy="332411"/>
              </a:xfrm>
              <a:prstGeom prst="rect">
                <a:avLst/>
              </a:prstGeom>
            </p:spPr>
          </p:pic>
          <p:pic>
            <p:nvPicPr>
              <p:cNvPr id="6" name="object 5"/>
              <p:cNvPicPr/>
              <p:nvPr/>
            </p:nvPicPr>
            <p:blipFill>
              <a:blip r:embed="rId2" cstate="print"/>
              <a:stretch>
                <a:fillRect/>
              </a:stretch>
            </p:blipFill>
            <p:spPr>
              <a:xfrm>
                <a:off x="828603" y="471934"/>
                <a:ext cx="332411" cy="332411"/>
              </a:xfrm>
              <a:prstGeom prst="rect">
                <a:avLst/>
              </a:prstGeom>
            </p:spPr>
          </p:pic>
          <p:pic>
            <p:nvPicPr>
              <p:cNvPr id="7" name="object 6"/>
              <p:cNvPicPr/>
              <p:nvPr/>
            </p:nvPicPr>
            <p:blipFill>
              <a:blip r:embed="rId2" cstate="print"/>
              <a:stretch>
                <a:fillRect/>
              </a:stretch>
            </p:blipFill>
            <p:spPr>
              <a:xfrm>
                <a:off x="1032109" y="471934"/>
                <a:ext cx="332411" cy="332411"/>
              </a:xfrm>
              <a:prstGeom prst="rect">
                <a:avLst/>
              </a:prstGeom>
            </p:spPr>
          </p:pic>
          <p:pic>
            <p:nvPicPr>
              <p:cNvPr id="8" name="object 7"/>
              <p:cNvPicPr/>
              <p:nvPr/>
            </p:nvPicPr>
            <p:blipFill>
              <a:blip r:embed="rId2" cstate="print"/>
              <a:stretch>
                <a:fillRect/>
              </a:stretch>
            </p:blipFill>
            <p:spPr>
              <a:xfrm>
                <a:off x="1235594" y="471934"/>
                <a:ext cx="332411" cy="332411"/>
              </a:xfrm>
              <a:prstGeom prst="rect">
                <a:avLst/>
              </a:prstGeom>
            </p:spPr>
          </p:pic>
          <p:pic>
            <p:nvPicPr>
              <p:cNvPr id="9" name="object 8"/>
              <p:cNvPicPr/>
              <p:nvPr/>
            </p:nvPicPr>
            <p:blipFill>
              <a:blip r:embed="rId2" cstate="print"/>
              <a:stretch>
                <a:fillRect/>
              </a:stretch>
            </p:blipFill>
            <p:spPr>
              <a:xfrm>
                <a:off x="1439100" y="471934"/>
                <a:ext cx="332411" cy="332411"/>
              </a:xfrm>
              <a:prstGeom prst="rect">
                <a:avLst/>
              </a:prstGeom>
            </p:spPr>
          </p:pic>
          <p:pic>
            <p:nvPicPr>
              <p:cNvPr id="10" name="object 9"/>
              <p:cNvPicPr/>
              <p:nvPr/>
            </p:nvPicPr>
            <p:blipFill>
              <a:blip r:embed="rId2" cstate="print"/>
              <a:stretch>
                <a:fillRect/>
              </a:stretch>
            </p:blipFill>
            <p:spPr>
              <a:xfrm>
                <a:off x="1642585" y="471934"/>
                <a:ext cx="332411" cy="332411"/>
              </a:xfrm>
              <a:prstGeom prst="rect">
                <a:avLst/>
              </a:prstGeom>
            </p:spPr>
          </p:pic>
          <p:pic>
            <p:nvPicPr>
              <p:cNvPr id="11" name="object 10"/>
              <p:cNvPicPr/>
              <p:nvPr/>
            </p:nvPicPr>
            <p:blipFill>
              <a:blip r:embed="rId2" cstate="print"/>
              <a:stretch>
                <a:fillRect/>
              </a:stretch>
            </p:blipFill>
            <p:spPr>
              <a:xfrm>
                <a:off x="1846070" y="471934"/>
                <a:ext cx="332411" cy="332411"/>
              </a:xfrm>
              <a:prstGeom prst="rect">
                <a:avLst/>
              </a:prstGeom>
            </p:spPr>
          </p:pic>
          <p:pic>
            <p:nvPicPr>
              <p:cNvPr id="12" name="object 11"/>
              <p:cNvPicPr/>
              <p:nvPr/>
            </p:nvPicPr>
            <p:blipFill>
              <a:blip r:embed="rId2" cstate="print"/>
              <a:stretch>
                <a:fillRect/>
              </a:stretch>
            </p:blipFill>
            <p:spPr>
              <a:xfrm>
                <a:off x="2049577" y="471934"/>
                <a:ext cx="332411" cy="332411"/>
              </a:xfrm>
              <a:prstGeom prst="rect">
                <a:avLst/>
              </a:prstGeom>
            </p:spPr>
          </p:pic>
          <p:pic>
            <p:nvPicPr>
              <p:cNvPr id="13" name="object 12"/>
              <p:cNvPicPr/>
              <p:nvPr/>
            </p:nvPicPr>
            <p:blipFill>
              <a:blip r:embed="rId2" cstate="print"/>
              <a:stretch>
                <a:fillRect/>
              </a:stretch>
            </p:blipFill>
            <p:spPr>
              <a:xfrm>
                <a:off x="625118" y="675418"/>
                <a:ext cx="332411" cy="332411"/>
              </a:xfrm>
              <a:prstGeom prst="rect">
                <a:avLst/>
              </a:prstGeom>
            </p:spPr>
          </p:pic>
          <p:pic>
            <p:nvPicPr>
              <p:cNvPr id="14" name="object 13"/>
              <p:cNvPicPr/>
              <p:nvPr/>
            </p:nvPicPr>
            <p:blipFill>
              <a:blip r:embed="rId2" cstate="print"/>
              <a:stretch>
                <a:fillRect/>
              </a:stretch>
            </p:blipFill>
            <p:spPr>
              <a:xfrm>
                <a:off x="828603" y="675418"/>
                <a:ext cx="332411" cy="332411"/>
              </a:xfrm>
              <a:prstGeom prst="rect">
                <a:avLst/>
              </a:prstGeom>
            </p:spPr>
          </p:pic>
          <p:pic>
            <p:nvPicPr>
              <p:cNvPr id="15" name="object 14"/>
              <p:cNvPicPr/>
              <p:nvPr/>
            </p:nvPicPr>
            <p:blipFill>
              <a:blip r:embed="rId2" cstate="print"/>
              <a:stretch>
                <a:fillRect/>
              </a:stretch>
            </p:blipFill>
            <p:spPr>
              <a:xfrm>
                <a:off x="1032109" y="675418"/>
                <a:ext cx="332411" cy="332411"/>
              </a:xfrm>
              <a:prstGeom prst="rect">
                <a:avLst/>
              </a:prstGeom>
            </p:spPr>
          </p:pic>
          <p:pic>
            <p:nvPicPr>
              <p:cNvPr id="16" name="object 15"/>
              <p:cNvPicPr/>
              <p:nvPr/>
            </p:nvPicPr>
            <p:blipFill>
              <a:blip r:embed="rId2" cstate="print"/>
              <a:stretch>
                <a:fillRect/>
              </a:stretch>
            </p:blipFill>
            <p:spPr>
              <a:xfrm>
                <a:off x="1235594" y="675418"/>
                <a:ext cx="332411" cy="332411"/>
              </a:xfrm>
              <a:prstGeom prst="rect">
                <a:avLst/>
              </a:prstGeom>
            </p:spPr>
          </p:pic>
          <p:pic>
            <p:nvPicPr>
              <p:cNvPr id="17" name="object 16"/>
              <p:cNvPicPr/>
              <p:nvPr/>
            </p:nvPicPr>
            <p:blipFill>
              <a:blip r:embed="rId2" cstate="print"/>
              <a:stretch>
                <a:fillRect/>
              </a:stretch>
            </p:blipFill>
            <p:spPr>
              <a:xfrm>
                <a:off x="1439100" y="675418"/>
                <a:ext cx="332411" cy="332411"/>
              </a:xfrm>
              <a:prstGeom prst="rect">
                <a:avLst/>
              </a:prstGeom>
            </p:spPr>
          </p:pic>
          <p:pic>
            <p:nvPicPr>
              <p:cNvPr id="18" name="object 17"/>
              <p:cNvPicPr/>
              <p:nvPr/>
            </p:nvPicPr>
            <p:blipFill>
              <a:blip r:embed="rId2" cstate="print"/>
              <a:stretch>
                <a:fillRect/>
              </a:stretch>
            </p:blipFill>
            <p:spPr>
              <a:xfrm>
                <a:off x="1642585" y="675418"/>
                <a:ext cx="332411" cy="332411"/>
              </a:xfrm>
              <a:prstGeom prst="rect">
                <a:avLst/>
              </a:prstGeom>
            </p:spPr>
          </p:pic>
          <p:pic>
            <p:nvPicPr>
              <p:cNvPr id="19" name="object 18"/>
              <p:cNvPicPr/>
              <p:nvPr/>
            </p:nvPicPr>
            <p:blipFill>
              <a:blip r:embed="rId2" cstate="print"/>
              <a:stretch>
                <a:fillRect/>
              </a:stretch>
            </p:blipFill>
            <p:spPr>
              <a:xfrm>
                <a:off x="1846070" y="675418"/>
                <a:ext cx="332411" cy="332411"/>
              </a:xfrm>
              <a:prstGeom prst="rect">
                <a:avLst/>
              </a:prstGeom>
            </p:spPr>
          </p:pic>
          <p:pic>
            <p:nvPicPr>
              <p:cNvPr id="20" name="object 19"/>
              <p:cNvPicPr/>
              <p:nvPr/>
            </p:nvPicPr>
            <p:blipFill>
              <a:blip r:embed="rId2" cstate="print"/>
              <a:stretch>
                <a:fillRect/>
              </a:stretch>
            </p:blipFill>
            <p:spPr>
              <a:xfrm>
                <a:off x="2049577" y="675418"/>
                <a:ext cx="332411" cy="332411"/>
              </a:xfrm>
              <a:prstGeom prst="rect">
                <a:avLst/>
              </a:prstGeom>
            </p:spPr>
          </p:pic>
          <p:pic>
            <p:nvPicPr>
              <p:cNvPr id="21" name="object 20"/>
              <p:cNvPicPr/>
              <p:nvPr/>
            </p:nvPicPr>
            <p:blipFill>
              <a:blip r:embed="rId2" cstate="print"/>
              <a:stretch>
                <a:fillRect/>
              </a:stretch>
            </p:blipFill>
            <p:spPr>
              <a:xfrm>
                <a:off x="625118" y="878925"/>
                <a:ext cx="332411" cy="332411"/>
              </a:xfrm>
              <a:prstGeom prst="rect">
                <a:avLst/>
              </a:prstGeom>
            </p:spPr>
          </p:pic>
          <p:pic>
            <p:nvPicPr>
              <p:cNvPr id="22" name="object 21"/>
              <p:cNvPicPr/>
              <p:nvPr/>
            </p:nvPicPr>
            <p:blipFill>
              <a:blip r:embed="rId2" cstate="print"/>
              <a:stretch>
                <a:fillRect/>
              </a:stretch>
            </p:blipFill>
            <p:spPr>
              <a:xfrm>
                <a:off x="828603" y="878925"/>
                <a:ext cx="332411" cy="332411"/>
              </a:xfrm>
              <a:prstGeom prst="rect">
                <a:avLst/>
              </a:prstGeom>
            </p:spPr>
          </p:pic>
          <p:pic>
            <p:nvPicPr>
              <p:cNvPr id="23" name="object 22"/>
              <p:cNvPicPr/>
              <p:nvPr/>
            </p:nvPicPr>
            <p:blipFill>
              <a:blip r:embed="rId2" cstate="print"/>
              <a:stretch>
                <a:fillRect/>
              </a:stretch>
            </p:blipFill>
            <p:spPr>
              <a:xfrm>
                <a:off x="1032109" y="878925"/>
                <a:ext cx="332411" cy="332411"/>
              </a:xfrm>
              <a:prstGeom prst="rect">
                <a:avLst/>
              </a:prstGeom>
            </p:spPr>
          </p:pic>
          <p:pic>
            <p:nvPicPr>
              <p:cNvPr id="24" name="object 23"/>
              <p:cNvPicPr/>
              <p:nvPr/>
            </p:nvPicPr>
            <p:blipFill>
              <a:blip r:embed="rId2" cstate="print"/>
              <a:stretch>
                <a:fillRect/>
              </a:stretch>
            </p:blipFill>
            <p:spPr>
              <a:xfrm>
                <a:off x="1235594" y="878925"/>
                <a:ext cx="332411" cy="332411"/>
              </a:xfrm>
              <a:prstGeom prst="rect">
                <a:avLst/>
              </a:prstGeom>
            </p:spPr>
          </p:pic>
          <p:pic>
            <p:nvPicPr>
              <p:cNvPr id="25" name="object 24"/>
              <p:cNvPicPr/>
              <p:nvPr/>
            </p:nvPicPr>
            <p:blipFill>
              <a:blip r:embed="rId2" cstate="print"/>
              <a:stretch>
                <a:fillRect/>
              </a:stretch>
            </p:blipFill>
            <p:spPr>
              <a:xfrm>
                <a:off x="1439100" y="878925"/>
                <a:ext cx="332411" cy="332411"/>
              </a:xfrm>
              <a:prstGeom prst="rect">
                <a:avLst/>
              </a:prstGeom>
            </p:spPr>
          </p:pic>
          <p:pic>
            <p:nvPicPr>
              <p:cNvPr id="26" name="object 25"/>
              <p:cNvPicPr/>
              <p:nvPr/>
            </p:nvPicPr>
            <p:blipFill>
              <a:blip r:embed="rId2" cstate="print"/>
              <a:stretch>
                <a:fillRect/>
              </a:stretch>
            </p:blipFill>
            <p:spPr>
              <a:xfrm>
                <a:off x="1642585" y="878925"/>
                <a:ext cx="332411" cy="332411"/>
              </a:xfrm>
              <a:prstGeom prst="rect">
                <a:avLst/>
              </a:prstGeom>
            </p:spPr>
          </p:pic>
          <p:pic>
            <p:nvPicPr>
              <p:cNvPr id="27" name="object 26"/>
              <p:cNvPicPr/>
              <p:nvPr/>
            </p:nvPicPr>
            <p:blipFill>
              <a:blip r:embed="rId2" cstate="print"/>
              <a:stretch>
                <a:fillRect/>
              </a:stretch>
            </p:blipFill>
            <p:spPr>
              <a:xfrm>
                <a:off x="1846070" y="878925"/>
                <a:ext cx="332411" cy="332411"/>
              </a:xfrm>
              <a:prstGeom prst="rect">
                <a:avLst/>
              </a:prstGeom>
            </p:spPr>
          </p:pic>
          <p:pic>
            <p:nvPicPr>
              <p:cNvPr id="28" name="object 27"/>
              <p:cNvPicPr/>
              <p:nvPr/>
            </p:nvPicPr>
            <p:blipFill>
              <a:blip r:embed="rId2" cstate="print"/>
              <a:stretch>
                <a:fillRect/>
              </a:stretch>
            </p:blipFill>
            <p:spPr>
              <a:xfrm>
                <a:off x="2049577" y="878925"/>
                <a:ext cx="332411" cy="332411"/>
              </a:xfrm>
              <a:prstGeom prst="rect">
                <a:avLst/>
              </a:prstGeom>
            </p:spPr>
          </p:pic>
          <p:pic>
            <p:nvPicPr>
              <p:cNvPr id="29" name="object 28"/>
              <p:cNvPicPr/>
              <p:nvPr/>
            </p:nvPicPr>
            <p:blipFill>
              <a:blip r:embed="rId2" cstate="print"/>
              <a:stretch>
                <a:fillRect/>
              </a:stretch>
            </p:blipFill>
            <p:spPr>
              <a:xfrm>
                <a:off x="625118" y="1082410"/>
                <a:ext cx="332411" cy="332411"/>
              </a:xfrm>
              <a:prstGeom prst="rect">
                <a:avLst/>
              </a:prstGeom>
            </p:spPr>
          </p:pic>
          <p:pic>
            <p:nvPicPr>
              <p:cNvPr id="30" name="object 29"/>
              <p:cNvPicPr/>
              <p:nvPr/>
            </p:nvPicPr>
            <p:blipFill>
              <a:blip r:embed="rId2" cstate="print"/>
              <a:stretch>
                <a:fillRect/>
              </a:stretch>
            </p:blipFill>
            <p:spPr>
              <a:xfrm>
                <a:off x="828603" y="1082410"/>
                <a:ext cx="332411" cy="332411"/>
              </a:xfrm>
              <a:prstGeom prst="rect">
                <a:avLst/>
              </a:prstGeom>
            </p:spPr>
          </p:pic>
          <p:pic>
            <p:nvPicPr>
              <p:cNvPr id="31" name="object 30"/>
              <p:cNvPicPr/>
              <p:nvPr/>
            </p:nvPicPr>
            <p:blipFill>
              <a:blip r:embed="rId2" cstate="print"/>
              <a:stretch>
                <a:fillRect/>
              </a:stretch>
            </p:blipFill>
            <p:spPr>
              <a:xfrm>
                <a:off x="1032109" y="1082410"/>
                <a:ext cx="332411" cy="332411"/>
              </a:xfrm>
              <a:prstGeom prst="rect">
                <a:avLst/>
              </a:prstGeom>
            </p:spPr>
          </p:pic>
          <p:pic>
            <p:nvPicPr>
              <p:cNvPr id="32" name="object 31"/>
              <p:cNvPicPr/>
              <p:nvPr/>
            </p:nvPicPr>
            <p:blipFill>
              <a:blip r:embed="rId2" cstate="print"/>
              <a:stretch>
                <a:fillRect/>
              </a:stretch>
            </p:blipFill>
            <p:spPr>
              <a:xfrm>
                <a:off x="1235594" y="1082410"/>
                <a:ext cx="332411" cy="332411"/>
              </a:xfrm>
              <a:prstGeom prst="rect">
                <a:avLst/>
              </a:prstGeom>
            </p:spPr>
          </p:pic>
          <p:pic>
            <p:nvPicPr>
              <p:cNvPr id="33" name="object 32"/>
              <p:cNvPicPr/>
              <p:nvPr/>
            </p:nvPicPr>
            <p:blipFill>
              <a:blip r:embed="rId2" cstate="print"/>
              <a:stretch>
                <a:fillRect/>
              </a:stretch>
            </p:blipFill>
            <p:spPr>
              <a:xfrm>
                <a:off x="1439100" y="1082410"/>
                <a:ext cx="332411" cy="332411"/>
              </a:xfrm>
              <a:prstGeom prst="rect">
                <a:avLst/>
              </a:prstGeom>
            </p:spPr>
          </p:pic>
          <p:pic>
            <p:nvPicPr>
              <p:cNvPr id="34" name="object 33"/>
              <p:cNvPicPr/>
              <p:nvPr/>
            </p:nvPicPr>
            <p:blipFill>
              <a:blip r:embed="rId2" cstate="print"/>
              <a:stretch>
                <a:fillRect/>
              </a:stretch>
            </p:blipFill>
            <p:spPr>
              <a:xfrm>
                <a:off x="1642585" y="1082410"/>
                <a:ext cx="332411" cy="332411"/>
              </a:xfrm>
              <a:prstGeom prst="rect">
                <a:avLst/>
              </a:prstGeom>
            </p:spPr>
          </p:pic>
          <p:pic>
            <p:nvPicPr>
              <p:cNvPr id="35" name="object 34"/>
              <p:cNvPicPr/>
              <p:nvPr/>
            </p:nvPicPr>
            <p:blipFill>
              <a:blip r:embed="rId2" cstate="print"/>
              <a:stretch>
                <a:fillRect/>
              </a:stretch>
            </p:blipFill>
            <p:spPr>
              <a:xfrm>
                <a:off x="1846070" y="1082410"/>
                <a:ext cx="332411" cy="332411"/>
              </a:xfrm>
              <a:prstGeom prst="rect">
                <a:avLst/>
              </a:prstGeom>
            </p:spPr>
          </p:pic>
          <p:pic>
            <p:nvPicPr>
              <p:cNvPr id="36" name="object 35"/>
              <p:cNvPicPr/>
              <p:nvPr/>
            </p:nvPicPr>
            <p:blipFill>
              <a:blip r:embed="rId2" cstate="print"/>
              <a:stretch>
                <a:fillRect/>
              </a:stretch>
            </p:blipFill>
            <p:spPr>
              <a:xfrm>
                <a:off x="2049577" y="1082410"/>
                <a:ext cx="332411" cy="332411"/>
              </a:xfrm>
              <a:prstGeom prst="rect">
                <a:avLst/>
              </a:prstGeom>
            </p:spPr>
          </p:pic>
          <p:pic>
            <p:nvPicPr>
              <p:cNvPr id="37" name="object 36"/>
              <p:cNvPicPr/>
              <p:nvPr/>
            </p:nvPicPr>
            <p:blipFill>
              <a:blip r:embed="rId2" cstate="print"/>
              <a:stretch>
                <a:fillRect/>
              </a:stretch>
            </p:blipFill>
            <p:spPr>
              <a:xfrm>
                <a:off x="625118" y="1285917"/>
                <a:ext cx="332411" cy="332411"/>
              </a:xfrm>
              <a:prstGeom prst="rect">
                <a:avLst/>
              </a:prstGeom>
            </p:spPr>
          </p:pic>
          <p:pic>
            <p:nvPicPr>
              <p:cNvPr id="38" name="object 37"/>
              <p:cNvPicPr/>
              <p:nvPr/>
            </p:nvPicPr>
            <p:blipFill>
              <a:blip r:embed="rId2" cstate="print"/>
              <a:stretch>
                <a:fillRect/>
              </a:stretch>
            </p:blipFill>
            <p:spPr>
              <a:xfrm>
                <a:off x="828603" y="1285917"/>
                <a:ext cx="332411" cy="332411"/>
              </a:xfrm>
              <a:prstGeom prst="rect">
                <a:avLst/>
              </a:prstGeom>
            </p:spPr>
          </p:pic>
          <p:pic>
            <p:nvPicPr>
              <p:cNvPr id="39" name="object 38"/>
              <p:cNvPicPr/>
              <p:nvPr/>
            </p:nvPicPr>
            <p:blipFill>
              <a:blip r:embed="rId2" cstate="print"/>
              <a:stretch>
                <a:fillRect/>
              </a:stretch>
            </p:blipFill>
            <p:spPr>
              <a:xfrm>
                <a:off x="1032109" y="1285917"/>
                <a:ext cx="332411" cy="332411"/>
              </a:xfrm>
              <a:prstGeom prst="rect">
                <a:avLst/>
              </a:prstGeom>
            </p:spPr>
          </p:pic>
          <p:pic>
            <p:nvPicPr>
              <p:cNvPr id="40" name="object 39"/>
              <p:cNvPicPr/>
              <p:nvPr/>
            </p:nvPicPr>
            <p:blipFill>
              <a:blip r:embed="rId2" cstate="print"/>
              <a:stretch>
                <a:fillRect/>
              </a:stretch>
            </p:blipFill>
            <p:spPr>
              <a:xfrm>
                <a:off x="1235594" y="1285917"/>
                <a:ext cx="332411" cy="332411"/>
              </a:xfrm>
              <a:prstGeom prst="rect">
                <a:avLst/>
              </a:prstGeom>
            </p:spPr>
          </p:pic>
          <p:pic>
            <p:nvPicPr>
              <p:cNvPr id="41" name="object 40"/>
              <p:cNvPicPr/>
              <p:nvPr/>
            </p:nvPicPr>
            <p:blipFill>
              <a:blip r:embed="rId2" cstate="print"/>
              <a:stretch>
                <a:fillRect/>
              </a:stretch>
            </p:blipFill>
            <p:spPr>
              <a:xfrm>
                <a:off x="1439100" y="1285917"/>
                <a:ext cx="332411" cy="332411"/>
              </a:xfrm>
              <a:prstGeom prst="rect">
                <a:avLst/>
              </a:prstGeom>
            </p:spPr>
          </p:pic>
          <p:pic>
            <p:nvPicPr>
              <p:cNvPr id="42" name="object 41"/>
              <p:cNvPicPr/>
              <p:nvPr/>
            </p:nvPicPr>
            <p:blipFill>
              <a:blip r:embed="rId2" cstate="print"/>
              <a:stretch>
                <a:fillRect/>
              </a:stretch>
            </p:blipFill>
            <p:spPr>
              <a:xfrm>
                <a:off x="1642585" y="1285917"/>
                <a:ext cx="332411" cy="332411"/>
              </a:xfrm>
              <a:prstGeom prst="rect">
                <a:avLst/>
              </a:prstGeom>
            </p:spPr>
          </p:pic>
          <p:pic>
            <p:nvPicPr>
              <p:cNvPr id="43" name="object 42"/>
              <p:cNvPicPr/>
              <p:nvPr/>
            </p:nvPicPr>
            <p:blipFill>
              <a:blip r:embed="rId2" cstate="print"/>
              <a:stretch>
                <a:fillRect/>
              </a:stretch>
            </p:blipFill>
            <p:spPr>
              <a:xfrm>
                <a:off x="1846070" y="1285917"/>
                <a:ext cx="332411" cy="332411"/>
              </a:xfrm>
              <a:prstGeom prst="rect">
                <a:avLst/>
              </a:prstGeom>
            </p:spPr>
          </p:pic>
          <p:pic>
            <p:nvPicPr>
              <p:cNvPr id="44" name="object 43"/>
              <p:cNvPicPr/>
              <p:nvPr/>
            </p:nvPicPr>
            <p:blipFill>
              <a:blip r:embed="rId2" cstate="print"/>
              <a:stretch>
                <a:fillRect/>
              </a:stretch>
            </p:blipFill>
            <p:spPr>
              <a:xfrm>
                <a:off x="2049577" y="1285917"/>
                <a:ext cx="332411" cy="332411"/>
              </a:xfrm>
              <a:prstGeom prst="rect">
                <a:avLst/>
              </a:prstGeom>
            </p:spPr>
          </p:pic>
          <p:pic>
            <p:nvPicPr>
              <p:cNvPr id="45" name="object 44"/>
              <p:cNvPicPr/>
              <p:nvPr/>
            </p:nvPicPr>
            <p:blipFill>
              <a:blip r:embed="rId2" cstate="print"/>
              <a:stretch>
                <a:fillRect/>
              </a:stretch>
            </p:blipFill>
            <p:spPr>
              <a:xfrm>
                <a:off x="625118" y="1489400"/>
                <a:ext cx="332411" cy="332411"/>
              </a:xfrm>
              <a:prstGeom prst="rect">
                <a:avLst/>
              </a:prstGeom>
            </p:spPr>
          </p:pic>
          <p:pic>
            <p:nvPicPr>
              <p:cNvPr id="46" name="object 45"/>
              <p:cNvPicPr/>
              <p:nvPr/>
            </p:nvPicPr>
            <p:blipFill>
              <a:blip r:embed="rId2" cstate="print"/>
              <a:stretch>
                <a:fillRect/>
              </a:stretch>
            </p:blipFill>
            <p:spPr>
              <a:xfrm>
                <a:off x="828603" y="1489400"/>
                <a:ext cx="332411" cy="332411"/>
              </a:xfrm>
              <a:prstGeom prst="rect">
                <a:avLst/>
              </a:prstGeom>
            </p:spPr>
          </p:pic>
          <p:pic>
            <p:nvPicPr>
              <p:cNvPr id="47" name="object 46"/>
              <p:cNvPicPr/>
              <p:nvPr/>
            </p:nvPicPr>
            <p:blipFill>
              <a:blip r:embed="rId2" cstate="print"/>
              <a:stretch>
                <a:fillRect/>
              </a:stretch>
            </p:blipFill>
            <p:spPr>
              <a:xfrm>
                <a:off x="1032109" y="1489400"/>
                <a:ext cx="332411" cy="332411"/>
              </a:xfrm>
              <a:prstGeom prst="rect">
                <a:avLst/>
              </a:prstGeom>
            </p:spPr>
          </p:pic>
          <p:pic>
            <p:nvPicPr>
              <p:cNvPr id="48" name="object 47"/>
              <p:cNvPicPr/>
              <p:nvPr/>
            </p:nvPicPr>
            <p:blipFill>
              <a:blip r:embed="rId2" cstate="print"/>
              <a:stretch>
                <a:fillRect/>
              </a:stretch>
            </p:blipFill>
            <p:spPr>
              <a:xfrm>
                <a:off x="1235594" y="1489400"/>
                <a:ext cx="332411" cy="332411"/>
              </a:xfrm>
              <a:prstGeom prst="rect">
                <a:avLst/>
              </a:prstGeom>
            </p:spPr>
          </p:pic>
          <p:pic>
            <p:nvPicPr>
              <p:cNvPr id="49" name="object 48"/>
              <p:cNvPicPr/>
              <p:nvPr/>
            </p:nvPicPr>
            <p:blipFill>
              <a:blip r:embed="rId2" cstate="print"/>
              <a:stretch>
                <a:fillRect/>
              </a:stretch>
            </p:blipFill>
            <p:spPr>
              <a:xfrm>
                <a:off x="1439100" y="1489400"/>
                <a:ext cx="332411" cy="332411"/>
              </a:xfrm>
              <a:prstGeom prst="rect">
                <a:avLst/>
              </a:prstGeom>
            </p:spPr>
          </p:pic>
          <p:pic>
            <p:nvPicPr>
              <p:cNvPr id="50" name="object 49"/>
              <p:cNvPicPr/>
              <p:nvPr/>
            </p:nvPicPr>
            <p:blipFill>
              <a:blip r:embed="rId2" cstate="print"/>
              <a:stretch>
                <a:fillRect/>
              </a:stretch>
            </p:blipFill>
            <p:spPr>
              <a:xfrm>
                <a:off x="1642585" y="1489400"/>
                <a:ext cx="332411" cy="332411"/>
              </a:xfrm>
              <a:prstGeom prst="rect">
                <a:avLst/>
              </a:prstGeom>
            </p:spPr>
          </p:pic>
          <p:pic>
            <p:nvPicPr>
              <p:cNvPr id="51" name="object 50"/>
              <p:cNvPicPr/>
              <p:nvPr/>
            </p:nvPicPr>
            <p:blipFill>
              <a:blip r:embed="rId2" cstate="print"/>
              <a:stretch>
                <a:fillRect/>
              </a:stretch>
            </p:blipFill>
            <p:spPr>
              <a:xfrm>
                <a:off x="1846070" y="1489400"/>
                <a:ext cx="332411" cy="332411"/>
              </a:xfrm>
              <a:prstGeom prst="rect">
                <a:avLst/>
              </a:prstGeom>
            </p:spPr>
          </p:pic>
          <p:pic>
            <p:nvPicPr>
              <p:cNvPr id="52" name="object 51"/>
              <p:cNvPicPr/>
              <p:nvPr/>
            </p:nvPicPr>
            <p:blipFill>
              <a:blip r:embed="rId2" cstate="print"/>
              <a:stretch>
                <a:fillRect/>
              </a:stretch>
            </p:blipFill>
            <p:spPr>
              <a:xfrm>
                <a:off x="2049577" y="1489400"/>
                <a:ext cx="332411" cy="332411"/>
              </a:xfrm>
              <a:prstGeom prst="rect">
                <a:avLst/>
              </a:prstGeom>
            </p:spPr>
          </p:pic>
          <p:pic>
            <p:nvPicPr>
              <p:cNvPr id="53" name="object 52"/>
              <p:cNvPicPr/>
              <p:nvPr/>
            </p:nvPicPr>
            <p:blipFill>
              <a:blip r:embed="rId2" cstate="print"/>
              <a:stretch>
                <a:fillRect/>
              </a:stretch>
            </p:blipFill>
            <p:spPr>
              <a:xfrm>
                <a:off x="625118" y="1692885"/>
                <a:ext cx="332411" cy="332411"/>
              </a:xfrm>
              <a:prstGeom prst="rect">
                <a:avLst/>
              </a:prstGeom>
            </p:spPr>
          </p:pic>
          <p:pic>
            <p:nvPicPr>
              <p:cNvPr id="54" name="object 53"/>
              <p:cNvPicPr/>
              <p:nvPr/>
            </p:nvPicPr>
            <p:blipFill>
              <a:blip r:embed="rId2" cstate="print"/>
              <a:stretch>
                <a:fillRect/>
              </a:stretch>
            </p:blipFill>
            <p:spPr>
              <a:xfrm>
                <a:off x="828603" y="1692885"/>
                <a:ext cx="332411" cy="332411"/>
              </a:xfrm>
              <a:prstGeom prst="rect">
                <a:avLst/>
              </a:prstGeom>
            </p:spPr>
          </p:pic>
          <p:pic>
            <p:nvPicPr>
              <p:cNvPr id="55" name="object 54"/>
              <p:cNvPicPr/>
              <p:nvPr/>
            </p:nvPicPr>
            <p:blipFill>
              <a:blip r:embed="rId2" cstate="print"/>
              <a:stretch>
                <a:fillRect/>
              </a:stretch>
            </p:blipFill>
            <p:spPr>
              <a:xfrm>
                <a:off x="1032109" y="1692885"/>
                <a:ext cx="332411" cy="332411"/>
              </a:xfrm>
              <a:prstGeom prst="rect">
                <a:avLst/>
              </a:prstGeom>
            </p:spPr>
          </p:pic>
          <p:pic>
            <p:nvPicPr>
              <p:cNvPr id="56" name="object 55"/>
              <p:cNvPicPr/>
              <p:nvPr/>
            </p:nvPicPr>
            <p:blipFill>
              <a:blip r:embed="rId2" cstate="print"/>
              <a:stretch>
                <a:fillRect/>
              </a:stretch>
            </p:blipFill>
            <p:spPr>
              <a:xfrm>
                <a:off x="1235594" y="1692885"/>
                <a:ext cx="332411" cy="332411"/>
              </a:xfrm>
              <a:prstGeom prst="rect">
                <a:avLst/>
              </a:prstGeom>
            </p:spPr>
          </p:pic>
          <p:pic>
            <p:nvPicPr>
              <p:cNvPr id="57" name="object 56"/>
              <p:cNvPicPr/>
              <p:nvPr/>
            </p:nvPicPr>
            <p:blipFill>
              <a:blip r:embed="rId2" cstate="print"/>
              <a:stretch>
                <a:fillRect/>
              </a:stretch>
            </p:blipFill>
            <p:spPr>
              <a:xfrm>
                <a:off x="1439100" y="1692885"/>
                <a:ext cx="332411" cy="332411"/>
              </a:xfrm>
              <a:prstGeom prst="rect">
                <a:avLst/>
              </a:prstGeom>
            </p:spPr>
          </p:pic>
          <p:pic>
            <p:nvPicPr>
              <p:cNvPr id="58" name="object 57"/>
              <p:cNvPicPr/>
              <p:nvPr/>
            </p:nvPicPr>
            <p:blipFill>
              <a:blip r:embed="rId2" cstate="print"/>
              <a:stretch>
                <a:fillRect/>
              </a:stretch>
            </p:blipFill>
            <p:spPr>
              <a:xfrm>
                <a:off x="1642585" y="1692885"/>
                <a:ext cx="332411" cy="332411"/>
              </a:xfrm>
              <a:prstGeom prst="rect">
                <a:avLst/>
              </a:prstGeom>
            </p:spPr>
          </p:pic>
          <p:pic>
            <p:nvPicPr>
              <p:cNvPr id="59" name="object 58"/>
              <p:cNvPicPr/>
              <p:nvPr/>
            </p:nvPicPr>
            <p:blipFill>
              <a:blip r:embed="rId2" cstate="print"/>
              <a:stretch>
                <a:fillRect/>
              </a:stretch>
            </p:blipFill>
            <p:spPr>
              <a:xfrm>
                <a:off x="1846070" y="1692885"/>
                <a:ext cx="332411" cy="332411"/>
              </a:xfrm>
              <a:prstGeom prst="rect">
                <a:avLst/>
              </a:prstGeom>
            </p:spPr>
          </p:pic>
          <p:pic>
            <p:nvPicPr>
              <p:cNvPr id="60" name="object 59"/>
              <p:cNvPicPr/>
              <p:nvPr/>
            </p:nvPicPr>
            <p:blipFill>
              <a:blip r:embed="rId2" cstate="print"/>
              <a:stretch>
                <a:fillRect/>
              </a:stretch>
            </p:blipFill>
            <p:spPr>
              <a:xfrm>
                <a:off x="2049577" y="1692885"/>
                <a:ext cx="332411" cy="332411"/>
              </a:xfrm>
              <a:prstGeom prst="rect">
                <a:avLst/>
              </a:prstGeom>
            </p:spPr>
          </p:pic>
          <p:pic>
            <p:nvPicPr>
              <p:cNvPr id="61" name="object 60"/>
              <p:cNvPicPr/>
              <p:nvPr/>
            </p:nvPicPr>
            <p:blipFill>
              <a:blip r:embed="rId2" cstate="print"/>
              <a:stretch>
                <a:fillRect/>
              </a:stretch>
            </p:blipFill>
            <p:spPr>
              <a:xfrm>
                <a:off x="625118" y="1896393"/>
                <a:ext cx="332411" cy="332411"/>
              </a:xfrm>
              <a:prstGeom prst="rect">
                <a:avLst/>
              </a:prstGeom>
            </p:spPr>
          </p:pic>
          <p:pic>
            <p:nvPicPr>
              <p:cNvPr id="62" name="object 61"/>
              <p:cNvPicPr/>
              <p:nvPr/>
            </p:nvPicPr>
            <p:blipFill>
              <a:blip r:embed="rId2" cstate="print"/>
              <a:stretch>
                <a:fillRect/>
              </a:stretch>
            </p:blipFill>
            <p:spPr>
              <a:xfrm>
                <a:off x="828603" y="1896393"/>
                <a:ext cx="332411" cy="332411"/>
              </a:xfrm>
              <a:prstGeom prst="rect">
                <a:avLst/>
              </a:prstGeom>
            </p:spPr>
          </p:pic>
          <p:pic>
            <p:nvPicPr>
              <p:cNvPr id="63" name="object 62"/>
              <p:cNvPicPr/>
              <p:nvPr/>
            </p:nvPicPr>
            <p:blipFill>
              <a:blip r:embed="rId2" cstate="print"/>
              <a:stretch>
                <a:fillRect/>
              </a:stretch>
            </p:blipFill>
            <p:spPr>
              <a:xfrm>
                <a:off x="1032109" y="1896393"/>
                <a:ext cx="332411" cy="332411"/>
              </a:xfrm>
              <a:prstGeom prst="rect">
                <a:avLst/>
              </a:prstGeom>
            </p:spPr>
          </p:pic>
          <p:pic>
            <p:nvPicPr>
              <p:cNvPr id="192" name="object 63"/>
              <p:cNvPicPr/>
              <p:nvPr/>
            </p:nvPicPr>
            <p:blipFill>
              <a:blip r:embed="rId2" cstate="print"/>
              <a:stretch>
                <a:fillRect/>
              </a:stretch>
            </p:blipFill>
            <p:spPr>
              <a:xfrm>
                <a:off x="1235594" y="1896393"/>
                <a:ext cx="332411" cy="332411"/>
              </a:xfrm>
              <a:prstGeom prst="rect">
                <a:avLst/>
              </a:prstGeom>
            </p:spPr>
          </p:pic>
          <p:pic>
            <p:nvPicPr>
              <p:cNvPr id="64" name="object 64"/>
              <p:cNvPicPr/>
              <p:nvPr/>
            </p:nvPicPr>
            <p:blipFill>
              <a:blip r:embed="rId2" cstate="print"/>
              <a:stretch>
                <a:fillRect/>
              </a:stretch>
            </p:blipFill>
            <p:spPr>
              <a:xfrm>
                <a:off x="1439100" y="1896393"/>
                <a:ext cx="332411" cy="332411"/>
              </a:xfrm>
              <a:prstGeom prst="rect">
                <a:avLst/>
              </a:prstGeom>
            </p:spPr>
          </p:pic>
          <p:pic>
            <p:nvPicPr>
              <p:cNvPr id="65" name="object 65"/>
              <p:cNvPicPr/>
              <p:nvPr/>
            </p:nvPicPr>
            <p:blipFill>
              <a:blip r:embed="rId2" cstate="print"/>
              <a:stretch>
                <a:fillRect/>
              </a:stretch>
            </p:blipFill>
            <p:spPr>
              <a:xfrm>
                <a:off x="1642585" y="1896393"/>
                <a:ext cx="332411" cy="332411"/>
              </a:xfrm>
              <a:prstGeom prst="rect">
                <a:avLst/>
              </a:prstGeom>
            </p:spPr>
          </p:pic>
          <p:pic>
            <p:nvPicPr>
              <p:cNvPr id="66" name="object 66"/>
              <p:cNvPicPr/>
              <p:nvPr/>
            </p:nvPicPr>
            <p:blipFill>
              <a:blip r:embed="rId2" cstate="print"/>
              <a:stretch>
                <a:fillRect/>
              </a:stretch>
            </p:blipFill>
            <p:spPr>
              <a:xfrm>
                <a:off x="1846070" y="1896393"/>
                <a:ext cx="332411" cy="332411"/>
              </a:xfrm>
              <a:prstGeom prst="rect">
                <a:avLst/>
              </a:prstGeom>
            </p:spPr>
          </p:pic>
          <p:pic>
            <p:nvPicPr>
              <p:cNvPr id="67" name="object 67"/>
              <p:cNvPicPr/>
              <p:nvPr/>
            </p:nvPicPr>
            <p:blipFill>
              <a:blip r:embed="rId2" cstate="print"/>
              <a:stretch>
                <a:fillRect/>
              </a:stretch>
            </p:blipFill>
            <p:spPr>
              <a:xfrm>
                <a:off x="2049577" y="1896393"/>
                <a:ext cx="332411" cy="332411"/>
              </a:xfrm>
              <a:prstGeom prst="rect">
                <a:avLst/>
              </a:prstGeom>
            </p:spPr>
          </p:pic>
          <p:sp>
            <p:nvSpPr>
              <p:cNvPr id="68" name="object 68"/>
              <p:cNvSpPr/>
              <p:nvPr/>
            </p:nvSpPr>
            <p:spPr>
              <a:xfrm>
                <a:off x="688161" y="512052"/>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69" name="object 69"/>
              <p:cNvSpPr/>
              <p:nvPr/>
            </p:nvSpPr>
            <p:spPr>
              <a:xfrm>
                <a:off x="688161" y="512052"/>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70" name="object 70"/>
              <p:cNvSpPr/>
              <p:nvPr/>
            </p:nvSpPr>
            <p:spPr>
              <a:xfrm>
                <a:off x="891648" y="512052"/>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71" name="object 71"/>
              <p:cNvSpPr/>
              <p:nvPr/>
            </p:nvSpPr>
            <p:spPr>
              <a:xfrm>
                <a:off x="891648" y="512052"/>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72" name="object 72"/>
              <p:cNvSpPr/>
              <p:nvPr/>
            </p:nvSpPr>
            <p:spPr>
              <a:xfrm>
                <a:off x="1095153" y="512052"/>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73" name="object 73"/>
              <p:cNvSpPr/>
              <p:nvPr/>
            </p:nvSpPr>
            <p:spPr>
              <a:xfrm>
                <a:off x="1095153" y="512052"/>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74" name="object 74"/>
              <p:cNvSpPr/>
              <p:nvPr/>
            </p:nvSpPr>
            <p:spPr>
              <a:xfrm>
                <a:off x="1298640" y="512052"/>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75" name="object 75"/>
              <p:cNvSpPr/>
              <p:nvPr/>
            </p:nvSpPr>
            <p:spPr>
              <a:xfrm>
                <a:off x="1298640" y="512052"/>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76" name="object 76"/>
              <p:cNvSpPr/>
              <p:nvPr/>
            </p:nvSpPr>
            <p:spPr>
              <a:xfrm>
                <a:off x="1502144" y="512052"/>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77" name="object 77"/>
              <p:cNvSpPr/>
              <p:nvPr/>
            </p:nvSpPr>
            <p:spPr>
              <a:xfrm>
                <a:off x="1502144" y="512052"/>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78" name="object 78"/>
              <p:cNvSpPr/>
              <p:nvPr/>
            </p:nvSpPr>
            <p:spPr>
              <a:xfrm>
                <a:off x="1705626" y="512052"/>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79" name="object 79"/>
              <p:cNvSpPr/>
              <p:nvPr/>
            </p:nvSpPr>
            <p:spPr>
              <a:xfrm>
                <a:off x="1705626" y="512052"/>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80" name="object 80"/>
              <p:cNvSpPr/>
              <p:nvPr/>
            </p:nvSpPr>
            <p:spPr>
              <a:xfrm>
                <a:off x="1909113" y="512052"/>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81" name="object 81"/>
              <p:cNvSpPr/>
              <p:nvPr/>
            </p:nvSpPr>
            <p:spPr>
              <a:xfrm>
                <a:off x="1909113" y="512052"/>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82" name="object 82"/>
              <p:cNvSpPr/>
              <p:nvPr/>
            </p:nvSpPr>
            <p:spPr>
              <a:xfrm>
                <a:off x="2112618" y="512052"/>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83" name="object 83"/>
              <p:cNvSpPr/>
              <p:nvPr/>
            </p:nvSpPr>
            <p:spPr>
              <a:xfrm>
                <a:off x="2112618" y="512052"/>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84" name="object 84"/>
              <p:cNvSpPr/>
              <p:nvPr/>
            </p:nvSpPr>
            <p:spPr>
              <a:xfrm>
                <a:off x="688161" y="715539"/>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85" name="object 85"/>
              <p:cNvSpPr/>
              <p:nvPr/>
            </p:nvSpPr>
            <p:spPr>
              <a:xfrm>
                <a:off x="688161" y="715539"/>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86" name="object 86"/>
              <p:cNvSpPr/>
              <p:nvPr/>
            </p:nvSpPr>
            <p:spPr>
              <a:xfrm>
                <a:off x="891648" y="715539"/>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87" name="object 87"/>
              <p:cNvSpPr/>
              <p:nvPr/>
            </p:nvSpPr>
            <p:spPr>
              <a:xfrm>
                <a:off x="891648" y="715539"/>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88" name="object 88"/>
              <p:cNvSpPr/>
              <p:nvPr/>
            </p:nvSpPr>
            <p:spPr>
              <a:xfrm>
                <a:off x="1095153" y="715539"/>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89" name="object 89"/>
              <p:cNvSpPr/>
              <p:nvPr/>
            </p:nvSpPr>
            <p:spPr>
              <a:xfrm>
                <a:off x="1095153" y="715539"/>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90" name="object 90"/>
              <p:cNvSpPr/>
              <p:nvPr/>
            </p:nvSpPr>
            <p:spPr>
              <a:xfrm>
                <a:off x="1298640" y="715539"/>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91" name="object 91"/>
              <p:cNvSpPr/>
              <p:nvPr/>
            </p:nvSpPr>
            <p:spPr>
              <a:xfrm>
                <a:off x="1298640" y="715539"/>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92" name="object 92"/>
              <p:cNvSpPr/>
              <p:nvPr/>
            </p:nvSpPr>
            <p:spPr>
              <a:xfrm>
                <a:off x="1502144" y="715539"/>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93" name="object 93"/>
              <p:cNvSpPr/>
              <p:nvPr/>
            </p:nvSpPr>
            <p:spPr>
              <a:xfrm>
                <a:off x="1502144" y="715539"/>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94" name="object 94"/>
              <p:cNvSpPr/>
              <p:nvPr/>
            </p:nvSpPr>
            <p:spPr>
              <a:xfrm>
                <a:off x="1705626" y="715539"/>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95" name="object 95"/>
              <p:cNvSpPr/>
              <p:nvPr/>
            </p:nvSpPr>
            <p:spPr>
              <a:xfrm>
                <a:off x="1705626" y="715539"/>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96" name="object 96"/>
              <p:cNvSpPr/>
              <p:nvPr/>
            </p:nvSpPr>
            <p:spPr>
              <a:xfrm>
                <a:off x="1909113" y="715539"/>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97" name="object 97"/>
              <p:cNvSpPr/>
              <p:nvPr/>
            </p:nvSpPr>
            <p:spPr>
              <a:xfrm>
                <a:off x="1909113" y="715539"/>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98" name="object 98"/>
              <p:cNvSpPr/>
              <p:nvPr/>
            </p:nvSpPr>
            <p:spPr>
              <a:xfrm>
                <a:off x="2112618" y="715539"/>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99" name="object 99"/>
              <p:cNvSpPr/>
              <p:nvPr/>
            </p:nvSpPr>
            <p:spPr>
              <a:xfrm>
                <a:off x="2112618" y="715539"/>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00" name="object 100"/>
              <p:cNvSpPr/>
              <p:nvPr/>
            </p:nvSpPr>
            <p:spPr>
              <a:xfrm>
                <a:off x="688161" y="919044"/>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01" name="object 101"/>
              <p:cNvSpPr/>
              <p:nvPr/>
            </p:nvSpPr>
            <p:spPr>
              <a:xfrm>
                <a:off x="688161" y="919044"/>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02" name="object 102"/>
              <p:cNvSpPr/>
              <p:nvPr/>
            </p:nvSpPr>
            <p:spPr>
              <a:xfrm>
                <a:off x="891648" y="919044"/>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03" name="object 103"/>
              <p:cNvSpPr/>
              <p:nvPr/>
            </p:nvSpPr>
            <p:spPr>
              <a:xfrm>
                <a:off x="891648" y="919044"/>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04" name="object 104"/>
              <p:cNvSpPr/>
              <p:nvPr/>
            </p:nvSpPr>
            <p:spPr>
              <a:xfrm>
                <a:off x="1095153" y="919044"/>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05" name="object 105"/>
              <p:cNvSpPr/>
              <p:nvPr/>
            </p:nvSpPr>
            <p:spPr>
              <a:xfrm>
                <a:off x="1095153" y="919044"/>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06" name="object 106"/>
              <p:cNvSpPr/>
              <p:nvPr/>
            </p:nvSpPr>
            <p:spPr>
              <a:xfrm>
                <a:off x="1298640" y="919044"/>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07" name="object 107"/>
              <p:cNvSpPr/>
              <p:nvPr/>
            </p:nvSpPr>
            <p:spPr>
              <a:xfrm>
                <a:off x="1298640" y="919044"/>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08" name="object 108"/>
              <p:cNvSpPr/>
              <p:nvPr/>
            </p:nvSpPr>
            <p:spPr>
              <a:xfrm>
                <a:off x="1502144" y="919044"/>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09" name="object 109"/>
              <p:cNvSpPr/>
              <p:nvPr/>
            </p:nvSpPr>
            <p:spPr>
              <a:xfrm>
                <a:off x="1502144" y="919044"/>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10" name="object 110"/>
              <p:cNvSpPr/>
              <p:nvPr/>
            </p:nvSpPr>
            <p:spPr>
              <a:xfrm>
                <a:off x="1705626" y="919044"/>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11" name="object 111"/>
              <p:cNvSpPr/>
              <p:nvPr/>
            </p:nvSpPr>
            <p:spPr>
              <a:xfrm>
                <a:off x="1705626" y="919044"/>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12" name="object 112"/>
              <p:cNvSpPr/>
              <p:nvPr/>
            </p:nvSpPr>
            <p:spPr>
              <a:xfrm>
                <a:off x="1909113" y="919044"/>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13" name="object 113"/>
              <p:cNvSpPr/>
              <p:nvPr/>
            </p:nvSpPr>
            <p:spPr>
              <a:xfrm>
                <a:off x="1909113" y="919044"/>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14" name="object 114"/>
              <p:cNvSpPr/>
              <p:nvPr/>
            </p:nvSpPr>
            <p:spPr>
              <a:xfrm>
                <a:off x="2112618" y="919044"/>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15" name="object 115"/>
              <p:cNvSpPr/>
              <p:nvPr/>
            </p:nvSpPr>
            <p:spPr>
              <a:xfrm>
                <a:off x="2112618" y="919044"/>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16" name="object 116"/>
              <p:cNvSpPr/>
              <p:nvPr/>
            </p:nvSpPr>
            <p:spPr>
              <a:xfrm>
                <a:off x="688161" y="1122531"/>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17" name="object 117"/>
              <p:cNvSpPr/>
              <p:nvPr/>
            </p:nvSpPr>
            <p:spPr>
              <a:xfrm>
                <a:off x="688161" y="1122531"/>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18" name="object 118"/>
              <p:cNvSpPr/>
              <p:nvPr/>
            </p:nvSpPr>
            <p:spPr>
              <a:xfrm>
                <a:off x="891648" y="1122531"/>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19" name="object 119"/>
              <p:cNvSpPr/>
              <p:nvPr/>
            </p:nvSpPr>
            <p:spPr>
              <a:xfrm>
                <a:off x="891648" y="1122531"/>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20" name="object 120"/>
              <p:cNvSpPr/>
              <p:nvPr/>
            </p:nvSpPr>
            <p:spPr>
              <a:xfrm>
                <a:off x="1095153" y="1122531"/>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21" name="object 121"/>
              <p:cNvSpPr/>
              <p:nvPr/>
            </p:nvSpPr>
            <p:spPr>
              <a:xfrm>
                <a:off x="1095153" y="1122531"/>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22" name="object 122"/>
              <p:cNvSpPr/>
              <p:nvPr/>
            </p:nvSpPr>
            <p:spPr>
              <a:xfrm>
                <a:off x="1298640" y="1122531"/>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23" name="object 123"/>
              <p:cNvSpPr/>
              <p:nvPr/>
            </p:nvSpPr>
            <p:spPr>
              <a:xfrm>
                <a:off x="1298640" y="1122531"/>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24" name="object 124"/>
              <p:cNvSpPr/>
              <p:nvPr/>
            </p:nvSpPr>
            <p:spPr>
              <a:xfrm>
                <a:off x="1502144" y="1122531"/>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25" name="object 125"/>
              <p:cNvSpPr/>
              <p:nvPr/>
            </p:nvSpPr>
            <p:spPr>
              <a:xfrm>
                <a:off x="1502144" y="1122531"/>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26" name="object 126"/>
              <p:cNvSpPr/>
              <p:nvPr/>
            </p:nvSpPr>
            <p:spPr>
              <a:xfrm>
                <a:off x="1705626" y="1122531"/>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27" name="object 127"/>
              <p:cNvSpPr/>
              <p:nvPr/>
            </p:nvSpPr>
            <p:spPr>
              <a:xfrm>
                <a:off x="1705626" y="1122531"/>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28" name="object 128"/>
              <p:cNvSpPr/>
              <p:nvPr/>
            </p:nvSpPr>
            <p:spPr>
              <a:xfrm>
                <a:off x="1909113" y="1122531"/>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29" name="object 129"/>
              <p:cNvSpPr/>
              <p:nvPr/>
            </p:nvSpPr>
            <p:spPr>
              <a:xfrm>
                <a:off x="1909113" y="1122531"/>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30" name="object 130"/>
              <p:cNvSpPr/>
              <p:nvPr/>
            </p:nvSpPr>
            <p:spPr>
              <a:xfrm>
                <a:off x="2112618" y="1122531"/>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31" name="object 131"/>
              <p:cNvSpPr/>
              <p:nvPr/>
            </p:nvSpPr>
            <p:spPr>
              <a:xfrm>
                <a:off x="2112618" y="1122531"/>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32" name="object 132"/>
              <p:cNvSpPr/>
              <p:nvPr/>
            </p:nvSpPr>
            <p:spPr>
              <a:xfrm>
                <a:off x="688161" y="1326035"/>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33" name="object 133"/>
              <p:cNvSpPr/>
              <p:nvPr/>
            </p:nvSpPr>
            <p:spPr>
              <a:xfrm>
                <a:off x="688161" y="1326035"/>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34" name="object 134"/>
              <p:cNvSpPr/>
              <p:nvPr/>
            </p:nvSpPr>
            <p:spPr>
              <a:xfrm>
                <a:off x="891648" y="1326035"/>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35" name="object 135"/>
              <p:cNvSpPr/>
              <p:nvPr/>
            </p:nvSpPr>
            <p:spPr>
              <a:xfrm>
                <a:off x="891648" y="1326035"/>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36" name="object 136"/>
              <p:cNvSpPr/>
              <p:nvPr/>
            </p:nvSpPr>
            <p:spPr>
              <a:xfrm>
                <a:off x="1095153" y="1326035"/>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37" name="object 137"/>
              <p:cNvSpPr/>
              <p:nvPr/>
            </p:nvSpPr>
            <p:spPr>
              <a:xfrm>
                <a:off x="1095153" y="1326035"/>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38" name="object 138"/>
              <p:cNvSpPr/>
              <p:nvPr/>
            </p:nvSpPr>
            <p:spPr>
              <a:xfrm>
                <a:off x="1298640" y="1326035"/>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39" name="object 139"/>
              <p:cNvSpPr/>
              <p:nvPr/>
            </p:nvSpPr>
            <p:spPr>
              <a:xfrm>
                <a:off x="1298640" y="1326035"/>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40" name="object 140"/>
              <p:cNvSpPr/>
              <p:nvPr/>
            </p:nvSpPr>
            <p:spPr>
              <a:xfrm>
                <a:off x="1502144" y="1326035"/>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41" name="object 141"/>
              <p:cNvSpPr/>
              <p:nvPr/>
            </p:nvSpPr>
            <p:spPr>
              <a:xfrm>
                <a:off x="1502144" y="1326035"/>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42" name="object 142"/>
              <p:cNvSpPr/>
              <p:nvPr/>
            </p:nvSpPr>
            <p:spPr>
              <a:xfrm>
                <a:off x="1705626" y="1326035"/>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43" name="object 143"/>
              <p:cNvSpPr/>
              <p:nvPr/>
            </p:nvSpPr>
            <p:spPr>
              <a:xfrm>
                <a:off x="1705626" y="1326035"/>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44" name="object 144"/>
              <p:cNvSpPr/>
              <p:nvPr/>
            </p:nvSpPr>
            <p:spPr>
              <a:xfrm>
                <a:off x="1909113" y="1326035"/>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45" name="object 145"/>
              <p:cNvSpPr/>
              <p:nvPr/>
            </p:nvSpPr>
            <p:spPr>
              <a:xfrm>
                <a:off x="1909113" y="1326035"/>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46" name="object 146"/>
              <p:cNvSpPr/>
              <p:nvPr/>
            </p:nvSpPr>
            <p:spPr>
              <a:xfrm>
                <a:off x="2112618" y="1326035"/>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47" name="object 147"/>
              <p:cNvSpPr/>
              <p:nvPr/>
            </p:nvSpPr>
            <p:spPr>
              <a:xfrm>
                <a:off x="2112618" y="1326035"/>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48" name="object 148"/>
              <p:cNvSpPr/>
              <p:nvPr/>
            </p:nvSpPr>
            <p:spPr>
              <a:xfrm>
                <a:off x="688161" y="1529517"/>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49" name="object 149"/>
              <p:cNvSpPr/>
              <p:nvPr/>
            </p:nvSpPr>
            <p:spPr>
              <a:xfrm>
                <a:off x="688161" y="1529517"/>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50" name="object 150"/>
              <p:cNvSpPr/>
              <p:nvPr/>
            </p:nvSpPr>
            <p:spPr>
              <a:xfrm>
                <a:off x="891648" y="1529517"/>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51" name="object 151"/>
              <p:cNvSpPr/>
              <p:nvPr/>
            </p:nvSpPr>
            <p:spPr>
              <a:xfrm>
                <a:off x="891648" y="1529517"/>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52" name="object 152"/>
              <p:cNvSpPr/>
              <p:nvPr/>
            </p:nvSpPr>
            <p:spPr>
              <a:xfrm>
                <a:off x="1095153" y="1529517"/>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53" name="object 153"/>
              <p:cNvSpPr/>
              <p:nvPr/>
            </p:nvSpPr>
            <p:spPr>
              <a:xfrm>
                <a:off x="1095153" y="1529517"/>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54" name="object 154"/>
              <p:cNvSpPr/>
              <p:nvPr/>
            </p:nvSpPr>
            <p:spPr>
              <a:xfrm>
                <a:off x="1298640" y="1529517"/>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55" name="object 155"/>
              <p:cNvSpPr/>
              <p:nvPr/>
            </p:nvSpPr>
            <p:spPr>
              <a:xfrm>
                <a:off x="1298640" y="1529517"/>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56" name="object 156"/>
              <p:cNvSpPr/>
              <p:nvPr/>
            </p:nvSpPr>
            <p:spPr>
              <a:xfrm>
                <a:off x="1502144" y="1529517"/>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57" name="object 157"/>
              <p:cNvSpPr/>
              <p:nvPr/>
            </p:nvSpPr>
            <p:spPr>
              <a:xfrm>
                <a:off x="1502144" y="1529517"/>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58" name="object 158"/>
              <p:cNvSpPr/>
              <p:nvPr/>
            </p:nvSpPr>
            <p:spPr>
              <a:xfrm>
                <a:off x="1705626" y="1529517"/>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59" name="object 159"/>
              <p:cNvSpPr/>
              <p:nvPr/>
            </p:nvSpPr>
            <p:spPr>
              <a:xfrm>
                <a:off x="1705626" y="1529517"/>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60" name="object 160"/>
              <p:cNvSpPr/>
              <p:nvPr/>
            </p:nvSpPr>
            <p:spPr>
              <a:xfrm>
                <a:off x="1909113" y="1529517"/>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61" name="object 161"/>
              <p:cNvSpPr/>
              <p:nvPr/>
            </p:nvSpPr>
            <p:spPr>
              <a:xfrm>
                <a:off x="1909113" y="1529517"/>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62" name="object 162"/>
              <p:cNvSpPr/>
              <p:nvPr/>
            </p:nvSpPr>
            <p:spPr>
              <a:xfrm>
                <a:off x="2112618" y="1529517"/>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63" name="object 163"/>
              <p:cNvSpPr/>
              <p:nvPr/>
            </p:nvSpPr>
            <p:spPr>
              <a:xfrm>
                <a:off x="2112618" y="1529517"/>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64" name="object 164"/>
              <p:cNvSpPr/>
              <p:nvPr/>
            </p:nvSpPr>
            <p:spPr>
              <a:xfrm>
                <a:off x="688161" y="1733004"/>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65" name="object 165"/>
              <p:cNvSpPr/>
              <p:nvPr/>
            </p:nvSpPr>
            <p:spPr>
              <a:xfrm>
                <a:off x="688161" y="1733004"/>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66" name="object 166"/>
              <p:cNvSpPr/>
              <p:nvPr/>
            </p:nvSpPr>
            <p:spPr>
              <a:xfrm>
                <a:off x="891648" y="1733004"/>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67" name="object 167"/>
              <p:cNvSpPr/>
              <p:nvPr/>
            </p:nvSpPr>
            <p:spPr>
              <a:xfrm>
                <a:off x="891648" y="1733004"/>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68" name="object 168"/>
              <p:cNvSpPr/>
              <p:nvPr/>
            </p:nvSpPr>
            <p:spPr>
              <a:xfrm>
                <a:off x="1095153" y="1733004"/>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69" name="object 169"/>
              <p:cNvSpPr/>
              <p:nvPr/>
            </p:nvSpPr>
            <p:spPr>
              <a:xfrm>
                <a:off x="1095153" y="1733004"/>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70" name="object 170"/>
              <p:cNvSpPr/>
              <p:nvPr/>
            </p:nvSpPr>
            <p:spPr>
              <a:xfrm>
                <a:off x="1298640" y="1733004"/>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71" name="object 171"/>
              <p:cNvSpPr/>
              <p:nvPr/>
            </p:nvSpPr>
            <p:spPr>
              <a:xfrm>
                <a:off x="1298640" y="1733004"/>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72" name="object 172"/>
              <p:cNvSpPr/>
              <p:nvPr/>
            </p:nvSpPr>
            <p:spPr>
              <a:xfrm>
                <a:off x="1502144" y="1733004"/>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73" name="object 173"/>
              <p:cNvSpPr/>
              <p:nvPr/>
            </p:nvSpPr>
            <p:spPr>
              <a:xfrm>
                <a:off x="1502144" y="1733004"/>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74" name="object 174"/>
              <p:cNvSpPr/>
              <p:nvPr/>
            </p:nvSpPr>
            <p:spPr>
              <a:xfrm>
                <a:off x="1705626" y="1733004"/>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75" name="object 175"/>
              <p:cNvSpPr/>
              <p:nvPr/>
            </p:nvSpPr>
            <p:spPr>
              <a:xfrm>
                <a:off x="1705626" y="1733004"/>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76" name="object 176"/>
              <p:cNvSpPr/>
              <p:nvPr/>
            </p:nvSpPr>
            <p:spPr>
              <a:xfrm>
                <a:off x="1909113" y="1733004"/>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77" name="object 177"/>
              <p:cNvSpPr/>
              <p:nvPr/>
            </p:nvSpPr>
            <p:spPr>
              <a:xfrm>
                <a:off x="1909113" y="1733004"/>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78" name="object 178"/>
              <p:cNvSpPr/>
              <p:nvPr/>
            </p:nvSpPr>
            <p:spPr>
              <a:xfrm>
                <a:off x="2112618" y="1733004"/>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79" name="object 179"/>
              <p:cNvSpPr/>
              <p:nvPr/>
            </p:nvSpPr>
            <p:spPr>
              <a:xfrm>
                <a:off x="2112618" y="1733004"/>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80" name="object 180"/>
              <p:cNvSpPr/>
              <p:nvPr/>
            </p:nvSpPr>
            <p:spPr>
              <a:xfrm>
                <a:off x="688161" y="1936514"/>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81" name="object 181"/>
              <p:cNvSpPr/>
              <p:nvPr/>
            </p:nvSpPr>
            <p:spPr>
              <a:xfrm>
                <a:off x="688161" y="1936509"/>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82" name="object 182"/>
              <p:cNvSpPr/>
              <p:nvPr/>
            </p:nvSpPr>
            <p:spPr>
              <a:xfrm>
                <a:off x="891648" y="1936514"/>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83" name="object 183"/>
              <p:cNvSpPr/>
              <p:nvPr/>
            </p:nvSpPr>
            <p:spPr>
              <a:xfrm>
                <a:off x="891648" y="1936509"/>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84" name="object 184"/>
              <p:cNvSpPr/>
              <p:nvPr/>
            </p:nvSpPr>
            <p:spPr>
              <a:xfrm>
                <a:off x="1095153" y="1936514"/>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85" name="object 185"/>
              <p:cNvSpPr/>
              <p:nvPr/>
            </p:nvSpPr>
            <p:spPr>
              <a:xfrm>
                <a:off x="1095153" y="1936509"/>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86" name="object 186"/>
              <p:cNvSpPr/>
              <p:nvPr/>
            </p:nvSpPr>
            <p:spPr>
              <a:xfrm>
                <a:off x="1298640" y="1936514"/>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87" name="object 187"/>
              <p:cNvSpPr/>
              <p:nvPr/>
            </p:nvSpPr>
            <p:spPr>
              <a:xfrm>
                <a:off x="1298640" y="1936509"/>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88" name="object 188"/>
              <p:cNvSpPr/>
              <p:nvPr/>
            </p:nvSpPr>
            <p:spPr>
              <a:xfrm>
                <a:off x="1502144" y="1936514"/>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89" name="object 189"/>
              <p:cNvSpPr/>
              <p:nvPr/>
            </p:nvSpPr>
            <p:spPr>
              <a:xfrm>
                <a:off x="1502144" y="1936509"/>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90" name="object 190"/>
              <p:cNvSpPr/>
              <p:nvPr/>
            </p:nvSpPr>
            <p:spPr>
              <a:xfrm>
                <a:off x="1705626" y="1936514"/>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91" name="object 191"/>
              <p:cNvSpPr/>
              <p:nvPr/>
            </p:nvSpPr>
            <p:spPr>
              <a:xfrm>
                <a:off x="1705626" y="1936509"/>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93" name="object 192"/>
              <p:cNvSpPr/>
              <p:nvPr/>
            </p:nvSpPr>
            <p:spPr>
              <a:xfrm>
                <a:off x="1909113" y="1936514"/>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94" name="object 193"/>
              <p:cNvSpPr/>
              <p:nvPr/>
            </p:nvSpPr>
            <p:spPr>
              <a:xfrm>
                <a:off x="1909113" y="1936509"/>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95" name="object 194"/>
              <p:cNvSpPr/>
              <p:nvPr/>
            </p:nvSpPr>
            <p:spPr>
              <a:xfrm>
                <a:off x="2112618" y="1936514"/>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96" name="object 195"/>
              <p:cNvSpPr/>
              <p:nvPr/>
            </p:nvSpPr>
            <p:spPr>
              <a:xfrm>
                <a:off x="2112618" y="1936509"/>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97" name="object 196"/>
              <p:cNvSpPr/>
              <p:nvPr/>
            </p:nvSpPr>
            <p:spPr>
              <a:xfrm>
                <a:off x="2316107" y="512052"/>
                <a:ext cx="0" cy="1628139"/>
              </a:xfrm>
              <a:custGeom>
                <a:avLst/>
                <a:gdLst/>
                <a:ahLst/>
                <a:cxnLst/>
                <a:rect l="l" t="t" r="r" b="b"/>
                <a:pathLst>
                  <a:path h="1628139">
                    <a:moveTo>
                      <a:pt x="0" y="0"/>
                    </a:moveTo>
                    <a:lnTo>
                      <a:pt x="0" y="1627943"/>
                    </a:lnTo>
                  </a:path>
                </a:pathLst>
              </a:custGeom>
              <a:ln w="5731">
                <a:solidFill>
                  <a:srgbClr val="000000"/>
                </a:solidFill>
              </a:ln>
            </p:spPr>
            <p:txBody>
              <a:bodyPr wrap="square" lIns="0" tIns="0" rIns="0" bIns="0" rtlCol="0"/>
              <a:lstStyle/>
              <a:p>
                <a:endParaRPr sz="3804"/>
              </a:p>
            </p:txBody>
          </p:sp>
          <p:sp>
            <p:nvSpPr>
              <p:cNvPr id="198" name="object 197"/>
              <p:cNvSpPr/>
              <p:nvPr/>
            </p:nvSpPr>
            <p:spPr>
              <a:xfrm>
                <a:off x="688161" y="512052"/>
                <a:ext cx="0" cy="1628139"/>
              </a:xfrm>
              <a:custGeom>
                <a:avLst/>
                <a:gdLst/>
                <a:ahLst/>
                <a:cxnLst/>
                <a:rect l="l" t="t" r="r" b="b"/>
                <a:pathLst>
                  <a:path h="1628139">
                    <a:moveTo>
                      <a:pt x="0" y="0"/>
                    </a:moveTo>
                    <a:lnTo>
                      <a:pt x="0" y="1627943"/>
                    </a:lnTo>
                  </a:path>
                </a:pathLst>
              </a:custGeom>
              <a:ln w="5731">
                <a:solidFill>
                  <a:srgbClr val="000000"/>
                </a:solidFill>
              </a:ln>
            </p:spPr>
            <p:txBody>
              <a:bodyPr wrap="square" lIns="0" tIns="0" rIns="0" bIns="0" rtlCol="0"/>
              <a:lstStyle/>
              <a:p>
                <a:endParaRPr sz="3804"/>
              </a:p>
            </p:txBody>
          </p:sp>
          <p:sp>
            <p:nvSpPr>
              <p:cNvPr id="199" name="object 198"/>
              <p:cNvSpPr/>
              <p:nvPr/>
            </p:nvSpPr>
            <p:spPr>
              <a:xfrm>
                <a:off x="688161" y="2139997"/>
                <a:ext cx="1628139" cy="0"/>
              </a:xfrm>
              <a:custGeom>
                <a:avLst/>
                <a:gdLst/>
                <a:ahLst/>
                <a:cxnLst/>
                <a:rect l="l" t="t" r="r" b="b"/>
                <a:pathLst>
                  <a:path w="1628139">
                    <a:moveTo>
                      <a:pt x="1627943" y="0"/>
                    </a:moveTo>
                    <a:lnTo>
                      <a:pt x="0" y="0"/>
                    </a:lnTo>
                  </a:path>
                </a:pathLst>
              </a:custGeom>
              <a:ln w="5731">
                <a:solidFill>
                  <a:srgbClr val="000000"/>
                </a:solidFill>
              </a:ln>
            </p:spPr>
            <p:txBody>
              <a:bodyPr wrap="square" lIns="0" tIns="0" rIns="0" bIns="0" rtlCol="0"/>
              <a:lstStyle/>
              <a:p>
                <a:endParaRPr sz="3804"/>
              </a:p>
            </p:txBody>
          </p:sp>
          <p:sp>
            <p:nvSpPr>
              <p:cNvPr id="202" name="object 199"/>
              <p:cNvSpPr/>
              <p:nvPr/>
            </p:nvSpPr>
            <p:spPr>
              <a:xfrm>
                <a:off x="688161" y="512052"/>
                <a:ext cx="1628139" cy="0"/>
              </a:xfrm>
              <a:custGeom>
                <a:avLst/>
                <a:gdLst/>
                <a:ahLst/>
                <a:cxnLst/>
                <a:rect l="l" t="t" r="r" b="b"/>
                <a:pathLst>
                  <a:path w="1628139">
                    <a:moveTo>
                      <a:pt x="1627943" y="0"/>
                    </a:moveTo>
                    <a:lnTo>
                      <a:pt x="0" y="0"/>
                    </a:lnTo>
                  </a:path>
                </a:pathLst>
              </a:custGeom>
              <a:ln w="5731">
                <a:solidFill>
                  <a:srgbClr val="000000"/>
                </a:solidFill>
              </a:ln>
            </p:spPr>
            <p:txBody>
              <a:bodyPr wrap="square" lIns="0" tIns="0" rIns="0" bIns="0" rtlCol="0"/>
              <a:lstStyle/>
              <a:p>
                <a:endParaRPr sz="3804"/>
              </a:p>
            </p:txBody>
          </p:sp>
        </p:grpSp>
        <p:sp>
          <p:nvSpPr>
            <p:cNvPr id="200" name="object 200"/>
            <p:cNvSpPr txBox="1"/>
            <p:nvPr/>
          </p:nvSpPr>
          <p:spPr>
            <a:xfrm>
              <a:off x="929810" y="2015527"/>
              <a:ext cx="438858" cy="245348"/>
            </a:xfrm>
            <a:prstGeom prst="rect">
              <a:avLst/>
            </a:prstGeom>
          </p:spPr>
          <p:txBody>
            <a:bodyPr vert="horz" wrap="square" lIns="0" tIns="33552" rIns="0" bIns="0" rtlCol="0">
              <a:spAutoFit/>
            </a:bodyPr>
            <a:lstStyle/>
            <a:p>
              <a:pPr marL="26841">
                <a:spcBef>
                  <a:spcPts val="264"/>
                </a:spcBef>
              </a:pPr>
              <a:r>
                <a:rPr sz="1374" spc="-42" dirty="0">
                  <a:latin typeface="Arial"/>
                  <a:cs typeface="Arial"/>
                </a:rPr>
                <a:t>Start</a:t>
              </a:r>
              <a:endParaRPr sz="1374">
                <a:latin typeface="Arial"/>
                <a:cs typeface="Arial"/>
              </a:endParaRPr>
            </a:p>
          </p:txBody>
        </p:sp>
        <p:sp>
          <p:nvSpPr>
            <p:cNvPr id="201" name="object 201"/>
            <p:cNvSpPr txBox="1"/>
            <p:nvPr/>
          </p:nvSpPr>
          <p:spPr>
            <a:xfrm>
              <a:off x="4963427" y="3759795"/>
              <a:ext cx="437516" cy="245348"/>
            </a:xfrm>
            <a:prstGeom prst="rect">
              <a:avLst/>
            </a:prstGeom>
          </p:spPr>
          <p:txBody>
            <a:bodyPr vert="horz" wrap="square" lIns="0" tIns="33552" rIns="0" bIns="0" rtlCol="0">
              <a:spAutoFit/>
            </a:bodyPr>
            <a:lstStyle/>
            <a:p>
              <a:pPr marL="26841">
                <a:spcBef>
                  <a:spcPts val="264"/>
                </a:spcBef>
              </a:pPr>
              <a:r>
                <a:rPr sz="1374" spc="-42" dirty="0">
                  <a:latin typeface="Arial"/>
                  <a:cs typeface="Arial"/>
                </a:rPr>
                <a:t>Goal</a:t>
              </a:r>
              <a:endParaRPr sz="1374">
                <a:latin typeface="Arial"/>
                <a:cs typeface="Arial"/>
              </a:endParaRPr>
            </a:p>
          </p:txBody>
        </p:sp>
      </p:grpSp>
      <p:sp>
        <p:nvSpPr>
          <p:cNvPr id="203" name="object 202"/>
          <p:cNvSpPr txBox="1"/>
          <p:nvPr/>
        </p:nvSpPr>
        <p:spPr>
          <a:xfrm>
            <a:off x="186550" y="5213332"/>
            <a:ext cx="5762867" cy="636556"/>
          </a:xfrm>
          <a:prstGeom prst="rect">
            <a:avLst/>
          </a:prstGeom>
        </p:spPr>
        <p:txBody>
          <a:bodyPr vert="horz" wrap="square" lIns="0" tIns="25499" rIns="0" bIns="0" rtlCol="0">
            <a:spAutoFit/>
          </a:bodyPr>
          <a:lstStyle/>
          <a:p>
            <a:pPr marL="1342" algn="ctr">
              <a:lnSpc>
                <a:spcPts val="2536"/>
              </a:lnSpc>
              <a:spcBef>
                <a:spcPts val="201"/>
              </a:spcBef>
            </a:pPr>
            <a:r>
              <a:rPr sz="1400" dirty="0"/>
              <a:t>Maze setup</a:t>
            </a:r>
            <a:r>
              <a:rPr lang="en-US" sz="1400" dirty="0"/>
              <a:t> </a:t>
            </a:r>
            <a:br>
              <a:rPr lang="en-US" sz="1400" dirty="0"/>
            </a:br>
            <a:r>
              <a:rPr sz="1400" dirty="0"/>
              <a:t>(source: D. Silver, “Reinforcement learning”, 2015.</a:t>
            </a:r>
            <a:r>
              <a:rPr lang="en-US" sz="1400" dirty="0"/>
              <a:t> </a:t>
            </a:r>
            <a:r>
              <a:rPr sz="1400" dirty="0">
                <a:hlinkClick r:id="rId3"/>
              </a:rPr>
              <a:t>CC BY-NC 4.0</a:t>
            </a:r>
            <a:r>
              <a:rPr sz="1400" dirty="0"/>
              <a:t>)</a:t>
            </a:r>
          </a:p>
        </p:txBody>
      </p:sp>
      <mc:AlternateContent xmlns:mc="http://schemas.openxmlformats.org/markup-compatibility/2006">
        <mc:Choice xmlns:a14="http://schemas.microsoft.com/office/drawing/2010/main" Requires="a14">
          <p:sp>
            <p:nvSpPr>
              <p:cNvPr id="204" name="TextBox 203">
                <a:extLst>
                  <a:ext uri="{FF2B5EF4-FFF2-40B4-BE49-F238E27FC236}">
                    <a16:creationId xmlns:a16="http://schemas.microsoft.com/office/drawing/2014/main" id="{76E45E49-F499-3338-8F2D-7E80F4A13EF9}"/>
                  </a:ext>
                </a:extLst>
              </p:cNvPr>
              <p:cNvSpPr txBox="1"/>
              <p:nvPr/>
            </p:nvSpPr>
            <p:spPr>
              <a:xfrm>
                <a:off x="6563671" y="2339755"/>
                <a:ext cx="3417947" cy="175432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dirty="0"/>
                  <a:t>Problem statement</a:t>
                </a:r>
                <a:endParaRPr lang="en-US" dirty="0"/>
              </a:p>
              <a:p>
                <a:pPr marL="285750" indent="-285750">
                  <a:buFont typeface="Arial" panose="020B0604020202020204" pitchFamily="34" charset="0"/>
                  <a:buChar char="•"/>
                </a:pPr>
                <a:r>
                  <a:rPr lang="en-US" dirty="0"/>
                  <a:t>Reward: </a:t>
                </a:r>
                <a14:m>
                  <m:oMath xmlns:m="http://schemas.openxmlformats.org/officeDocument/2006/math">
                    <m:sSub>
                      <m:sSubPr>
                        <m:ctrlPr>
                          <a:rPr lang="en-US" b="0" i="0" dirty="0" smtClean="0">
                            <a:latin typeface="Cambria Math" panose="02040503050406030204" pitchFamily="18" charset="0"/>
                          </a:rPr>
                        </m:ctrlPr>
                      </m:sSubPr>
                      <m:e>
                        <m:r>
                          <m:rPr>
                            <m:sty m:val="p"/>
                          </m:rPr>
                          <a:rPr lang="en-US" b="0" i="0" dirty="0" smtClean="0">
                            <a:latin typeface="Cambria Math" panose="02040503050406030204" pitchFamily="18" charset="0"/>
                          </a:rPr>
                          <m:t>r</m:t>
                        </m:r>
                      </m:e>
                      <m:sub>
                        <m:r>
                          <m:rPr>
                            <m:sty m:val="p"/>
                          </m:rPr>
                          <a:rPr lang="en-US" b="0" i="0" dirty="0" smtClean="0">
                            <a:latin typeface="Cambria Math" panose="02040503050406030204" pitchFamily="18" charset="0"/>
                          </a:rPr>
                          <m:t>t</m:t>
                        </m:r>
                      </m:sub>
                    </m:sSub>
                    <m:r>
                      <a:rPr lang="en-US" i="1" dirty="0">
                        <a:latin typeface="Cambria Math" panose="02040503050406030204" pitchFamily="18" charset="0"/>
                      </a:rPr>
                      <m:t>=</m:t>
                    </m:r>
                    <m:r>
                      <a:rPr lang="en-US" b="0" i="1" dirty="0" smtClean="0">
                        <a:latin typeface="Cambria Math" panose="02040503050406030204" pitchFamily="18" charset="0"/>
                      </a:rPr>
                      <m:t>−1</m:t>
                    </m:r>
                    <m:r>
                      <a:rPr lang="en-US" i="1" dirty="0">
                        <a:latin typeface="Cambria Math" panose="02040503050406030204" pitchFamily="18" charset="0"/>
                      </a:rPr>
                      <m:t> </m:t>
                    </m:r>
                  </m:oMath>
                </a14:m>
                <a:endParaRPr lang="en-US" dirty="0"/>
              </a:p>
              <a:p>
                <a:pPr marL="285750" indent="-285750">
                  <a:buFont typeface="Arial" panose="020B0604020202020204" pitchFamily="34" charset="0"/>
                  <a:buChar char="•"/>
                </a:pPr>
                <a:r>
                  <a:rPr lang="en-US" dirty="0"/>
                  <a:t>At goal: episode termination </a:t>
                </a:r>
              </a:p>
              <a:p>
                <a:pPr marL="285750" indent="-285750">
                  <a:buFont typeface="Arial" panose="020B0604020202020204" pitchFamily="34" charset="0"/>
                  <a:buChar char="•"/>
                </a:pPr>
                <a:r>
                  <a:rPr lang="en-US" dirty="0"/>
                  <a:t>Actions: </a:t>
                </a:r>
                <a14:m>
                  <m:oMath xmlns:m="http://schemas.openxmlformats.org/officeDocument/2006/math">
                    <m:sSub>
                      <m:sSubPr>
                        <m:ctrlPr>
                          <a:rPr lang="en-US" b="0" i="0" dirty="0" smtClean="0">
                            <a:latin typeface="Cambria Math" panose="02040503050406030204" pitchFamily="18" charset="0"/>
                          </a:rPr>
                        </m:ctrlPr>
                      </m:sSubPr>
                      <m:e>
                        <m:r>
                          <m:rPr>
                            <m:sty m:val="p"/>
                          </m:rPr>
                          <a:rPr lang="en-US" dirty="0">
                            <a:latin typeface="Cambria Math" panose="02040503050406030204" pitchFamily="18" charset="0"/>
                          </a:rPr>
                          <m:t>a</m:t>
                        </m:r>
                      </m:e>
                      <m:sub>
                        <m:r>
                          <m:rPr>
                            <m:sty m:val="p"/>
                          </m:rPr>
                          <a:rPr lang="en-US" b="0" i="0" dirty="0" smtClean="0">
                            <a:latin typeface="Cambria Math" panose="02040503050406030204" pitchFamily="18" charset="0"/>
                          </a:rPr>
                          <m:t>t</m:t>
                        </m:r>
                      </m:sub>
                    </m:sSub>
                    <m:r>
                      <a:rPr lang="en-US" b="0" i="1" dirty="0" smtClean="0">
                        <a:latin typeface="Cambria Math" panose="02040503050406030204" pitchFamily="18" charset="0"/>
                      </a:rPr>
                      <m:t>∈</m:t>
                    </m:r>
                    <m:r>
                      <a:rPr lang="en-US" i="1" dirty="0">
                        <a:latin typeface="Cambria Math" panose="02040503050406030204" pitchFamily="18" charset="0"/>
                      </a:rPr>
                      <m:t> {</m:t>
                    </m:r>
                    <m:r>
                      <a:rPr lang="en-US" i="1" dirty="0">
                        <a:latin typeface="Cambria Math" panose="02040503050406030204" pitchFamily="18" charset="0"/>
                      </a:rPr>
                      <m:t>𝑁</m:t>
                    </m:r>
                    <m:r>
                      <a:rPr lang="en-US" i="1" dirty="0">
                        <a:latin typeface="Cambria Math" panose="02040503050406030204" pitchFamily="18" charset="0"/>
                      </a:rPr>
                      <m:t>,</m:t>
                    </m:r>
                    <m:r>
                      <a:rPr lang="en-US" i="1" dirty="0">
                        <a:latin typeface="Cambria Math" panose="02040503050406030204" pitchFamily="18" charset="0"/>
                      </a:rPr>
                      <m:t>𝐸</m:t>
                    </m:r>
                    <m:r>
                      <a:rPr lang="en-US" i="1" dirty="0">
                        <a:latin typeface="Cambria Math" panose="02040503050406030204" pitchFamily="18" charset="0"/>
                      </a:rPr>
                      <m:t>,</m:t>
                    </m:r>
                    <m:r>
                      <a:rPr lang="en-US" i="1" dirty="0">
                        <a:latin typeface="Cambria Math" panose="02040503050406030204" pitchFamily="18" charset="0"/>
                      </a:rPr>
                      <m:t>𝑆</m:t>
                    </m:r>
                    <m:r>
                      <a:rPr lang="en-US" i="1" dirty="0">
                        <a:latin typeface="Cambria Math" panose="02040503050406030204" pitchFamily="18" charset="0"/>
                      </a:rPr>
                      <m:t>,</m:t>
                    </m:r>
                    <m:r>
                      <a:rPr lang="en-US" i="1" dirty="0">
                        <a:latin typeface="Cambria Math" panose="02040503050406030204" pitchFamily="18" charset="0"/>
                      </a:rPr>
                      <m:t>𝑊</m:t>
                    </m:r>
                    <m:r>
                      <a:rPr lang="en-US" i="1" dirty="0">
                        <a:latin typeface="Cambria Math" panose="02040503050406030204" pitchFamily="18" charset="0"/>
                      </a:rPr>
                      <m:t>}</m:t>
                    </m:r>
                  </m:oMath>
                </a14:m>
                <a:endParaRPr lang="en-US" dirty="0"/>
              </a:p>
              <a:p>
                <a:pPr marL="285750" indent="-285750">
                  <a:buFont typeface="Arial" panose="020B0604020202020204" pitchFamily="34" charset="0"/>
                  <a:buChar char="•"/>
                </a:pPr>
                <a:r>
                  <a:rPr lang="en-US" dirty="0"/>
                  <a:t>State: agent’s location </a:t>
                </a:r>
              </a:p>
              <a:p>
                <a:pPr marL="285750" indent="-285750">
                  <a:buFont typeface="Arial" panose="020B0604020202020204" pitchFamily="34" charset="0"/>
                  <a:buChar char="•"/>
                </a:pPr>
                <a:r>
                  <a:rPr lang="en-US" dirty="0"/>
                  <a:t>Deterministic problem</a:t>
                </a:r>
              </a:p>
            </p:txBody>
          </p:sp>
        </mc:Choice>
        <mc:Fallback>
          <p:sp>
            <p:nvSpPr>
              <p:cNvPr id="204" name="TextBox 203">
                <a:extLst>
                  <a:ext uri="{FF2B5EF4-FFF2-40B4-BE49-F238E27FC236}">
                    <a16:creationId xmlns:a16="http://schemas.microsoft.com/office/drawing/2014/main" id="{76E45E49-F499-3338-8F2D-7E80F4A13EF9}"/>
                  </a:ext>
                </a:extLst>
              </p:cNvPr>
              <p:cNvSpPr txBox="1">
                <a:spLocks noRot="1" noChangeAspect="1" noMove="1" noResize="1" noEditPoints="1" noAdjustHandles="1" noChangeArrowheads="1" noChangeShapeType="1" noTextEdit="1"/>
              </p:cNvSpPr>
              <p:nvPr/>
            </p:nvSpPr>
            <p:spPr>
              <a:xfrm>
                <a:off x="6563671" y="2339755"/>
                <a:ext cx="3417947" cy="1754326"/>
              </a:xfrm>
              <a:prstGeom prst="rect">
                <a:avLst/>
              </a:prstGeom>
              <a:blipFill>
                <a:blip r:embed="rId4"/>
                <a:stretch>
                  <a:fillRect l="-1421" t="-1375" b="-4124"/>
                </a:stretch>
              </a:blipFill>
            </p:spPr>
            <p:txBody>
              <a:bodyPr/>
              <a:lstStyle/>
              <a:p>
                <a:r>
                  <a:rPr lang="en-US">
                    <a:noFill/>
                  </a:rPr>
                  <a:t> </a:t>
                </a:r>
              </a:p>
            </p:txBody>
          </p:sp>
        </mc:Fallback>
      </mc:AlternateContent>
    </p:spTree>
    <p:extLst>
      <p:ext uri="{BB962C8B-B14F-4D97-AF65-F5344CB8AC3E}">
        <p14:creationId xmlns:p14="http://schemas.microsoft.com/office/powerpoint/2010/main" val="5905253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0916B-6664-5C99-1393-7B194317C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553AE6-D82C-D537-DF93-EF4BC89CA119}"/>
              </a:ext>
            </a:extLst>
          </p:cNvPr>
          <p:cNvSpPr>
            <a:spLocks noGrp="1"/>
          </p:cNvSpPr>
          <p:nvPr>
            <p:ph type="title"/>
          </p:nvPr>
        </p:nvSpPr>
        <p:spPr/>
        <p:txBody>
          <a:bodyPr/>
          <a:lstStyle/>
          <a:p>
            <a:r>
              <a:rPr lang="en-US" dirty="0"/>
              <a:t>Maze example: RL-solution by policy</a:t>
            </a:r>
          </a:p>
        </p:txBody>
      </p:sp>
      <mc:AlternateContent xmlns:mc="http://schemas.openxmlformats.org/markup-compatibility/2006">
        <mc:Choice xmlns:a14="http://schemas.microsoft.com/office/drawing/2010/main" Requires="a14">
          <p:sp>
            <p:nvSpPr>
              <p:cNvPr id="203" name="object 202">
                <a:extLst>
                  <a:ext uri="{FF2B5EF4-FFF2-40B4-BE49-F238E27FC236}">
                    <a16:creationId xmlns:a16="http://schemas.microsoft.com/office/drawing/2014/main" id="{D7BEBECD-1437-5A10-750F-1094B32B3358}"/>
                  </a:ext>
                </a:extLst>
              </p:cNvPr>
              <p:cNvSpPr txBox="1"/>
              <p:nvPr/>
            </p:nvSpPr>
            <p:spPr>
              <a:xfrm>
                <a:off x="186550" y="5213332"/>
                <a:ext cx="5762867" cy="636556"/>
              </a:xfrm>
              <a:prstGeom prst="rect">
                <a:avLst/>
              </a:prstGeom>
            </p:spPr>
            <p:txBody>
              <a:bodyPr vert="horz" wrap="square" lIns="0" tIns="25499" rIns="0" bIns="0" rtlCol="0">
                <a:spAutoFit/>
              </a:bodyPr>
              <a:lstStyle/>
              <a:p>
                <a:pPr marL="1342" algn="ctr">
                  <a:lnSpc>
                    <a:spcPts val="2536"/>
                  </a:lnSpc>
                  <a:spcBef>
                    <a:spcPts val="201"/>
                  </a:spcBef>
                </a:pPr>
                <a:r>
                  <a:rPr lang="en-US" sz="1400" dirty="0"/>
                  <a:t>Maze setup: Arrows represent policy </a:t>
                </a:r>
                <a14:m>
                  <m:oMath xmlns:m="http://schemas.openxmlformats.org/officeDocument/2006/math">
                    <m:r>
                      <a:rPr lang="en-US" sz="1400" b="0" i="1" smtClean="0">
                        <a:latin typeface="Cambria Math" panose="02040503050406030204" pitchFamily="18" charset="0"/>
                      </a:rPr>
                      <m:t>𝜋</m:t>
                    </m:r>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𝑡</m:t>
                        </m:r>
                      </m:sub>
                    </m:sSub>
                    <m:r>
                      <a:rPr lang="en-US" sz="1400" b="0" i="1" smtClean="0">
                        <a:latin typeface="Cambria Math" panose="02040503050406030204" pitchFamily="18" charset="0"/>
                      </a:rPr>
                      <m:t>)</m:t>
                    </m:r>
                  </m:oMath>
                </a14:m>
                <a:br>
                  <a:rPr lang="en-US" sz="1400" dirty="0"/>
                </a:br>
                <a:r>
                  <a:rPr lang="en-US" sz="1400" dirty="0"/>
                  <a:t>(source: D. Silver, “Reinforcement learning”, 2015. </a:t>
                </a:r>
                <a:r>
                  <a:rPr lang="en-US" sz="1400" dirty="0">
                    <a:hlinkClick r:id="rId2"/>
                  </a:rPr>
                  <a:t>CC BY-NC 4.0</a:t>
                </a:r>
                <a:r>
                  <a:rPr lang="en-US" sz="1400" dirty="0"/>
                  <a:t>)</a:t>
                </a:r>
                <a:endParaRPr sz="1400" dirty="0"/>
              </a:p>
            </p:txBody>
          </p:sp>
        </mc:Choice>
        <mc:Fallback>
          <p:sp>
            <p:nvSpPr>
              <p:cNvPr id="203" name="object 202">
                <a:extLst>
                  <a:ext uri="{FF2B5EF4-FFF2-40B4-BE49-F238E27FC236}">
                    <a16:creationId xmlns:a16="http://schemas.microsoft.com/office/drawing/2014/main" id="{D7BEBECD-1437-5A10-750F-1094B32B3358}"/>
                  </a:ext>
                </a:extLst>
              </p:cNvPr>
              <p:cNvSpPr txBox="1">
                <a:spLocks noRot="1" noChangeAspect="1" noMove="1" noResize="1" noEditPoints="1" noAdjustHandles="1" noChangeArrowheads="1" noChangeShapeType="1" noTextEdit="1"/>
              </p:cNvSpPr>
              <p:nvPr/>
            </p:nvSpPr>
            <p:spPr>
              <a:xfrm>
                <a:off x="186550" y="5213332"/>
                <a:ext cx="5762867" cy="636556"/>
              </a:xfrm>
              <a:prstGeom prst="rect">
                <a:avLst/>
              </a:prstGeom>
              <a:blipFill>
                <a:blip r:embed="rId3"/>
                <a:stretch>
                  <a:fillRect b="-15238"/>
                </a:stretch>
              </a:blipFill>
            </p:spPr>
            <p:txBody>
              <a:bodyPr/>
              <a:lstStyle/>
              <a:p>
                <a:r>
                  <a:rPr lang="en-US">
                    <a:noFill/>
                  </a:rPr>
                  <a:t> </a:t>
                </a:r>
              </a:p>
            </p:txBody>
          </p:sp>
        </mc:Fallback>
      </mc:AlternateContent>
      <p:sp>
        <p:nvSpPr>
          <p:cNvPr id="204" name="TextBox 203">
            <a:extLst>
              <a:ext uri="{FF2B5EF4-FFF2-40B4-BE49-F238E27FC236}">
                <a16:creationId xmlns:a16="http://schemas.microsoft.com/office/drawing/2014/main" id="{FDC2C541-8587-8EA0-7F76-8ADAC9BF87BF}"/>
              </a:ext>
            </a:extLst>
          </p:cNvPr>
          <p:cNvSpPr txBox="1"/>
          <p:nvPr/>
        </p:nvSpPr>
        <p:spPr>
          <a:xfrm>
            <a:off x="6563671" y="2339755"/>
            <a:ext cx="3417947" cy="147732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dirty="0"/>
              <a:t>Key characteristics</a:t>
            </a:r>
          </a:p>
          <a:p>
            <a:pPr marL="285750" indent="-285750">
              <a:buFont typeface="Arial" panose="020B0604020202020204" pitchFamily="34" charset="0"/>
              <a:buChar char="•"/>
            </a:pPr>
            <a:r>
              <a:rPr lang="en-US" dirty="0"/>
              <a:t>For any state there is a direct action command.</a:t>
            </a:r>
          </a:p>
          <a:p>
            <a:pPr marL="285750" indent="-285750">
              <a:buFont typeface="Arial" panose="020B0604020202020204" pitchFamily="34" charset="0"/>
              <a:buChar char="•"/>
            </a:pPr>
            <a:r>
              <a:rPr lang="en-US" dirty="0"/>
              <a:t>The policy is explicitly available.</a:t>
            </a:r>
          </a:p>
        </p:txBody>
      </p:sp>
      <p:grpSp>
        <p:nvGrpSpPr>
          <p:cNvPr id="208" name="Group 207">
            <a:extLst>
              <a:ext uri="{FF2B5EF4-FFF2-40B4-BE49-F238E27FC236}">
                <a16:creationId xmlns:a16="http://schemas.microsoft.com/office/drawing/2014/main" id="{E6C4CB70-1B0F-BA93-F23B-A690CE1E6455}"/>
              </a:ext>
            </a:extLst>
          </p:cNvPr>
          <p:cNvGrpSpPr/>
          <p:nvPr/>
        </p:nvGrpSpPr>
        <p:grpSpPr>
          <a:xfrm>
            <a:off x="994719" y="1593713"/>
            <a:ext cx="4527857" cy="3670573"/>
            <a:chOff x="1155262" y="1112260"/>
            <a:chExt cx="4527857" cy="3670573"/>
          </a:xfrm>
        </p:grpSpPr>
        <p:grpSp>
          <p:nvGrpSpPr>
            <p:cNvPr id="210" name="object 3">
              <a:extLst>
                <a:ext uri="{FF2B5EF4-FFF2-40B4-BE49-F238E27FC236}">
                  <a16:creationId xmlns:a16="http://schemas.microsoft.com/office/drawing/2014/main" id="{A833FA89-8CA3-3603-6EC6-7ECDEC51387A}"/>
                </a:ext>
              </a:extLst>
            </p:cNvPr>
            <p:cNvGrpSpPr/>
            <p:nvPr/>
          </p:nvGrpSpPr>
          <p:grpSpPr>
            <a:xfrm>
              <a:off x="1554304" y="1112260"/>
              <a:ext cx="3760492" cy="3670573"/>
              <a:chOff x="734005" y="526263"/>
              <a:chExt cx="1779270" cy="1736725"/>
            </a:xfrm>
          </p:grpSpPr>
          <p:pic>
            <p:nvPicPr>
              <p:cNvPr id="295" name="object 4">
                <a:extLst>
                  <a:ext uri="{FF2B5EF4-FFF2-40B4-BE49-F238E27FC236}">
                    <a16:creationId xmlns:a16="http://schemas.microsoft.com/office/drawing/2014/main" id="{59DDBBBF-919C-2637-13C0-3F1AD87F8BB4}"/>
                  </a:ext>
                </a:extLst>
              </p:cNvPr>
              <p:cNvPicPr/>
              <p:nvPr/>
            </p:nvPicPr>
            <p:blipFill>
              <a:blip r:embed="rId4" cstate="print"/>
              <a:stretch>
                <a:fillRect/>
              </a:stretch>
            </p:blipFill>
            <p:spPr>
              <a:xfrm>
                <a:off x="734005" y="526263"/>
                <a:ext cx="336643" cy="335916"/>
              </a:xfrm>
              <a:prstGeom prst="rect">
                <a:avLst/>
              </a:prstGeom>
            </p:spPr>
          </p:pic>
          <p:pic>
            <p:nvPicPr>
              <p:cNvPr id="296" name="object 5">
                <a:extLst>
                  <a:ext uri="{FF2B5EF4-FFF2-40B4-BE49-F238E27FC236}">
                    <a16:creationId xmlns:a16="http://schemas.microsoft.com/office/drawing/2014/main" id="{1310C18A-E79A-CCE6-47DA-4007E027DCAA}"/>
                  </a:ext>
                </a:extLst>
              </p:cNvPr>
              <p:cNvPicPr/>
              <p:nvPr/>
            </p:nvPicPr>
            <p:blipFill>
              <a:blip r:embed="rId4" cstate="print"/>
              <a:stretch>
                <a:fillRect/>
              </a:stretch>
            </p:blipFill>
            <p:spPr>
              <a:xfrm>
                <a:off x="940081" y="526263"/>
                <a:ext cx="336643" cy="335916"/>
              </a:xfrm>
              <a:prstGeom prst="rect">
                <a:avLst/>
              </a:prstGeom>
            </p:spPr>
          </p:pic>
          <p:pic>
            <p:nvPicPr>
              <p:cNvPr id="297" name="object 6">
                <a:extLst>
                  <a:ext uri="{FF2B5EF4-FFF2-40B4-BE49-F238E27FC236}">
                    <a16:creationId xmlns:a16="http://schemas.microsoft.com/office/drawing/2014/main" id="{C8373C16-EFF2-53D6-BF33-20790329B288}"/>
                  </a:ext>
                </a:extLst>
              </p:cNvPr>
              <p:cNvPicPr/>
              <p:nvPr/>
            </p:nvPicPr>
            <p:blipFill>
              <a:blip r:embed="rId4" cstate="print"/>
              <a:stretch>
                <a:fillRect/>
              </a:stretch>
            </p:blipFill>
            <p:spPr>
              <a:xfrm>
                <a:off x="1146178" y="526263"/>
                <a:ext cx="336643" cy="335916"/>
              </a:xfrm>
              <a:prstGeom prst="rect">
                <a:avLst/>
              </a:prstGeom>
            </p:spPr>
          </p:pic>
          <p:pic>
            <p:nvPicPr>
              <p:cNvPr id="298" name="object 7">
                <a:extLst>
                  <a:ext uri="{FF2B5EF4-FFF2-40B4-BE49-F238E27FC236}">
                    <a16:creationId xmlns:a16="http://schemas.microsoft.com/office/drawing/2014/main" id="{A7D38ADD-68C9-CD9D-680F-7D23221439FA}"/>
                  </a:ext>
                </a:extLst>
              </p:cNvPr>
              <p:cNvPicPr/>
              <p:nvPr/>
            </p:nvPicPr>
            <p:blipFill>
              <a:blip r:embed="rId4" cstate="print"/>
              <a:stretch>
                <a:fillRect/>
              </a:stretch>
            </p:blipFill>
            <p:spPr>
              <a:xfrm>
                <a:off x="1352253" y="526263"/>
                <a:ext cx="336643" cy="335916"/>
              </a:xfrm>
              <a:prstGeom prst="rect">
                <a:avLst/>
              </a:prstGeom>
            </p:spPr>
          </p:pic>
          <p:pic>
            <p:nvPicPr>
              <p:cNvPr id="299" name="object 8">
                <a:extLst>
                  <a:ext uri="{FF2B5EF4-FFF2-40B4-BE49-F238E27FC236}">
                    <a16:creationId xmlns:a16="http://schemas.microsoft.com/office/drawing/2014/main" id="{E47EF0E1-612E-078D-C373-86E9D5627F94}"/>
                  </a:ext>
                </a:extLst>
              </p:cNvPr>
              <p:cNvPicPr/>
              <p:nvPr/>
            </p:nvPicPr>
            <p:blipFill>
              <a:blip r:embed="rId4" cstate="print"/>
              <a:stretch>
                <a:fillRect/>
              </a:stretch>
            </p:blipFill>
            <p:spPr>
              <a:xfrm>
                <a:off x="1558351" y="526263"/>
                <a:ext cx="336643" cy="335916"/>
              </a:xfrm>
              <a:prstGeom prst="rect">
                <a:avLst/>
              </a:prstGeom>
            </p:spPr>
          </p:pic>
          <p:pic>
            <p:nvPicPr>
              <p:cNvPr id="300" name="object 9">
                <a:extLst>
                  <a:ext uri="{FF2B5EF4-FFF2-40B4-BE49-F238E27FC236}">
                    <a16:creationId xmlns:a16="http://schemas.microsoft.com/office/drawing/2014/main" id="{1EB75BA2-E503-83B4-6C14-9CC3DF92A13C}"/>
                  </a:ext>
                </a:extLst>
              </p:cNvPr>
              <p:cNvPicPr/>
              <p:nvPr/>
            </p:nvPicPr>
            <p:blipFill>
              <a:blip r:embed="rId4" cstate="print"/>
              <a:stretch>
                <a:fillRect/>
              </a:stretch>
            </p:blipFill>
            <p:spPr>
              <a:xfrm>
                <a:off x="1764426" y="526263"/>
                <a:ext cx="336643" cy="335916"/>
              </a:xfrm>
              <a:prstGeom prst="rect">
                <a:avLst/>
              </a:prstGeom>
            </p:spPr>
          </p:pic>
          <p:pic>
            <p:nvPicPr>
              <p:cNvPr id="301" name="object 10">
                <a:extLst>
                  <a:ext uri="{FF2B5EF4-FFF2-40B4-BE49-F238E27FC236}">
                    <a16:creationId xmlns:a16="http://schemas.microsoft.com/office/drawing/2014/main" id="{8A873B18-AD30-4D58-4156-04B85FCD3A54}"/>
                  </a:ext>
                </a:extLst>
              </p:cNvPr>
              <p:cNvPicPr/>
              <p:nvPr/>
            </p:nvPicPr>
            <p:blipFill>
              <a:blip r:embed="rId4" cstate="print"/>
              <a:stretch>
                <a:fillRect/>
              </a:stretch>
            </p:blipFill>
            <p:spPr>
              <a:xfrm>
                <a:off x="1970502" y="526263"/>
                <a:ext cx="336643" cy="335916"/>
              </a:xfrm>
              <a:prstGeom prst="rect">
                <a:avLst/>
              </a:prstGeom>
            </p:spPr>
          </p:pic>
          <p:pic>
            <p:nvPicPr>
              <p:cNvPr id="302" name="object 11">
                <a:extLst>
                  <a:ext uri="{FF2B5EF4-FFF2-40B4-BE49-F238E27FC236}">
                    <a16:creationId xmlns:a16="http://schemas.microsoft.com/office/drawing/2014/main" id="{0578E3D2-2EFC-895D-1FE3-105AF23A097C}"/>
                  </a:ext>
                </a:extLst>
              </p:cNvPr>
              <p:cNvPicPr/>
              <p:nvPr/>
            </p:nvPicPr>
            <p:blipFill>
              <a:blip r:embed="rId4" cstate="print"/>
              <a:stretch>
                <a:fillRect/>
              </a:stretch>
            </p:blipFill>
            <p:spPr>
              <a:xfrm>
                <a:off x="2176600" y="526263"/>
                <a:ext cx="336643" cy="335916"/>
              </a:xfrm>
              <a:prstGeom prst="rect">
                <a:avLst/>
              </a:prstGeom>
            </p:spPr>
          </p:pic>
          <p:pic>
            <p:nvPicPr>
              <p:cNvPr id="303" name="object 12">
                <a:extLst>
                  <a:ext uri="{FF2B5EF4-FFF2-40B4-BE49-F238E27FC236}">
                    <a16:creationId xmlns:a16="http://schemas.microsoft.com/office/drawing/2014/main" id="{8EE8BD6E-65DD-5158-7164-03717BC3C66F}"/>
                  </a:ext>
                </a:extLst>
              </p:cNvPr>
              <p:cNvPicPr/>
              <p:nvPr/>
            </p:nvPicPr>
            <p:blipFill>
              <a:blip r:embed="rId4" cstate="print"/>
              <a:stretch>
                <a:fillRect/>
              </a:stretch>
            </p:blipFill>
            <p:spPr>
              <a:xfrm>
                <a:off x="734005" y="731611"/>
                <a:ext cx="336643" cy="336643"/>
              </a:xfrm>
              <a:prstGeom prst="rect">
                <a:avLst/>
              </a:prstGeom>
            </p:spPr>
          </p:pic>
          <p:pic>
            <p:nvPicPr>
              <p:cNvPr id="304" name="object 13">
                <a:extLst>
                  <a:ext uri="{FF2B5EF4-FFF2-40B4-BE49-F238E27FC236}">
                    <a16:creationId xmlns:a16="http://schemas.microsoft.com/office/drawing/2014/main" id="{7CD77867-FA5B-206D-C8B2-548F04BC1C5D}"/>
                  </a:ext>
                </a:extLst>
              </p:cNvPr>
              <p:cNvPicPr/>
              <p:nvPr/>
            </p:nvPicPr>
            <p:blipFill>
              <a:blip r:embed="rId4" cstate="print"/>
              <a:stretch>
                <a:fillRect/>
              </a:stretch>
            </p:blipFill>
            <p:spPr>
              <a:xfrm>
                <a:off x="940081" y="731611"/>
                <a:ext cx="336643" cy="336643"/>
              </a:xfrm>
              <a:prstGeom prst="rect">
                <a:avLst/>
              </a:prstGeom>
            </p:spPr>
          </p:pic>
          <p:pic>
            <p:nvPicPr>
              <p:cNvPr id="305" name="object 14">
                <a:extLst>
                  <a:ext uri="{FF2B5EF4-FFF2-40B4-BE49-F238E27FC236}">
                    <a16:creationId xmlns:a16="http://schemas.microsoft.com/office/drawing/2014/main" id="{DB41E9F8-F455-44EF-A727-A81AFFD31DCF}"/>
                  </a:ext>
                </a:extLst>
              </p:cNvPr>
              <p:cNvPicPr/>
              <p:nvPr/>
            </p:nvPicPr>
            <p:blipFill>
              <a:blip r:embed="rId4" cstate="print"/>
              <a:stretch>
                <a:fillRect/>
              </a:stretch>
            </p:blipFill>
            <p:spPr>
              <a:xfrm>
                <a:off x="1146178" y="731611"/>
                <a:ext cx="336643" cy="336643"/>
              </a:xfrm>
              <a:prstGeom prst="rect">
                <a:avLst/>
              </a:prstGeom>
            </p:spPr>
          </p:pic>
          <p:pic>
            <p:nvPicPr>
              <p:cNvPr id="306" name="object 15">
                <a:extLst>
                  <a:ext uri="{FF2B5EF4-FFF2-40B4-BE49-F238E27FC236}">
                    <a16:creationId xmlns:a16="http://schemas.microsoft.com/office/drawing/2014/main" id="{4C64D3E5-0E33-37EE-1C33-256844418951}"/>
                  </a:ext>
                </a:extLst>
              </p:cNvPr>
              <p:cNvPicPr/>
              <p:nvPr/>
            </p:nvPicPr>
            <p:blipFill>
              <a:blip r:embed="rId4" cstate="print"/>
              <a:stretch>
                <a:fillRect/>
              </a:stretch>
            </p:blipFill>
            <p:spPr>
              <a:xfrm>
                <a:off x="1352253" y="731611"/>
                <a:ext cx="336643" cy="336643"/>
              </a:xfrm>
              <a:prstGeom prst="rect">
                <a:avLst/>
              </a:prstGeom>
            </p:spPr>
          </p:pic>
          <p:pic>
            <p:nvPicPr>
              <p:cNvPr id="307" name="object 16">
                <a:extLst>
                  <a:ext uri="{FF2B5EF4-FFF2-40B4-BE49-F238E27FC236}">
                    <a16:creationId xmlns:a16="http://schemas.microsoft.com/office/drawing/2014/main" id="{419D42B3-6751-D0AC-C923-9731090AB9AC}"/>
                  </a:ext>
                </a:extLst>
              </p:cNvPr>
              <p:cNvPicPr/>
              <p:nvPr/>
            </p:nvPicPr>
            <p:blipFill>
              <a:blip r:embed="rId4" cstate="print"/>
              <a:stretch>
                <a:fillRect/>
              </a:stretch>
            </p:blipFill>
            <p:spPr>
              <a:xfrm>
                <a:off x="1558351" y="731611"/>
                <a:ext cx="336643" cy="336643"/>
              </a:xfrm>
              <a:prstGeom prst="rect">
                <a:avLst/>
              </a:prstGeom>
            </p:spPr>
          </p:pic>
          <p:pic>
            <p:nvPicPr>
              <p:cNvPr id="308" name="object 17">
                <a:extLst>
                  <a:ext uri="{FF2B5EF4-FFF2-40B4-BE49-F238E27FC236}">
                    <a16:creationId xmlns:a16="http://schemas.microsoft.com/office/drawing/2014/main" id="{331AD770-DCED-6DB9-6C54-B872EFC7B664}"/>
                  </a:ext>
                </a:extLst>
              </p:cNvPr>
              <p:cNvPicPr/>
              <p:nvPr/>
            </p:nvPicPr>
            <p:blipFill>
              <a:blip r:embed="rId4" cstate="print"/>
              <a:stretch>
                <a:fillRect/>
              </a:stretch>
            </p:blipFill>
            <p:spPr>
              <a:xfrm>
                <a:off x="1764426" y="731611"/>
                <a:ext cx="336643" cy="336643"/>
              </a:xfrm>
              <a:prstGeom prst="rect">
                <a:avLst/>
              </a:prstGeom>
            </p:spPr>
          </p:pic>
          <p:pic>
            <p:nvPicPr>
              <p:cNvPr id="309" name="object 18">
                <a:extLst>
                  <a:ext uri="{FF2B5EF4-FFF2-40B4-BE49-F238E27FC236}">
                    <a16:creationId xmlns:a16="http://schemas.microsoft.com/office/drawing/2014/main" id="{72917539-65F6-E24E-B60C-B6F6121C1558}"/>
                  </a:ext>
                </a:extLst>
              </p:cNvPr>
              <p:cNvPicPr/>
              <p:nvPr/>
            </p:nvPicPr>
            <p:blipFill>
              <a:blip r:embed="rId4" cstate="print"/>
              <a:stretch>
                <a:fillRect/>
              </a:stretch>
            </p:blipFill>
            <p:spPr>
              <a:xfrm>
                <a:off x="1970502" y="731611"/>
                <a:ext cx="336643" cy="336643"/>
              </a:xfrm>
              <a:prstGeom prst="rect">
                <a:avLst/>
              </a:prstGeom>
            </p:spPr>
          </p:pic>
          <p:pic>
            <p:nvPicPr>
              <p:cNvPr id="310" name="object 19">
                <a:extLst>
                  <a:ext uri="{FF2B5EF4-FFF2-40B4-BE49-F238E27FC236}">
                    <a16:creationId xmlns:a16="http://schemas.microsoft.com/office/drawing/2014/main" id="{75643E79-8158-9830-3CA3-6AEF6CD0D760}"/>
                  </a:ext>
                </a:extLst>
              </p:cNvPr>
              <p:cNvPicPr/>
              <p:nvPr/>
            </p:nvPicPr>
            <p:blipFill>
              <a:blip r:embed="rId4" cstate="print"/>
              <a:stretch>
                <a:fillRect/>
              </a:stretch>
            </p:blipFill>
            <p:spPr>
              <a:xfrm>
                <a:off x="2176600" y="731611"/>
                <a:ext cx="336643" cy="336643"/>
              </a:xfrm>
              <a:prstGeom prst="rect">
                <a:avLst/>
              </a:prstGeom>
            </p:spPr>
          </p:pic>
          <p:pic>
            <p:nvPicPr>
              <p:cNvPr id="311" name="object 20">
                <a:extLst>
                  <a:ext uri="{FF2B5EF4-FFF2-40B4-BE49-F238E27FC236}">
                    <a16:creationId xmlns:a16="http://schemas.microsoft.com/office/drawing/2014/main" id="{AF02F15C-D09A-9454-EF18-4CE789A92145}"/>
                  </a:ext>
                </a:extLst>
              </p:cNvPr>
              <p:cNvPicPr/>
              <p:nvPr/>
            </p:nvPicPr>
            <p:blipFill>
              <a:blip r:embed="rId4" cstate="print"/>
              <a:stretch>
                <a:fillRect/>
              </a:stretch>
            </p:blipFill>
            <p:spPr>
              <a:xfrm>
                <a:off x="734005" y="937709"/>
                <a:ext cx="336643" cy="336643"/>
              </a:xfrm>
              <a:prstGeom prst="rect">
                <a:avLst/>
              </a:prstGeom>
            </p:spPr>
          </p:pic>
          <p:pic>
            <p:nvPicPr>
              <p:cNvPr id="312" name="object 21">
                <a:extLst>
                  <a:ext uri="{FF2B5EF4-FFF2-40B4-BE49-F238E27FC236}">
                    <a16:creationId xmlns:a16="http://schemas.microsoft.com/office/drawing/2014/main" id="{AB92BD87-2BFF-AE41-C855-A2DE05A1989C}"/>
                  </a:ext>
                </a:extLst>
              </p:cNvPr>
              <p:cNvPicPr/>
              <p:nvPr/>
            </p:nvPicPr>
            <p:blipFill>
              <a:blip r:embed="rId4" cstate="print"/>
              <a:stretch>
                <a:fillRect/>
              </a:stretch>
            </p:blipFill>
            <p:spPr>
              <a:xfrm>
                <a:off x="940081" y="937709"/>
                <a:ext cx="336643" cy="336643"/>
              </a:xfrm>
              <a:prstGeom prst="rect">
                <a:avLst/>
              </a:prstGeom>
            </p:spPr>
          </p:pic>
          <p:pic>
            <p:nvPicPr>
              <p:cNvPr id="313" name="object 22">
                <a:extLst>
                  <a:ext uri="{FF2B5EF4-FFF2-40B4-BE49-F238E27FC236}">
                    <a16:creationId xmlns:a16="http://schemas.microsoft.com/office/drawing/2014/main" id="{B282072F-F8F1-3469-2A49-4CB9509E5EB9}"/>
                  </a:ext>
                </a:extLst>
              </p:cNvPr>
              <p:cNvPicPr/>
              <p:nvPr/>
            </p:nvPicPr>
            <p:blipFill>
              <a:blip r:embed="rId4" cstate="print"/>
              <a:stretch>
                <a:fillRect/>
              </a:stretch>
            </p:blipFill>
            <p:spPr>
              <a:xfrm>
                <a:off x="1146178" y="937709"/>
                <a:ext cx="336643" cy="336643"/>
              </a:xfrm>
              <a:prstGeom prst="rect">
                <a:avLst/>
              </a:prstGeom>
            </p:spPr>
          </p:pic>
          <p:pic>
            <p:nvPicPr>
              <p:cNvPr id="314" name="object 23">
                <a:extLst>
                  <a:ext uri="{FF2B5EF4-FFF2-40B4-BE49-F238E27FC236}">
                    <a16:creationId xmlns:a16="http://schemas.microsoft.com/office/drawing/2014/main" id="{DAAC17FA-6FCE-B8BD-BC31-CB5367683D3E}"/>
                  </a:ext>
                </a:extLst>
              </p:cNvPr>
              <p:cNvPicPr/>
              <p:nvPr/>
            </p:nvPicPr>
            <p:blipFill>
              <a:blip r:embed="rId4" cstate="print"/>
              <a:stretch>
                <a:fillRect/>
              </a:stretch>
            </p:blipFill>
            <p:spPr>
              <a:xfrm>
                <a:off x="1352253" y="937709"/>
                <a:ext cx="336643" cy="336643"/>
              </a:xfrm>
              <a:prstGeom prst="rect">
                <a:avLst/>
              </a:prstGeom>
            </p:spPr>
          </p:pic>
          <p:pic>
            <p:nvPicPr>
              <p:cNvPr id="315" name="object 24">
                <a:extLst>
                  <a:ext uri="{FF2B5EF4-FFF2-40B4-BE49-F238E27FC236}">
                    <a16:creationId xmlns:a16="http://schemas.microsoft.com/office/drawing/2014/main" id="{45D2AB58-5649-F421-3096-7F2D0F2DC92B}"/>
                  </a:ext>
                </a:extLst>
              </p:cNvPr>
              <p:cNvPicPr/>
              <p:nvPr/>
            </p:nvPicPr>
            <p:blipFill>
              <a:blip r:embed="rId4" cstate="print"/>
              <a:stretch>
                <a:fillRect/>
              </a:stretch>
            </p:blipFill>
            <p:spPr>
              <a:xfrm>
                <a:off x="1558351" y="937709"/>
                <a:ext cx="336643" cy="336643"/>
              </a:xfrm>
              <a:prstGeom prst="rect">
                <a:avLst/>
              </a:prstGeom>
            </p:spPr>
          </p:pic>
          <p:pic>
            <p:nvPicPr>
              <p:cNvPr id="316" name="object 25">
                <a:extLst>
                  <a:ext uri="{FF2B5EF4-FFF2-40B4-BE49-F238E27FC236}">
                    <a16:creationId xmlns:a16="http://schemas.microsoft.com/office/drawing/2014/main" id="{6C933910-BB4C-5B05-B97A-39E577498EA9}"/>
                  </a:ext>
                </a:extLst>
              </p:cNvPr>
              <p:cNvPicPr/>
              <p:nvPr/>
            </p:nvPicPr>
            <p:blipFill>
              <a:blip r:embed="rId4" cstate="print"/>
              <a:stretch>
                <a:fillRect/>
              </a:stretch>
            </p:blipFill>
            <p:spPr>
              <a:xfrm>
                <a:off x="1764426" y="937709"/>
                <a:ext cx="336643" cy="336643"/>
              </a:xfrm>
              <a:prstGeom prst="rect">
                <a:avLst/>
              </a:prstGeom>
            </p:spPr>
          </p:pic>
          <p:pic>
            <p:nvPicPr>
              <p:cNvPr id="317" name="object 26">
                <a:extLst>
                  <a:ext uri="{FF2B5EF4-FFF2-40B4-BE49-F238E27FC236}">
                    <a16:creationId xmlns:a16="http://schemas.microsoft.com/office/drawing/2014/main" id="{87A9BFA9-F311-F80A-0CB7-73D1AF67313E}"/>
                  </a:ext>
                </a:extLst>
              </p:cNvPr>
              <p:cNvPicPr/>
              <p:nvPr/>
            </p:nvPicPr>
            <p:blipFill>
              <a:blip r:embed="rId4" cstate="print"/>
              <a:stretch>
                <a:fillRect/>
              </a:stretch>
            </p:blipFill>
            <p:spPr>
              <a:xfrm>
                <a:off x="1970502" y="937709"/>
                <a:ext cx="336643" cy="336643"/>
              </a:xfrm>
              <a:prstGeom prst="rect">
                <a:avLst/>
              </a:prstGeom>
            </p:spPr>
          </p:pic>
          <p:pic>
            <p:nvPicPr>
              <p:cNvPr id="318" name="object 27">
                <a:extLst>
                  <a:ext uri="{FF2B5EF4-FFF2-40B4-BE49-F238E27FC236}">
                    <a16:creationId xmlns:a16="http://schemas.microsoft.com/office/drawing/2014/main" id="{FCB2619C-645F-FA17-2327-053E4AFA1F5B}"/>
                  </a:ext>
                </a:extLst>
              </p:cNvPr>
              <p:cNvPicPr/>
              <p:nvPr/>
            </p:nvPicPr>
            <p:blipFill>
              <a:blip r:embed="rId4" cstate="print"/>
              <a:stretch>
                <a:fillRect/>
              </a:stretch>
            </p:blipFill>
            <p:spPr>
              <a:xfrm>
                <a:off x="2176600" y="937709"/>
                <a:ext cx="336643" cy="336643"/>
              </a:xfrm>
              <a:prstGeom prst="rect">
                <a:avLst/>
              </a:prstGeom>
            </p:spPr>
          </p:pic>
          <p:pic>
            <p:nvPicPr>
              <p:cNvPr id="319" name="object 28">
                <a:extLst>
                  <a:ext uri="{FF2B5EF4-FFF2-40B4-BE49-F238E27FC236}">
                    <a16:creationId xmlns:a16="http://schemas.microsoft.com/office/drawing/2014/main" id="{BEAA7227-AADC-CB5F-B849-8E7240978B1C}"/>
                  </a:ext>
                </a:extLst>
              </p:cNvPr>
              <p:cNvPicPr/>
              <p:nvPr/>
            </p:nvPicPr>
            <p:blipFill>
              <a:blip r:embed="rId4" cstate="print"/>
              <a:stretch>
                <a:fillRect/>
              </a:stretch>
            </p:blipFill>
            <p:spPr>
              <a:xfrm>
                <a:off x="734005" y="1143785"/>
                <a:ext cx="336643" cy="336643"/>
              </a:xfrm>
              <a:prstGeom prst="rect">
                <a:avLst/>
              </a:prstGeom>
            </p:spPr>
          </p:pic>
          <p:pic>
            <p:nvPicPr>
              <p:cNvPr id="320" name="object 29">
                <a:extLst>
                  <a:ext uri="{FF2B5EF4-FFF2-40B4-BE49-F238E27FC236}">
                    <a16:creationId xmlns:a16="http://schemas.microsoft.com/office/drawing/2014/main" id="{4F18CFA0-2025-8EB3-1552-E55891534DB6}"/>
                  </a:ext>
                </a:extLst>
              </p:cNvPr>
              <p:cNvPicPr/>
              <p:nvPr/>
            </p:nvPicPr>
            <p:blipFill>
              <a:blip r:embed="rId4" cstate="print"/>
              <a:stretch>
                <a:fillRect/>
              </a:stretch>
            </p:blipFill>
            <p:spPr>
              <a:xfrm>
                <a:off x="940081" y="1143785"/>
                <a:ext cx="336643" cy="336643"/>
              </a:xfrm>
              <a:prstGeom prst="rect">
                <a:avLst/>
              </a:prstGeom>
            </p:spPr>
          </p:pic>
          <p:pic>
            <p:nvPicPr>
              <p:cNvPr id="321" name="object 30">
                <a:extLst>
                  <a:ext uri="{FF2B5EF4-FFF2-40B4-BE49-F238E27FC236}">
                    <a16:creationId xmlns:a16="http://schemas.microsoft.com/office/drawing/2014/main" id="{DF110B68-A134-AEB5-4628-B378D0A0635A}"/>
                  </a:ext>
                </a:extLst>
              </p:cNvPr>
              <p:cNvPicPr/>
              <p:nvPr/>
            </p:nvPicPr>
            <p:blipFill>
              <a:blip r:embed="rId4" cstate="print"/>
              <a:stretch>
                <a:fillRect/>
              </a:stretch>
            </p:blipFill>
            <p:spPr>
              <a:xfrm>
                <a:off x="1146178" y="1143785"/>
                <a:ext cx="336643" cy="336643"/>
              </a:xfrm>
              <a:prstGeom prst="rect">
                <a:avLst/>
              </a:prstGeom>
            </p:spPr>
          </p:pic>
          <p:pic>
            <p:nvPicPr>
              <p:cNvPr id="322" name="object 31">
                <a:extLst>
                  <a:ext uri="{FF2B5EF4-FFF2-40B4-BE49-F238E27FC236}">
                    <a16:creationId xmlns:a16="http://schemas.microsoft.com/office/drawing/2014/main" id="{01C5BF8F-1F48-7AC5-2BBD-470DEF24FEDB}"/>
                  </a:ext>
                </a:extLst>
              </p:cNvPr>
              <p:cNvPicPr/>
              <p:nvPr/>
            </p:nvPicPr>
            <p:blipFill>
              <a:blip r:embed="rId4" cstate="print"/>
              <a:stretch>
                <a:fillRect/>
              </a:stretch>
            </p:blipFill>
            <p:spPr>
              <a:xfrm>
                <a:off x="1352253" y="1143785"/>
                <a:ext cx="336643" cy="336643"/>
              </a:xfrm>
              <a:prstGeom prst="rect">
                <a:avLst/>
              </a:prstGeom>
            </p:spPr>
          </p:pic>
          <p:pic>
            <p:nvPicPr>
              <p:cNvPr id="323" name="object 32">
                <a:extLst>
                  <a:ext uri="{FF2B5EF4-FFF2-40B4-BE49-F238E27FC236}">
                    <a16:creationId xmlns:a16="http://schemas.microsoft.com/office/drawing/2014/main" id="{AE36DDF1-2891-1E5B-5C3D-963F8AE89BF4}"/>
                  </a:ext>
                </a:extLst>
              </p:cNvPr>
              <p:cNvPicPr/>
              <p:nvPr/>
            </p:nvPicPr>
            <p:blipFill>
              <a:blip r:embed="rId4" cstate="print"/>
              <a:stretch>
                <a:fillRect/>
              </a:stretch>
            </p:blipFill>
            <p:spPr>
              <a:xfrm>
                <a:off x="1558351" y="1143785"/>
                <a:ext cx="336643" cy="336643"/>
              </a:xfrm>
              <a:prstGeom prst="rect">
                <a:avLst/>
              </a:prstGeom>
            </p:spPr>
          </p:pic>
          <p:pic>
            <p:nvPicPr>
              <p:cNvPr id="324" name="object 33">
                <a:extLst>
                  <a:ext uri="{FF2B5EF4-FFF2-40B4-BE49-F238E27FC236}">
                    <a16:creationId xmlns:a16="http://schemas.microsoft.com/office/drawing/2014/main" id="{30FBA093-3231-C870-6E11-5EB982A4FBFA}"/>
                  </a:ext>
                </a:extLst>
              </p:cNvPr>
              <p:cNvPicPr/>
              <p:nvPr/>
            </p:nvPicPr>
            <p:blipFill>
              <a:blip r:embed="rId4" cstate="print"/>
              <a:stretch>
                <a:fillRect/>
              </a:stretch>
            </p:blipFill>
            <p:spPr>
              <a:xfrm>
                <a:off x="1764426" y="1143785"/>
                <a:ext cx="336643" cy="336643"/>
              </a:xfrm>
              <a:prstGeom prst="rect">
                <a:avLst/>
              </a:prstGeom>
            </p:spPr>
          </p:pic>
          <p:pic>
            <p:nvPicPr>
              <p:cNvPr id="325" name="object 34">
                <a:extLst>
                  <a:ext uri="{FF2B5EF4-FFF2-40B4-BE49-F238E27FC236}">
                    <a16:creationId xmlns:a16="http://schemas.microsoft.com/office/drawing/2014/main" id="{B44D4E42-9391-8697-27B8-D465023A1818}"/>
                  </a:ext>
                </a:extLst>
              </p:cNvPr>
              <p:cNvPicPr/>
              <p:nvPr/>
            </p:nvPicPr>
            <p:blipFill>
              <a:blip r:embed="rId4" cstate="print"/>
              <a:stretch>
                <a:fillRect/>
              </a:stretch>
            </p:blipFill>
            <p:spPr>
              <a:xfrm>
                <a:off x="1970502" y="1143785"/>
                <a:ext cx="336643" cy="336643"/>
              </a:xfrm>
              <a:prstGeom prst="rect">
                <a:avLst/>
              </a:prstGeom>
            </p:spPr>
          </p:pic>
          <p:pic>
            <p:nvPicPr>
              <p:cNvPr id="326" name="object 35">
                <a:extLst>
                  <a:ext uri="{FF2B5EF4-FFF2-40B4-BE49-F238E27FC236}">
                    <a16:creationId xmlns:a16="http://schemas.microsoft.com/office/drawing/2014/main" id="{4606AB60-9CA7-46F7-8DA3-BC1BFDF81E35}"/>
                  </a:ext>
                </a:extLst>
              </p:cNvPr>
              <p:cNvPicPr/>
              <p:nvPr/>
            </p:nvPicPr>
            <p:blipFill>
              <a:blip r:embed="rId4" cstate="print"/>
              <a:stretch>
                <a:fillRect/>
              </a:stretch>
            </p:blipFill>
            <p:spPr>
              <a:xfrm>
                <a:off x="2176600" y="1143785"/>
                <a:ext cx="336643" cy="336643"/>
              </a:xfrm>
              <a:prstGeom prst="rect">
                <a:avLst/>
              </a:prstGeom>
            </p:spPr>
          </p:pic>
          <p:pic>
            <p:nvPicPr>
              <p:cNvPr id="327" name="object 36">
                <a:extLst>
                  <a:ext uri="{FF2B5EF4-FFF2-40B4-BE49-F238E27FC236}">
                    <a16:creationId xmlns:a16="http://schemas.microsoft.com/office/drawing/2014/main" id="{B4FBBBD1-7EF0-C16D-B331-ABCE67255268}"/>
                  </a:ext>
                </a:extLst>
              </p:cNvPr>
              <p:cNvPicPr/>
              <p:nvPr/>
            </p:nvPicPr>
            <p:blipFill>
              <a:blip r:embed="rId4" cstate="print"/>
              <a:stretch>
                <a:fillRect/>
              </a:stretch>
            </p:blipFill>
            <p:spPr>
              <a:xfrm>
                <a:off x="734005" y="1349883"/>
                <a:ext cx="336643" cy="336643"/>
              </a:xfrm>
              <a:prstGeom prst="rect">
                <a:avLst/>
              </a:prstGeom>
            </p:spPr>
          </p:pic>
          <p:pic>
            <p:nvPicPr>
              <p:cNvPr id="328" name="object 37">
                <a:extLst>
                  <a:ext uri="{FF2B5EF4-FFF2-40B4-BE49-F238E27FC236}">
                    <a16:creationId xmlns:a16="http://schemas.microsoft.com/office/drawing/2014/main" id="{A9A63FB8-F030-C3AD-1322-351BEE190E58}"/>
                  </a:ext>
                </a:extLst>
              </p:cNvPr>
              <p:cNvPicPr/>
              <p:nvPr/>
            </p:nvPicPr>
            <p:blipFill>
              <a:blip r:embed="rId4" cstate="print"/>
              <a:stretch>
                <a:fillRect/>
              </a:stretch>
            </p:blipFill>
            <p:spPr>
              <a:xfrm>
                <a:off x="940081" y="1349883"/>
                <a:ext cx="336643" cy="336643"/>
              </a:xfrm>
              <a:prstGeom prst="rect">
                <a:avLst/>
              </a:prstGeom>
            </p:spPr>
          </p:pic>
          <p:pic>
            <p:nvPicPr>
              <p:cNvPr id="329" name="object 38">
                <a:extLst>
                  <a:ext uri="{FF2B5EF4-FFF2-40B4-BE49-F238E27FC236}">
                    <a16:creationId xmlns:a16="http://schemas.microsoft.com/office/drawing/2014/main" id="{45FEF677-0DE7-ECE8-A66F-92CCC42FC896}"/>
                  </a:ext>
                </a:extLst>
              </p:cNvPr>
              <p:cNvPicPr/>
              <p:nvPr/>
            </p:nvPicPr>
            <p:blipFill>
              <a:blip r:embed="rId4" cstate="print"/>
              <a:stretch>
                <a:fillRect/>
              </a:stretch>
            </p:blipFill>
            <p:spPr>
              <a:xfrm>
                <a:off x="1146178" y="1349883"/>
                <a:ext cx="336643" cy="336643"/>
              </a:xfrm>
              <a:prstGeom prst="rect">
                <a:avLst/>
              </a:prstGeom>
            </p:spPr>
          </p:pic>
          <p:pic>
            <p:nvPicPr>
              <p:cNvPr id="330" name="object 39">
                <a:extLst>
                  <a:ext uri="{FF2B5EF4-FFF2-40B4-BE49-F238E27FC236}">
                    <a16:creationId xmlns:a16="http://schemas.microsoft.com/office/drawing/2014/main" id="{B7F5CEE7-EC05-5262-10AC-47B5B0D7A452}"/>
                  </a:ext>
                </a:extLst>
              </p:cNvPr>
              <p:cNvPicPr/>
              <p:nvPr/>
            </p:nvPicPr>
            <p:blipFill>
              <a:blip r:embed="rId4" cstate="print"/>
              <a:stretch>
                <a:fillRect/>
              </a:stretch>
            </p:blipFill>
            <p:spPr>
              <a:xfrm>
                <a:off x="1352253" y="1349883"/>
                <a:ext cx="336643" cy="336643"/>
              </a:xfrm>
              <a:prstGeom prst="rect">
                <a:avLst/>
              </a:prstGeom>
            </p:spPr>
          </p:pic>
          <p:pic>
            <p:nvPicPr>
              <p:cNvPr id="331" name="object 40">
                <a:extLst>
                  <a:ext uri="{FF2B5EF4-FFF2-40B4-BE49-F238E27FC236}">
                    <a16:creationId xmlns:a16="http://schemas.microsoft.com/office/drawing/2014/main" id="{68B28CD2-7CC3-5F3A-2A50-D1D012C99916}"/>
                  </a:ext>
                </a:extLst>
              </p:cNvPr>
              <p:cNvPicPr/>
              <p:nvPr/>
            </p:nvPicPr>
            <p:blipFill>
              <a:blip r:embed="rId4" cstate="print"/>
              <a:stretch>
                <a:fillRect/>
              </a:stretch>
            </p:blipFill>
            <p:spPr>
              <a:xfrm>
                <a:off x="1558351" y="1349883"/>
                <a:ext cx="336643" cy="336643"/>
              </a:xfrm>
              <a:prstGeom prst="rect">
                <a:avLst/>
              </a:prstGeom>
            </p:spPr>
          </p:pic>
          <p:pic>
            <p:nvPicPr>
              <p:cNvPr id="332" name="object 41">
                <a:extLst>
                  <a:ext uri="{FF2B5EF4-FFF2-40B4-BE49-F238E27FC236}">
                    <a16:creationId xmlns:a16="http://schemas.microsoft.com/office/drawing/2014/main" id="{07FC3333-FEF2-7900-F349-7C74F57CAFA0}"/>
                  </a:ext>
                </a:extLst>
              </p:cNvPr>
              <p:cNvPicPr/>
              <p:nvPr/>
            </p:nvPicPr>
            <p:blipFill>
              <a:blip r:embed="rId4" cstate="print"/>
              <a:stretch>
                <a:fillRect/>
              </a:stretch>
            </p:blipFill>
            <p:spPr>
              <a:xfrm>
                <a:off x="1764426" y="1349883"/>
                <a:ext cx="336643" cy="336643"/>
              </a:xfrm>
              <a:prstGeom prst="rect">
                <a:avLst/>
              </a:prstGeom>
            </p:spPr>
          </p:pic>
          <p:pic>
            <p:nvPicPr>
              <p:cNvPr id="333" name="object 42">
                <a:extLst>
                  <a:ext uri="{FF2B5EF4-FFF2-40B4-BE49-F238E27FC236}">
                    <a16:creationId xmlns:a16="http://schemas.microsoft.com/office/drawing/2014/main" id="{C49197C6-C6C7-0950-0898-9AF0B552F7B2}"/>
                  </a:ext>
                </a:extLst>
              </p:cNvPr>
              <p:cNvPicPr/>
              <p:nvPr/>
            </p:nvPicPr>
            <p:blipFill>
              <a:blip r:embed="rId4" cstate="print"/>
              <a:stretch>
                <a:fillRect/>
              </a:stretch>
            </p:blipFill>
            <p:spPr>
              <a:xfrm>
                <a:off x="1970502" y="1349883"/>
                <a:ext cx="336643" cy="336643"/>
              </a:xfrm>
              <a:prstGeom prst="rect">
                <a:avLst/>
              </a:prstGeom>
            </p:spPr>
          </p:pic>
          <p:pic>
            <p:nvPicPr>
              <p:cNvPr id="334" name="object 43">
                <a:extLst>
                  <a:ext uri="{FF2B5EF4-FFF2-40B4-BE49-F238E27FC236}">
                    <a16:creationId xmlns:a16="http://schemas.microsoft.com/office/drawing/2014/main" id="{8C0807F4-62A9-F482-5AB6-470BE4E8E977}"/>
                  </a:ext>
                </a:extLst>
              </p:cNvPr>
              <p:cNvPicPr/>
              <p:nvPr/>
            </p:nvPicPr>
            <p:blipFill>
              <a:blip r:embed="rId4" cstate="print"/>
              <a:stretch>
                <a:fillRect/>
              </a:stretch>
            </p:blipFill>
            <p:spPr>
              <a:xfrm>
                <a:off x="2176600" y="1349883"/>
                <a:ext cx="336643" cy="336643"/>
              </a:xfrm>
              <a:prstGeom prst="rect">
                <a:avLst/>
              </a:prstGeom>
            </p:spPr>
          </p:pic>
          <p:pic>
            <p:nvPicPr>
              <p:cNvPr id="335" name="object 44">
                <a:extLst>
                  <a:ext uri="{FF2B5EF4-FFF2-40B4-BE49-F238E27FC236}">
                    <a16:creationId xmlns:a16="http://schemas.microsoft.com/office/drawing/2014/main" id="{1010FAF1-A181-5B1D-F351-F0F48FA57545}"/>
                  </a:ext>
                </a:extLst>
              </p:cNvPr>
              <p:cNvPicPr/>
              <p:nvPr/>
            </p:nvPicPr>
            <p:blipFill>
              <a:blip r:embed="rId4" cstate="print"/>
              <a:stretch>
                <a:fillRect/>
              </a:stretch>
            </p:blipFill>
            <p:spPr>
              <a:xfrm>
                <a:off x="734005" y="1555957"/>
                <a:ext cx="336643" cy="336643"/>
              </a:xfrm>
              <a:prstGeom prst="rect">
                <a:avLst/>
              </a:prstGeom>
            </p:spPr>
          </p:pic>
          <p:pic>
            <p:nvPicPr>
              <p:cNvPr id="336" name="object 45">
                <a:extLst>
                  <a:ext uri="{FF2B5EF4-FFF2-40B4-BE49-F238E27FC236}">
                    <a16:creationId xmlns:a16="http://schemas.microsoft.com/office/drawing/2014/main" id="{457D353A-E78F-D3E2-E6ED-228BCF27DC96}"/>
                  </a:ext>
                </a:extLst>
              </p:cNvPr>
              <p:cNvPicPr/>
              <p:nvPr/>
            </p:nvPicPr>
            <p:blipFill>
              <a:blip r:embed="rId4" cstate="print"/>
              <a:stretch>
                <a:fillRect/>
              </a:stretch>
            </p:blipFill>
            <p:spPr>
              <a:xfrm>
                <a:off x="940081" y="1555957"/>
                <a:ext cx="336643" cy="336643"/>
              </a:xfrm>
              <a:prstGeom prst="rect">
                <a:avLst/>
              </a:prstGeom>
            </p:spPr>
          </p:pic>
          <p:pic>
            <p:nvPicPr>
              <p:cNvPr id="337" name="object 46">
                <a:extLst>
                  <a:ext uri="{FF2B5EF4-FFF2-40B4-BE49-F238E27FC236}">
                    <a16:creationId xmlns:a16="http://schemas.microsoft.com/office/drawing/2014/main" id="{E093AD69-DA0B-EA82-A905-F9D3802DF7B9}"/>
                  </a:ext>
                </a:extLst>
              </p:cNvPr>
              <p:cNvPicPr/>
              <p:nvPr/>
            </p:nvPicPr>
            <p:blipFill>
              <a:blip r:embed="rId4" cstate="print"/>
              <a:stretch>
                <a:fillRect/>
              </a:stretch>
            </p:blipFill>
            <p:spPr>
              <a:xfrm>
                <a:off x="1146178" y="1555957"/>
                <a:ext cx="336643" cy="336643"/>
              </a:xfrm>
              <a:prstGeom prst="rect">
                <a:avLst/>
              </a:prstGeom>
            </p:spPr>
          </p:pic>
          <p:pic>
            <p:nvPicPr>
              <p:cNvPr id="338" name="object 47">
                <a:extLst>
                  <a:ext uri="{FF2B5EF4-FFF2-40B4-BE49-F238E27FC236}">
                    <a16:creationId xmlns:a16="http://schemas.microsoft.com/office/drawing/2014/main" id="{87DAD07D-738B-C2E5-32A8-06DC14B4F2A0}"/>
                  </a:ext>
                </a:extLst>
              </p:cNvPr>
              <p:cNvPicPr/>
              <p:nvPr/>
            </p:nvPicPr>
            <p:blipFill>
              <a:blip r:embed="rId4" cstate="print"/>
              <a:stretch>
                <a:fillRect/>
              </a:stretch>
            </p:blipFill>
            <p:spPr>
              <a:xfrm>
                <a:off x="1352253" y="1555957"/>
                <a:ext cx="336643" cy="336643"/>
              </a:xfrm>
              <a:prstGeom prst="rect">
                <a:avLst/>
              </a:prstGeom>
            </p:spPr>
          </p:pic>
          <p:pic>
            <p:nvPicPr>
              <p:cNvPr id="339" name="object 48">
                <a:extLst>
                  <a:ext uri="{FF2B5EF4-FFF2-40B4-BE49-F238E27FC236}">
                    <a16:creationId xmlns:a16="http://schemas.microsoft.com/office/drawing/2014/main" id="{BC8B601A-B81E-95C6-BEEC-8A8749F5DD34}"/>
                  </a:ext>
                </a:extLst>
              </p:cNvPr>
              <p:cNvPicPr/>
              <p:nvPr/>
            </p:nvPicPr>
            <p:blipFill>
              <a:blip r:embed="rId4" cstate="print"/>
              <a:stretch>
                <a:fillRect/>
              </a:stretch>
            </p:blipFill>
            <p:spPr>
              <a:xfrm>
                <a:off x="1558351" y="1555957"/>
                <a:ext cx="336643" cy="336643"/>
              </a:xfrm>
              <a:prstGeom prst="rect">
                <a:avLst/>
              </a:prstGeom>
            </p:spPr>
          </p:pic>
          <p:pic>
            <p:nvPicPr>
              <p:cNvPr id="340" name="object 49">
                <a:extLst>
                  <a:ext uri="{FF2B5EF4-FFF2-40B4-BE49-F238E27FC236}">
                    <a16:creationId xmlns:a16="http://schemas.microsoft.com/office/drawing/2014/main" id="{E1D66DDF-ED75-A48E-C2FF-9CAAFA0687F8}"/>
                  </a:ext>
                </a:extLst>
              </p:cNvPr>
              <p:cNvPicPr/>
              <p:nvPr/>
            </p:nvPicPr>
            <p:blipFill>
              <a:blip r:embed="rId4" cstate="print"/>
              <a:stretch>
                <a:fillRect/>
              </a:stretch>
            </p:blipFill>
            <p:spPr>
              <a:xfrm>
                <a:off x="1764426" y="1555957"/>
                <a:ext cx="336643" cy="336643"/>
              </a:xfrm>
              <a:prstGeom prst="rect">
                <a:avLst/>
              </a:prstGeom>
            </p:spPr>
          </p:pic>
          <p:pic>
            <p:nvPicPr>
              <p:cNvPr id="341" name="object 50">
                <a:extLst>
                  <a:ext uri="{FF2B5EF4-FFF2-40B4-BE49-F238E27FC236}">
                    <a16:creationId xmlns:a16="http://schemas.microsoft.com/office/drawing/2014/main" id="{93956DFA-DD87-4749-FA4F-A42F867DF941}"/>
                  </a:ext>
                </a:extLst>
              </p:cNvPr>
              <p:cNvPicPr/>
              <p:nvPr/>
            </p:nvPicPr>
            <p:blipFill>
              <a:blip r:embed="rId4" cstate="print"/>
              <a:stretch>
                <a:fillRect/>
              </a:stretch>
            </p:blipFill>
            <p:spPr>
              <a:xfrm>
                <a:off x="1970502" y="1555957"/>
                <a:ext cx="336643" cy="336643"/>
              </a:xfrm>
              <a:prstGeom prst="rect">
                <a:avLst/>
              </a:prstGeom>
            </p:spPr>
          </p:pic>
          <p:pic>
            <p:nvPicPr>
              <p:cNvPr id="342" name="object 51">
                <a:extLst>
                  <a:ext uri="{FF2B5EF4-FFF2-40B4-BE49-F238E27FC236}">
                    <a16:creationId xmlns:a16="http://schemas.microsoft.com/office/drawing/2014/main" id="{F2288F5C-4A1C-4094-82F5-DC1BBFBDA289}"/>
                  </a:ext>
                </a:extLst>
              </p:cNvPr>
              <p:cNvPicPr/>
              <p:nvPr/>
            </p:nvPicPr>
            <p:blipFill>
              <a:blip r:embed="rId4" cstate="print"/>
              <a:stretch>
                <a:fillRect/>
              </a:stretch>
            </p:blipFill>
            <p:spPr>
              <a:xfrm>
                <a:off x="2176600" y="1555957"/>
                <a:ext cx="336643" cy="336643"/>
              </a:xfrm>
              <a:prstGeom prst="rect">
                <a:avLst/>
              </a:prstGeom>
            </p:spPr>
          </p:pic>
          <p:pic>
            <p:nvPicPr>
              <p:cNvPr id="343" name="object 52">
                <a:extLst>
                  <a:ext uri="{FF2B5EF4-FFF2-40B4-BE49-F238E27FC236}">
                    <a16:creationId xmlns:a16="http://schemas.microsoft.com/office/drawing/2014/main" id="{B739B2D2-28B5-357C-951D-6681023AB4B3}"/>
                  </a:ext>
                </a:extLst>
              </p:cNvPr>
              <p:cNvPicPr/>
              <p:nvPr/>
            </p:nvPicPr>
            <p:blipFill>
              <a:blip r:embed="rId4" cstate="print"/>
              <a:stretch>
                <a:fillRect/>
              </a:stretch>
            </p:blipFill>
            <p:spPr>
              <a:xfrm>
                <a:off x="734005" y="1762033"/>
                <a:ext cx="336643" cy="336643"/>
              </a:xfrm>
              <a:prstGeom prst="rect">
                <a:avLst/>
              </a:prstGeom>
            </p:spPr>
          </p:pic>
          <p:pic>
            <p:nvPicPr>
              <p:cNvPr id="344" name="object 53">
                <a:extLst>
                  <a:ext uri="{FF2B5EF4-FFF2-40B4-BE49-F238E27FC236}">
                    <a16:creationId xmlns:a16="http://schemas.microsoft.com/office/drawing/2014/main" id="{C538E630-4550-2747-D75A-C232291CD9DC}"/>
                  </a:ext>
                </a:extLst>
              </p:cNvPr>
              <p:cNvPicPr/>
              <p:nvPr/>
            </p:nvPicPr>
            <p:blipFill>
              <a:blip r:embed="rId4" cstate="print"/>
              <a:stretch>
                <a:fillRect/>
              </a:stretch>
            </p:blipFill>
            <p:spPr>
              <a:xfrm>
                <a:off x="940081" y="1762033"/>
                <a:ext cx="336643" cy="336643"/>
              </a:xfrm>
              <a:prstGeom prst="rect">
                <a:avLst/>
              </a:prstGeom>
            </p:spPr>
          </p:pic>
          <p:pic>
            <p:nvPicPr>
              <p:cNvPr id="345" name="object 54">
                <a:extLst>
                  <a:ext uri="{FF2B5EF4-FFF2-40B4-BE49-F238E27FC236}">
                    <a16:creationId xmlns:a16="http://schemas.microsoft.com/office/drawing/2014/main" id="{C2BD9DC6-1F03-A345-296C-9240E0701AC2}"/>
                  </a:ext>
                </a:extLst>
              </p:cNvPr>
              <p:cNvPicPr/>
              <p:nvPr/>
            </p:nvPicPr>
            <p:blipFill>
              <a:blip r:embed="rId4" cstate="print"/>
              <a:stretch>
                <a:fillRect/>
              </a:stretch>
            </p:blipFill>
            <p:spPr>
              <a:xfrm>
                <a:off x="1146178" y="1762033"/>
                <a:ext cx="336643" cy="336643"/>
              </a:xfrm>
              <a:prstGeom prst="rect">
                <a:avLst/>
              </a:prstGeom>
            </p:spPr>
          </p:pic>
          <p:pic>
            <p:nvPicPr>
              <p:cNvPr id="346" name="object 55">
                <a:extLst>
                  <a:ext uri="{FF2B5EF4-FFF2-40B4-BE49-F238E27FC236}">
                    <a16:creationId xmlns:a16="http://schemas.microsoft.com/office/drawing/2014/main" id="{11CF52FF-E1B5-BFAD-C14A-7D1460F46563}"/>
                  </a:ext>
                </a:extLst>
              </p:cNvPr>
              <p:cNvPicPr/>
              <p:nvPr/>
            </p:nvPicPr>
            <p:blipFill>
              <a:blip r:embed="rId4" cstate="print"/>
              <a:stretch>
                <a:fillRect/>
              </a:stretch>
            </p:blipFill>
            <p:spPr>
              <a:xfrm>
                <a:off x="1352253" y="1762033"/>
                <a:ext cx="336643" cy="336643"/>
              </a:xfrm>
              <a:prstGeom prst="rect">
                <a:avLst/>
              </a:prstGeom>
            </p:spPr>
          </p:pic>
          <p:pic>
            <p:nvPicPr>
              <p:cNvPr id="347" name="object 56">
                <a:extLst>
                  <a:ext uri="{FF2B5EF4-FFF2-40B4-BE49-F238E27FC236}">
                    <a16:creationId xmlns:a16="http://schemas.microsoft.com/office/drawing/2014/main" id="{24E85B43-A0C6-7FE3-C9C0-D233409C3EF1}"/>
                  </a:ext>
                </a:extLst>
              </p:cNvPr>
              <p:cNvPicPr/>
              <p:nvPr/>
            </p:nvPicPr>
            <p:blipFill>
              <a:blip r:embed="rId4" cstate="print"/>
              <a:stretch>
                <a:fillRect/>
              </a:stretch>
            </p:blipFill>
            <p:spPr>
              <a:xfrm>
                <a:off x="1558351" y="1762033"/>
                <a:ext cx="336643" cy="336643"/>
              </a:xfrm>
              <a:prstGeom prst="rect">
                <a:avLst/>
              </a:prstGeom>
            </p:spPr>
          </p:pic>
          <p:pic>
            <p:nvPicPr>
              <p:cNvPr id="348" name="object 57">
                <a:extLst>
                  <a:ext uri="{FF2B5EF4-FFF2-40B4-BE49-F238E27FC236}">
                    <a16:creationId xmlns:a16="http://schemas.microsoft.com/office/drawing/2014/main" id="{47EFC08F-3935-9A5A-AA20-C58C11F11D16}"/>
                  </a:ext>
                </a:extLst>
              </p:cNvPr>
              <p:cNvPicPr/>
              <p:nvPr/>
            </p:nvPicPr>
            <p:blipFill>
              <a:blip r:embed="rId4" cstate="print"/>
              <a:stretch>
                <a:fillRect/>
              </a:stretch>
            </p:blipFill>
            <p:spPr>
              <a:xfrm>
                <a:off x="1764426" y="1762033"/>
                <a:ext cx="336643" cy="336643"/>
              </a:xfrm>
              <a:prstGeom prst="rect">
                <a:avLst/>
              </a:prstGeom>
            </p:spPr>
          </p:pic>
          <p:pic>
            <p:nvPicPr>
              <p:cNvPr id="349" name="object 58">
                <a:extLst>
                  <a:ext uri="{FF2B5EF4-FFF2-40B4-BE49-F238E27FC236}">
                    <a16:creationId xmlns:a16="http://schemas.microsoft.com/office/drawing/2014/main" id="{4AF29E22-38BB-1CA2-AC72-028838F88A1E}"/>
                  </a:ext>
                </a:extLst>
              </p:cNvPr>
              <p:cNvPicPr/>
              <p:nvPr/>
            </p:nvPicPr>
            <p:blipFill>
              <a:blip r:embed="rId4" cstate="print"/>
              <a:stretch>
                <a:fillRect/>
              </a:stretch>
            </p:blipFill>
            <p:spPr>
              <a:xfrm>
                <a:off x="1970502" y="1762033"/>
                <a:ext cx="336643" cy="336643"/>
              </a:xfrm>
              <a:prstGeom prst="rect">
                <a:avLst/>
              </a:prstGeom>
            </p:spPr>
          </p:pic>
          <p:pic>
            <p:nvPicPr>
              <p:cNvPr id="350" name="object 59">
                <a:extLst>
                  <a:ext uri="{FF2B5EF4-FFF2-40B4-BE49-F238E27FC236}">
                    <a16:creationId xmlns:a16="http://schemas.microsoft.com/office/drawing/2014/main" id="{1F13BBB0-CBEB-8A8A-3FB9-2FBABDB37EAE}"/>
                  </a:ext>
                </a:extLst>
              </p:cNvPr>
              <p:cNvPicPr/>
              <p:nvPr/>
            </p:nvPicPr>
            <p:blipFill>
              <a:blip r:embed="rId4" cstate="print"/>
              <a:stretch>
                <a:fillRect/>
              </a:stretch>
            </p:blipFill>
            <p:spPr>
              <a:xfrm>
                <a:off x="2176600" y="1762033"/>
                <a:ext cx="336643" cy="336643"/>
              </a:xfrm>
              <a:prstGeom prst="rect">
                <a:avLst/>
              </a:prstGeom>
            </p:spPr>
          </p:pic>
          <p:pic>
            <p:nvPicPr>
              <p:cNvPr id="351" name="object 60">
                <a:extLst>
                  <a:ext uri="{FF2B5EF4-FFF2-40B4-BE49-F238E27FC236}">
                    <a16:creationId xmlns:a16="http://schemas.microsoft.com/office/drawing/2014/main" id="{5C00F9A2-E55C-4EFF-0F3D-81A20AE48C90}"/>
                  </a:ext>
                </a:extLst>
              </p:cNvPr>
              <p:cNvPicPr/>
              <p:nvPr/>
            </p:nvPicPr>
            <p:blipFill>
              <a:blip r:embed="rId5" cstate="print"/>
              <a:stretch>
                <a:fillRect/>
              </a:stretch>
            </p:blipFill>
            <p:spPr>
              <a:xfrm>
                <a:off x="734005" y="1968131"/>
                <a:ext cx="336643" cy="294517"/>
              </a:xfrm>
              <a:prstGeom prst="rect">
                <a:avLst/>
              </a:prstGeom>
            </p:spPr>
          </p:pic>
          <p:pic>
            <p:nvPicPr>
              <p:cNvPr id="352" name="object 61">
                <a:extLst>
                  <a:ext uri="{FF2B5EF4-FFF2-40B4-BE49-F238E27FC236}">
                    <a16:creationId xmlns:a16="http://schemas.microsoft.com/office/drawing/2014/main" id="{9C0EA8F8-CC18-A1E2-ABD1-8E5D2317A15F}"/>
                  </a:ext>
                </a:extLst>
              </p:cNvPr>
              <p:cNvPicPr/>
              <p:nvPr/>
            </p:nvPicPr>
            <p:blipFill>
              <a:blip r:embed="rId5" cstate="print"/>
              <a:stretch>
                <a:fillRect/>
              </a:stretch>
            </p:blipFill>
            <p:spPr>
              <a:xfrm>
                <a:off x="940081" y="1968131"/>
                <a:ext cx="336643" cy="294517"/>
              </a:xfrm>
              <a:prstGeom prst="rect">
                <a:avLst/>
              </a:prstGeom>
            </p:spPr>
          </p:pic>
          <p:pic>
            <p:nvPicPr>
              <p:cNvPr id="353" name="object 62">
                <a:extLst>
                  <a:ext uri="{FF2B5EF4-FFF2-40B4-BE49-F238E27FC236}">
                    <a16:creationId xmlns:a16="http://schemas.microsoft.com/office/drawing/2014/main" id="{86D1D0DB-C1D2-28AD-F734-E4516E9BE05A}"/>
                  </a:ext>
                </a:extLst>
              </p:cNvPr>
              <p:cNvPicPr/>
              <p:nvPr/>
            </p:nvPicPr>
            <p:blipFill>
              <a:blip r:embed="rId5" cstate="print"/>
              <a:stretch>
                <a:fillRect/>
              </a:stretch>
            </p:blipFill>
            <p:spPr>
              <a:xfrm>
                <a:off x="1146178" y="1968131"/>
                <a:ext cx="336643" cy="294517"/>
              </a:xfrm>
              <a:prstGeom prst="rect">
                <a:avLst/>
              </a:prstGeom>
            </p:spPr>
          </p:pic>
          <p:pic>
            <p:nvPicPr>
              <p:cNvPr id="354" name="object 63">
                <a:extLst>
                  <a:ext uri="{FF2B5EF4-FFF2-40B4-BE49-F238E27FC236}">
                    <a16:creationId xmlns:a16="http://schemas.microsoft.com/office/drawing/2014/main" id="{66E6BFAF-6EA0-A776-5D06-C766D850BA44}"/>
                  </a:ext>
                </a:extLst>
              </p:cNvPr>
              <p:cNvPicPr/>
              <p:nvPr/>
            </p:nvPicPr>
            <p:blipFill>
              <a:blip r:embed="rId5" cstate="print"/>
              <a:stretch>
                <a:fillRect/>
              </a:stretch>
            </p:blipFill>
            <p:spPr>
              <a:xfrm>
                <a:off x="1352253" y="1968131"/>
                <a:ext cx="336643" cy="294517"/>
              </a:xfrm>
              <a:prstGeom prst="rect">
                <a:avLst/>
              </a:prstGeom>
            </p:spPr>
          </p:pic>
          <p:pic>
            <p:nvPicPr>
              <p:cNvPr id="355" name="object 64">
                <a:extLst>
                  <a:ext uri="{FF2B5EF4-FFF2-40B4-BE49-F238E27FC236}">
                    <a16:creationId xmlns:a16="http://schemas.microsoft.com/office/drawing/2014/main" id="{527F6149-F4C7-1202-CB06-657E23E18360}"/>
                  </a:ext>
                </a:extLst>
              </p:cNvPr>
              <p:cNvPicPr/>
              <p:nvPr/>
            </p:nvPicPr>
            <p:blipFill>
              <a:blip r:embed="rId5" cstate="print"/>
              <a:stretch>
                <a:fillRect/>
              </a:stretch>
            </p:blipFill>
            <p:spPr>
              <a:xfrm>
                <a:off x="1558351" y="1968131"/>
                <a:ext cx="336643" cy="294517"/>
              </a:xfrm>
              <a:prstGeom prst="rect">
                <a:avLst/>
              </a:prstGeom>
            </p:spPr>
          </p:pic>
          <p:pic>
            <p:nvPicPr>
              <p:cNvPr id="356" name="object 65">
                <a:extLst>
                  <a:ext uri="{FF2B5EF4-FFF2-40B4-BE49-F238E27FC236}">
                    <a16:creationId xmlns:a16="http://schemas.microsoft.com/office/drawing/2014/main" id="{DE278883-EB23-8EB3-69F7-04035B3221C5}"/>
                  </a:ext>
                </a:extLst>
              </p:cNvPr>
              <p:cNvPicPr/>
              <p:nvPr/>
            </p:nvPicPr>
            <p:blipFill>
              <a:blip r:embed="rId5" cstate="print"/>
              <a:stretch>
                <a:fillRect/>
              </a:stretch>
            </p:blipFill>
            <p:spPr>
              <a:xfrm>
                <a:off x="1764426" y="1968131"/>
                <a:ext cx="336643" cy="294517"/>
              </a:xfrm>
              <a:prstGeom prst="rect">
                <a:avLst/>
              </a:prstGeom>
            </p:spPr>
          </p:pic>
          <p:pic>
            <p:nvPicPr>
              <p:cNvPr id="357" name="object 66">
                <a:extLst>
                  <a:ext uri="{FF2B5EF4-FFF2-40B4-BE49-F238E27FC236}">
                    <a16:creationId xmlns:a16="http://schemas.microsoft.com/office/drawing/2014/main" id="{587F3116-F7EF-547D-4C60-E67D96E92C81}"/>
                  </a:ext>
                </a:extLst>
              </p:cNvPr>
              <p:cNvPicPr/>
              <p:nvPr/>
            </p:nvPicPr>
            <p:blipFill>
              <a:blip r:embed="rId5" cstate="print"/>
              <a:stretch>
                <a:fillRect/>
              </a:stretch>
            </p:blipFill>
            <p:spPr>
              <a:xfrm>
                <a:off x="1970502" y="1968131"/>
                <a:ext cx="336643" cy="294517"/>
              </a:xfrm>
              <a:prstGeom prst="rect">
                <a:avLst/>
              </a:prstGeom>
            </p:spPr>
          </p:pic>
          <p:pic>
            <p:nvPicPr>
              <p:cNvPr id="358" name="object 67">
                <a:extLst>
                  <a:ext uri="{FF2B5EF4-FFF2-40B4-BE49-F238E27FC236}">
                    <a16:creationId xmlns:a16="http://schemas.microsoft.com/office/drawing/2014/main" id="{38AD14B0-2019-242D-3CE5-D1E1AD9BBC14}"/>
                  </a:ext>
                </a:extLst>
              </p:cNvPr>
              <p:cNvPicPr/>
              <p:nvPr/>
            </p:nvPicPr>
            <p:blipFill>
              <a:blip r:embed="rId5" cstate="print"/>
              <a:stretch>
                <a:fillRect/>
              </a:stretch>
            </p:blipFill>
            <p:spPr>
              <a:xfrm>
                <a:off x="2176600" y="1968131"/>
                <a:ext cx="336643" cy="294517"/>
              </a:xfrm>
              <a:prstGeom prst="rect">
                <a:avLst/>
              </a:prstGeom>
            </p:spPr>
          </p:pic>
          <p:sp>
            <p:nvSpPr>
              <p:cNvPr id="359" name="object 68">
                <a:extLst>
                  <a:ext uri="{FF2B5EF4-FFF2-40B4-BE49-F238E27FC236}">
                    <a16:creationId xmlns:a16="http://schemas.microsoft.com/office/drawing/2014/main" id="{607484FA-074C-1828-4B07-C22B10329BB9}"/>
                  </a:ext>
                </a:extLst>
              </p:cNvPr>
              <p:cNvSpPr/>
              <p:nvPr/>
            </p:nvSpPr>
            <p:spPr>
              <a:xfrm>
                <a:off x="797851" y="566166"/>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60" name="object 69">
                <a:extLst>
                  <a:ext uri="{FF2B5EF4-FFF2-40B4-BE49-F238E27FC236}">
                    <a16:creationId xmlns:a16="http://schemas.microsoft.com/office/drawing/2014/main" id="{07DCB81C-7A81-AC83-4C71-B3272D96A65E}"/>
                  </a:ext>
                </a:extLst>
              </p:cNvPr>
              <p:cNvSpPr/>
              <p:nvPr/>
            </p:nvSpPr>
            <p:spPr>
              <a:xfrm>
                <a:off x="797851" y="566166"/>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61" name="object 70">
                <a:extLst>
                  <a:ext uri="{FF2B5EF4-FFF2-40B4-BE49-F238E27FC236}">
                    <a16:creationId xmlns:a16="http://schemas.microsoft.com/office/drawing/2014/main" id="{A706F0C7-E447-962B-3A40-955C186F29DF}"/>
                  </a:ext>
                </a:extLst>
              </p:cNvPr>
              <p:cNvSpPr/>
              <p:nvPr/>
            </p:nvSpPr>
            <p:spPr>
              <a:xfrm>
                <a:off x="1003929" y="566166"/>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62" name="object 71">
                <a:extLst>
                  <a:ext uri="{FF2B5EF4-FFF2-40B4-BE49-F238E27FC236}">
                    <a16:creationId xmlns:a16="http://schemas.microsoft.com/office/drawing/2014/main" id="{8939D8CC-F034-247B-9B56-593D0209ED88}"/>
                  </a:ext>
                </a:extLst>
              </p:cNvPr>
              <p:cNvSpPr/>
              <p:nvPr/>
            </p:nvSpPr>
            <p:spPr>
              <a:xfrm>
                <a:off x="1003929" y="566166"/>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63" name="object 72">
                <a:extLst>
                  <a:ext uri="{FF2B5EF4-FFF2-40B4-BE49-F238E27FC236}">
                    <a16:creationId xmlns:a16="http://schemas.microsoft.com/office/drawing/2014/main" id="{520CA5DA-CFA8-DA2B-2FAB-2F2B7F28284F}"/>
                  </a:ext>
                </a:extLst>
              </p:cNvPr>
              <p:cNvSpPr/>
              <p:nvPr/>
            </p:nvSpPr>
            <p:spPr>
              <a:xfrm>
                <a:off x="1210025" y="566166"/>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64" name="object 73">
                <a:extLst>
                  <a:ext uri="{FF2B5EF4-FFF2-40B4-BE49-F238E27FC236}">
                    <a16:creationId xmlns:a16="http://schemas.microsoft.com/office/drawing/2014/main" id="{8AADD973-6B27-3050-A976-289A742429E8}"/>
                  </a:ext>
                </a:extLst>
              </p:cNvPr>
              <p:cNvSpPr/>
              <p:nvPr/>
            </p:nvSpPr>
            <p:spPr>
              <a:xfrm>
                <a:off x="1210025" y="566166"/>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65" name="object 74">
                <a:extLst>
                  <a:ext uri="{FF2B5EF4-FFF2-40B4-BE49-F238E27FC236}">
                    <a16:creationId xmlns:a16="http://schemas.microsoft.com/office/drawing/2014/main" id="{D159C664-EED9-88AF-AB08-C201A787C139}"/>
                  </a:ext>
                </a:extLst>
              </p:cNvPr>
              <p:cNvSpPr/>
              <p:nvPr/>
            </p:nvSpPr>
            <p:spPr>
              <a:xfrm>
                <a:off x="1416103" y="566166"/>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66" name="object 75">
                <a:extLst>
                  <a:ext uri="{FF2B5EF4-FFF2-40B4-BE49-F238E27FC236}">
                    <a16:creationId xmlns:a16="http://schemas.microsoft.com/office/drawing/2014/main" id="{BA1988FE-7B00-15D7-5C3C-4FB022F6C8C9}"/>
                  </a:ext>
                </a:extLst>
              </p:cNvPr>
              <p:cNvSpPr/>
              <p:nvPr/>
            </p:nvSpPr>
            <p:spPr>
              <a:xfrm>
                <a:off x="1416102" y="566166"/>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67" name="object 76">
                <a:extLst>
                  <a:ext uri="{FF2B5EF4-FFF2-40B4-BE49-F238E27FC236}">
                    <a16:creationId xmlns:a16="http://schemas.microsoft.com/office/drawing/2014/main" id="{7F87DB50-63F5-45BB-6DE6-B2C2D11F51D8}"/>
                  </a:ext>
                </a:extLst>
              </p:cNvPr>
              <p:cNvSpPr/>
              <p:nvPr/>
            </p:nvSpPr>
            <p:spPr>
              <a:xfrm>
                <a:off x="1622198" y="566166"/>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68" name="object 77">
                <a:extLst>
                  <a:ext uri="{FF2B5EF4-FFF2-40B4-BE49-F238E27FC236}">
                    <a16:creationId xmlns:a16="http://schemas.microsoft.com/office/drawing/2014/main" id="{19233BD6-2D2C-9AEC-F987-9232F00E3359}"/>
                  </a:ext>
                </a:extLst>
              </p:cNvPr>
              <p:cNvSpPr/>
              <p:nvPr/>
            </p:nvSpPr>
            <p:spPr>
              <a:xfrm>
                <a:off x="1622198" y="566166"/>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69" name="object 78">
                <a:extLst>
                  <a:ext uri="{FF2B5EF4-FFF2-40B4-BE49-F238E27FC236}">
                    <a16:creationId xmlns:a16="http://schemas.microsoft.com/office/drawing/2014/main" id="{425D477B-54DF-BDA5-2781-58F82948ADB6}"/>
                  </a:ext>
                </a:extLst>
              </p:cNvPr>
              <p:cNvSpPr/>
              <p:nvPr/>
            </p:nvSpPr>
            <p:spPr>
              <a:xfrm>
                <a:off x="1828270" y="566166"/>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70" name="object 79">
                <a:extLst>
                  <a:ext uri="{FF2B5EF4-FFF2-40B4-BE49-F238E27FC236}">
                    <a16:creationId xmlns:a16="http://schemas.microsoft.com/office/drawing/2014/main" id="{EFD71BEF-3437-FC99-7785-A5C78E495E12}"/>
                  </a:ext>
                </a:extLst>
              </p:cNvPr>
              <p:cNvSpPr/>
              <p:nvPr/>
            </p:nvSpPr>
            <p:spPr>
              <a:xfrm>
                <a:off x="1828270" y="566166"/>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71" name="object 80">
                <a:extLst>
                  <a:ext uri="{FF2B5EF4-FFF2-40B4-BE49-F238E27FC236}">
                    <a16:creationId xmlns:a16="http://schemas.microsoft.com/office/drawing/2014/main" id="{6B6FD437-D11B-9050-FACA-D7487246DB77}"/>
                  </a:ext>
                </a:extLst>
              </p:cNvPr>
              <p:cNvSpPr/>
              <p:nvPr/>
            </p:nvSpPr>
            <p:spPr>
              <a:xfrm>
                <a:off x="2034348" y="566166"/>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72" name="object 81">
                <a:extLst>
                  <a:ext uri="{FF2B5EF4-FFF2-40B4-BE49-F238E27FC236}">
                    <a16:creationId xmlns:a16="http://schemas.microsoft.com/office/drawing/2014/main" id="{6DFD235F-2B7E-D31B-32F9-0FF36B8FDC36}"/>
                  </a:ext>
                </a:extLst>
              </p:cNvPr>
              <p:cNvSpPr/>
              <p:nvPr/>
            </p:nvSpPr>
            <p:spPr>
              <a:xfrm>
                <a:off x="2034348" y="566166"/>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73" name="object 82">
                <a:extLst>
                  <a:ext uri="{FF2B5EF4-FFF2-40B4-BE49-F238E27FC236}">
                    <a16:creationId xmlns:a16="http://schemas.microsoft.com/office/drawing/2014/main" id="{55E8F2ED-AB68-D238-6286-67053403FA2B}"/>
                  </a:ext>
                </a:extLst>
              </p:cNvPr>
              <p:cNvSpPr/>
              <p:nvPr/>
            </p:nvSpPr>
            <p:spPr>
              <a:xfrm>
                <a:off x="2240443" y="566166"/>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74" name="object 83">
                <a:extLst>
                  <a:ext uri="{FF2B5EF4-FFF2-40B4-BE49-F238E27FC236}">
                    <a16:creationId xmlns:a16="http://schemas.microsoft.com/office/drawing/2014/main" id="{01078C0A-1F22-3B4C-81B3-7AC48A87AB81}"/>
                  </a:ext>
                </a:extLst>
              </p:cNvPr>
              <p:cNvSpPr/>
              <p:nvPr/>
            </p:nvSpPr>
            <p:spPr>
              <a:xfrm>
                <a:off x="2240443" y="566166"/>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75" name="object 84">
                <a:extLst>
                  <a:ext uri="{FF2B5EF4-FFF2-40B4-BE49-F238E27FC236}">
                    <a16:creationId xmlns:a16="http://schemas.microsoft.com/office/drawing/2014/main" id="{9949D520-426A-688D-1FAA-E6F5674B90A7}"/>
                  </a:ext>
                </a:extLst>
              </p:cNvPr>
              <p:cNvSpPr/>
              <p:nvPr/>
            </p:nvSpPr>
            <p:spPr>
              <a:xfrm>
                <a:off x="797851" y="77224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76" name="object 85">
                <a:extLst>
                  <a:ext uri="{FF2B5EF4-FFF2-40B4-BE49-F238E27FC236}">
                    <a16:creationId xmlns:a16="http://schemas.microsoft.com/office/drawing/2014/main" id="{7FDA5F72-7F7B-FC40-DE58-5AC92DE95A82}"/>
                  </a:ext>
                </a:extLst>
              </p:cNvPr>
              <p:cNvSpPr/>
              <p:nvPr/>
            </p:nvSpPr>
            <p:spPr>
              <a:xfrm>
                <a:off x="797851" y="77224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77" name="object 86">
                <a:extLst>
                  <a:ext uri="{FF2B5EF4-FFF2-40B4-BE49-F238E27FC236}">
                    <a16:creationId xmlns:a16="http://schemas.microsoft.com/office/drawing/2014/main" id="{DCAF2ED8-1353-FDFF-DBAF-A4B61B06B6EB}"/>
                  </a:ext>
                </a:extLst>
              </p:cNvPr>
              <p:cNvSpPr/>
              <p:nvPr/>
            </p:nvSpPr>
            <p:spPr>
              <a:xfrm>
                <a:off x="1003929" y="77224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dirty="0"/>
              </a:p>
            </p:txBody>
          </p:sp>
          <p:sp>
            <p:nvSpPr>
              <p:cNvPr id="378" name="object 87">
                <a:extLst>
                  <a:ext uri="{FF2B5EF4-FFF2-40B4-BE49-F238E27FC236}">
                    <a16:creationId xmlns:a16="http://schemas.microsoft.com/office/drawing/2014/main" id="{B71B3A67-9344-38E4-A511-1932D680CFA4}"/>
                  </a:ext>
                </a:extLst>
              </p:cNvPr>
              <p:cNvSpPr/>
              <p:nvPr/>
            </p:nvSpPr>
            <p:spPr>
              <a:xfrm>
                <a:off x="1003929" y="77224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79" name="object 88">
                <a:extLst>
                  <a:ext uri="{FF2B5EF4-FFF2-40B4-BE49-F238E27FC236}">
                    <a16:creationId xmlns:a16="http://schemas.microsoft.com/office/drawing/2014/main" id="{8A823A3C-0834-E183-0E21-81099B695BE8}"/>
                  </a:ext>
                </a:extLst>
              </p:cNvPr>
              <p:cNvSpPr/>
              <p:nvPr/>
            </p:nvSpPr>
            <p:spPr>
              <a:xfrm>
                <a:off x="1210025" y="77224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380" name="object 89">
                <a:extLst>
                  <a:ext uri="{FF2B5EF4-FFF2-40B4-BE49-F238E27FC236}">
                    <a16:creationId xmlns:a16="http://schemas.microsoft.com/office/drawing/2014/main" id="{88152AE5-3B09-2409-CACF-BE114297DBF5}"/>
                  </a:ext>
                </a:extLst>
              </p:cNvPr>
              <p:cNvSpPr/>
              <p:nvPr/>
            </p:nvSpPr>
            <p:spPr>
              <a:xfrm>
                <a:off x="1210025" y="77224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81" name="object 90">
                <a:extLst>
                  <a:ext uri="{FF2B5EF4-FFF2-40B4-BE49-F238E27FC236}">
                    <a16:creationId xmlns:a16="http://schemas.microsoft.com/office/drawing/2014/main" id="{485E69F1-3AC4-65B0-A649-7934E5890609}"/>
                  </a:ext>
                </a:extLst>
              </p:cNvPr>
              <p:cNvSpPr/>
              <p:nvPr/>
            </p:nvSpPr>
            <p:spPr>
              <a:xfrm>
                <a:off x="1416103" y="77224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382" name="object 91">
                <a:extLst>
                  <a:ext uri="{FF2B5EF4-FFF2-40B4-BE49-F238E27FC236}">
                    <a16:creationId xmlns:a16="http://schemas.microsoft.com/office/drawing/2014/main" id="{132A6BB6-9CA1-0993-3357-355547CA00F9}"/>
                  </a:ext>
                </a:extLst>
              </p:cNvPr>
              <p:cNvSpPr/>
              <p:nvPr/>
            </p:nvSpPr>
            <p:spPr>
              <a:xfrm>
                <a:off x="1416102" y="77224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83" name="object 92">
                <a:extLst>
                  <a:ext uri="{FF2B5EF4-FFF2-40B4-BE49-F238E27FC236}">
                    <a16:creationId xmlns:a16="http://schemas.microsoft.com/office/drawing/2014/main" id="{390800E2-E285-2113-4ACE-07CC5173AD3A}"/>
                  </a:ext>
                </a:extLst>
              </p:cNvPr>
              <p:cNvSpPr/>
              <p:nvPr/>
            </p:nvSpPr>
            <p:spPr>
              <a:xfrm>
                <a:off x="1622198" y="77224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384" name="object 93">
                <a:extLst>
                  <a:ext uri="{FF2B5EF4-FFF2-40B4-BE49-F238E27FC236}">
                    <a16:creationId xmlns:a16="http://schemas.microsoft.com/office/drawing/2014/main" id="{623D6713-C325-CC82-34A3-1BA93F075142}"/>
                  </a:ext>
                </a:extLst>
              </p:cNvPr>
              <p:cNvSpPr/>
              <p:nvPr/>
            </p:nvSpPr>
            <p:spPr>
              <a:xfrm>
                <a:off x="1622198" y="77224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85" name="object 94">
                <a:extLst>
                  <a:ext uri="{FF2B5EF4-FFF2-40B4-BE49-F238E27FC236}">
                    <a16:creationId xmlns:a16="http://schemas.microsoft.com/office/drawing/2014/main" id="{C402D746-EFE5-27B0-833E-EF7E28D286BB}"/>
                  </a:ext>
                </a:extLst>
              </p:cNvPr>
              <p:cNvSpPr/>
              <p:nvPr/>
            </p:nvSpPr>
            <p:spPr>
              <a:xfrm>
                <a:off x="1828270" y="77224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386" name="object 95">
                <a:extLst>
                  <a:ext uri="{FF2B5EF4-FFF2-40B4-BE49-F238E27FC236}">
                    <a16:creationId xmlns:a16="http://schemas.microsoft.com/office/drawing/2014/main" id="{24864093-98D2-FE8C-340C-A6FC272AF044}"/>
                  </a:ext>
                </a:extLst>
              </p:cNvPr>
              <p:cNvSpPr/>
              <p:nvPr/>
            </p:nvSpPr>
            <p:spPr>
              <a:xfrm>
                <a:off x="1828270" y="77224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87" name="object 96">
                <a:extLst>
                  <a:ext uri="{FF2B5EF4-FFF2-40B4-BE49-F238E27FC236}">
                    <a16:creationId xmlns:a16="http://schemas.microsoft.com/office/drawing/2014/main" id="{CB987231-6E3A-64D4-13B5-71CB19187340}"/>
                  </a:ext>
                </a:extLst>
              </p:cNvPr>
              <p:cNvSpPr/>
              <p:nvPr/>
            </p:nvSpPr>
            <p:spPr>
              <a:xfrm>
                <a:off x="2034348" y="77224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388" name="object 97">
                <a:extLst>
                  <a:ext uri="{FF2B5EF4-FFF2-40B4-BE49-F238E27FC236}">
                    <a16:creationId xmlns:a16="http://schemas.microsoft.com/office/drawing/2014/main" id="{F8DACFBA-8068-E892-9973-57B96643CEEF}"/>
                  </a:ext>
                </a:extLst>
              </p:cNvPr>
              <p:cNvSpPr/>
              <p:nvPr/>
            </p:nvSpPr>
            <p:spPr>
              <a:xfrm>
                <a:off x="2034348" y="77224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89" name="object 98">
                <a:extLst>
                  <a:ext uri="{FF2B5EF4-FFF2-40B4-BE49-F238E27FC236}">
                    <a16:creationId xmlns:a16="http://schemas.microsoft.com/office/drawing/2014/main" id="{78AEB89A-79F1-6258-A460-09AAD9CE784F}"/>
                  </a:ext>
                </a:extLst>
              </p:cNvPr>
              <p:cNvSpPr/>
              <p:nvPr/>
            </p:nvSpPr>
            <p:spPr>
              <a:xfrm>
                <a:off x="2240443" y="77224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90" name="object 99">
                <a:extLst>
                  <a:ext uri="{FF2B5EF4-FFF2-40B4-BE49-F238E27FC236}">
                    <a16:creationId xmlns:a16="http://schemas.microsoft.com/office/drawing/2014/main" id="{1C85D9EC-F760-675E-3722-D22BA67334DC}"/>
                  </a:ext>
                </a:extLst>
              </p:cNvPr>
              <p:cNvSpPr/>
              <p:nvPr/>
            </p:nvSpPr>
            <p:spPr>
              <a:xfrm>
                <a:off x="2240443" y="77224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91" name="object 100">
                <a:extLst>
                  <a:ext uri="{FF2B5EF4-FFF2-40B4-BE49-F238E27FC236}">
                    <a16:creationId xmlns:a16="http://schemas.microsoft.com/office/drawing/2014/main" id="{A430169D-F84A-FC42-21F1-C7982874B10F}"/>
                  </a:ext>
                </a:extLst>
              </p:cNvPr>
              <p:cNvSpPr/>
              <p:nvPr/>
            </p:nvSpPr>
            <p:spPr>
              <a:xfrm>
                <a:off x="797851" y="978339"/>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392" name="object 101">
                <a:extLst>
                  <a:ext uri="{FF2B5EF4-FFF2-40B4-BE49-F238E27FC236}">
                    <a16:creationId xmlns:a16="http://schemas.microsoft.com/office/drawing/2014/main" id="{9EF4115A-88C6-F7DD-1A14-C108B8AB87CB}"/>
                  </a:ext>
                </a:extLst>
              </p:cNvPr>
              <p:cNvSpPr/>
              <p:nvPr/>
            </p:nvSpPr>
            <p:spPr>
              <a:xfrm>
                <a:off x="797851" y="978339"/>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93" name="object 102">
                <a:extLst>
                  <a:ext uri="{FF2B5EF4-FFF2-40B4-BE49-F238E27FC236}">
                    <a16:creationId xmlns:a16="http://schemas.microsoft.com/office/drawing/2014/main" id="{47EF43F2-5B86-542A-83F9-481A3437CBAA}"/>
                  </a:ext>
                </a:extLst>
              </p:cNvPr>
              <p:cNvSpPr/>
              <p:nvPr/>
            </p:nvSpPr>
            <p:spPr>
              <a:xfrm>
                <a:off x="1003929" y="978339"/>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394" name="object 103">
                <a:extLst>
                  <a:ext uri="{FF2B5EF4-FFF2-40B4-BE49-F238E27FC236}">
                    <a16:creationId xmlns:a16="http://schemas.microsoft.com/office/drawing/2014/main" id="{E7B011BB-9890-C7B9-F386-30CFEABAD28F}"/>
                  </a:ext>
                </a:extLst>
              </p:cNvPr>
              <p:cNvSpPr/>
              <p:nvPr/>
            </p:nvSpPr>
            <p:spPr>
              <a:xfrm>
                <a:off x="1003929" y="978339"/>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95" name="object 104">
                <a:extLst>
                  <a:ext uri="{FF2B5EF4-FFF2-40B4-BE49-F238E27FC236}">
                    <a16:creationId xmlns:a16="http://schemas.microsoft.com/office/drawing/2014/main" id="{ED45C1C7-61DA-6AD0-FD84-58DB2F0858C8}"/>
                  </a:ext>
                </a:extLst>
              </p:cNvPr>
              <p:cNvSpPr/>
              <p:nvPr/>
            </p:nvSpPr>
            <p:spPr>
              <a:xfrm>
                <a:off x="1210025" y="978339"/>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96" name="object 105">
                <a:extLst>
                  <a:ext uri="{FF2B5EF4-FFF2-40B4-BE49-F238E27FC236}">
                    <a16:creationId xmlns:a16="http://schemas.microsoft.com/office/drawing/2014/main" id="{3AF9B918-9723-B52F-4662-4CB4FEEC9608}"/>
                  </a:ext>
                </a:extLst>
              </p:cNvPr>
              <p:cNvSpPr/>
              <p:nvPr/>
            </p:nvSpPr>
            <p:spPr>
              <a:xfrm>
                <a:off x="1210025" y="978339"/>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97" name="object 106">
                <a:extLst>
                  <a:ext uri="{FF2B5EF4-FFF2-40B4-BE49-F238E27FC236}">
                    <a16:creationId xmlns:a16="http://schemas.microsoft.com/office/drawing/2014/main" id="{995E27CB-2FFE-FA7B-3DEC-500CB939EBCD}"/>
                  </a:ext>
                </a:extLst>
              </p:cNvPr>
              <p:cNvSpPr/>
              <p:nvPr/>
            </p:nvSpPr>
            <p:spPr>
              <a:xfrm>
                <a:off x="1416103" y="978339"/>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98" name="object 107">
                <a:extLst>
                  <a:ext uri="{FF2B5EF4-FFF2-40B4-BE49-F238E27FC236}">
                    <a16:creationId xmlns:a16="http://schemas.microsoft.com/office/drawing/2014/main" id="{AF7C5F60-D362-A64D-E969-AD4E78885DB2}"/>
                  </a:ext>
                </a:extLst>
              </p:cNvPr>
              <p:cNvSpPr/>
              <p:nvPr/>
            </p:nvSpPr>
            <p:spPr>
              <a:xfrm>
                <a:off x="1416102" y="978339"/>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99" name="object 108">
                <a:extLst>
                  <a:ext uri="{FF2B5EF4-FFF2-40B4-BE49-F238E27FC236}">
                    <a16:creationId xmlns:a16="http://schemas.microsoft.com/office/drawing/2014/main" id="{4C7E2240-1BEA-4C77-59F6-BECB30A7B9C0}"/>
                  </a:ext>
                </a:extLst>
              </p:cNvPr>
              <p:cNvSpPr/>
              <p:nvPr/>
            </p:nvSpPr>
            <p:spPr>
              <a:xfrm>
                <a:off x="1622198" y="978339"/>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00" name="object 109">
                <a:extLst>
                  <a:ext uri="{FF2B5EF4-FFF2-40B4-BE49-F238E27FC236}">
                    <a16:creationId xmlns:a16="http://schemas.microsoft.com/office/drawing/2014/main" id="{98FC3856-C6D6-F0DF-6E95-4C58E043F10E}"/>
                  </a:ext>
                </a:extLst>
              </p:cNvPr>
              <p:cNvSpPr/>
              <p:nvPr/>
            </p:nvSpPr>
            <p:spPr>
              <a:xfrm>
                <a:off x="1622198" y="978339"/>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01" name="object 110">
                <a:extLst>
                  <a:ext uri="{FF2B5EF4-FFF2-40B4-BE49-F238E27FC236}">
                    <a16:creationId xmlns:a16="http://schemas.microsoft.com/office/drawing/2014/main" id="{9CD35729-84A8-7E0B-ADE8-7E68AE9EAC7D}"/>
                  </a:ext>
                </a:extLst>
              </p:cNvPr>
              <p:cNvSpPr/>
              <p:nvPr/>
            </p:nvSpPr>
            <p:spPr>
              <a:xfrm>
                <a:off x="1828270" y="978339"/>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02" name="object 111">
                <a:extLst>
                  <a:ext uri="{FF2B5EF4-FFF2-40B4-BE49-F238E27FC236}">
                    <a16:creationId xmlns:a16="http://schemas.microsoft.com/office/drawing/2014/main" id="{496AF260-D0E2-7A15-4A43-08E93E25F3BB}"/>
                  </a:ext>
                </a:extLst>
              </p:cNvPr>
              <p:cNvSpPr/>
              <p:nvPr/>
            </p:nvSpPr>
            <p:spPr>
              <a:xfrm>
                <a:off x="1828270" y="978339"/>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03" name="object 112">
                <a:extLst>
                  <a:ext uri="{FF2B5EF4-FFF2-40B4-BE49-F238E27FC236}">
                    <a16:creationId xmlns:a16="http://schemas.microsoft.com/office/drawing/2014/main" id="{B7C347D6-E7E7-40F2-B7D3-2531DB0DE4CD}"/>
                  </a:ext>
                </a:extLst>
              </p:cNvPr>
              <p:cNvSpPr/>
              <p:nvPr/>
            </p:nvSpPr>
            <p:spPr>
              <a:xfrm>
                <a:off x="2034348" y="978339"/>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04" name="object 113">
                <a:extLst>
                  <a:ext uri="{FF2B5EF4-FFF2-40B4-BE49-F238E27FC236}">
                    <a16:creationId xmlns:a16="http://schemas.microsoft.com/office/drawing/2014/main" id="{6EE5C253-8FC5-6CCF-804E-14B515654FE9}"/>
                  </a:ext>
                </a:extLst>
              </p:cNvPr>
              <p:cNvSpPr/>
              <p:nvPr/>
            </p:nvSpPr>
            <p:spPr>
              <a:xfrm>
                <a:off x="2034348" y="978339"/>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05" name="object 114">
                <a:extLst>
                  <a:ext uri="{FF2B5EF4-FFF2-40B4-BE49-F238E27FC236}">
                    <a16:creationId xmlns:a16="http://schemas.microsoft.com/office/drawing/2014/main" id="{35AABBE4-4C03-FBB2-7314-506D17A3C4C7}"/>
                  </a:ext>
                </a:extLst>
              </p:cNvPr>
              <p:cNvSpPr/>
              <p:nvPr/>
            </p:nvSpPr>
            <p:spPr>
              <a:xfrm>
                <a:off x="2240443" y="978339"/>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06" name="object 115">
                <a:extLst>
                  <a:ext uri="{FF2B5EF4-FFF2-40B4-BE49-F238E27FC236}">
                    <a16:creationId xmlns:a16="http://schemas.microsoft.com/office/drawing/2014/main" id="{D0A91D14-BDB3-8E3F-D62F-DD940050E182}"/>
                  </a:ext>
                </a:extLst>
              </p:cNvPr>
              <p:cNvSpPr/>
              <p:nvPr/>
            </p:nvSpPr>
            <p:spPr>
              <a:xfrm>
                <a:off x="2240443" y="978339"/>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07" name="object 116">
                <a:extLst>
                  <a:ext uri="{FF2B5EF4-FFF2-40B4-BE49-F238E27FC236}">
                    <a16:creationId xmlns:a16="http://schemas.microsoft.com/office/drawing/2014/main" id="{40B9396B-28D0-3A0A-6ED1-FADA11E1B726}"/>
                  </a:ext>
                </a:extLst>
              </p:cNvPr>
              <p:cNvSpPr/>
              <p:nvPr/>
            </p:nvSpPr>
            <p:spPr>
              <a:xfrm>
                <a:off x="797851" y="1184417"/>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08" name="object 117">
                <a:extLst>
                  <a:ext uri="{FF2B5EF4-FFF2-40B4-BE49-F238E27FC236}">
                    <a16:creationId xmlns:a16="http://schemas.microsoft.com/office/drawing/2014/main" id="{22A07D6E-1A1C-ED7F-3EFE-A7CBB005A054}"/>
                  </a:ext>
                </a:extLst>
              </p:cNvPr>
              <p:cNvSpPr/>
              <p:nvPr/>
            </p:nvSpPr>
            <p:spPr>
              <a:xfrm>
                <a:off x="797851" y="1184417"/>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09" name="object 118">
                <a:extLst>
                  <a:ext uri="{FF2B5EF4-FFF2-40B4-BE49-F238E27FC236}">
                    <a16:creationId xmlns:a16="http://schemas.microsoft.com/office/drawing/2014/main" id="{63BFE2F9-EF56-11B8-DB06-6A0C982D6EC4}"/>
                  </a:ext>
                </a:extLst>
              </p:cNvPr>
              <p:cNvSpPr/>
              <p:nvPr/>
            </p:nvSpPr>
            <p:spPr>
              <a:xfrm>
                <a:off x="1003929" y="1184417"/>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10" name="object 119">
                <a:extLst>
                  <a:ext uri="{FF2B5EF4-FFF2-40B4-BE49-F238E27FC236}">
                    <a16:creationId xmlns:a16="http://schemas.microsoft.com/office/drawing/2014/main" id="{8AB9FE83-B9AA-C6AF-202E-39C4ADEE3495}"/>
                  </a:ext>
                </a:extLst>
              </p:cNvPr>
              <p:cNvSpPr/>
              <p:nvPr/>
            </p:nvSpPr>
            <p:spPr>
              <a:xfrm>
                <a:off x="1003929" y="1184417"/>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11" name="object 120">
                <a:extLst>
                  <a:ext uri="{FF2B5EF4-FFF2-40B4-BE49-F238E27FC236}">
                    <a16:creationId xmlns:a16="http://schemas.microsoft.com/office/drawing/2014/main" id="{11C3593A-2ECD-25FD-E298-F74AE61E827E}"/>
                  </a:ext>
                </a:extLst>
              </p:cNvPr>
              <p:cNvSpPr/>
              <p:nvPr/>
            </p:nvSpPr>
            <p:spPr>
              <a:xfrm>
                <a:off x="1210025" y="1184417"/>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12" name="object 121">
                <a:extLst>
                  <a:ext uri="{FF2B5EF4-FFF2-40B4-BE49-F238E27FC236}">
                    <a16:creationId xmlns:a16="http://schemas.microsoft.com/office/drawing/2014/main" id="{D0CBF506-43D5-D5A9-08FE-0C3AE86655B4}"/>
                  </a:ext>
                </a:extLst>
              </p:cNvPr>
              <p:cNvSpPr/>
              <p:nvPr/>
            </p:nvSpPr>
            <p:spPr>
              <a:xfrm>
                <a:off x="1210025" y="1184417"/>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13" name="object 122">
                <a:extLst>
                  <a:ext uri="{FF2B5EF4-FFF2-40B4-BE49-F238E27FC236}">
                    <a16:creationId xmlns:a16="http://schemas.microsoft.com/office/drawing/2014/main" id="{B0AF92CF-7AA5-472F-5921-A3F30095768C}"/>
                  </a:ext>
                </a:extLst>
              </p:cNvPr>
              <p:cNvSpPr/>
              <p:nvPr/>
            </p:nvSpPr>
            <p:spPr>
              <a:xfrm>
                <a:off x="1416103" y="1184417"/>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14" name="object 123">
                <a:extLst>
                  <a:ext uri="{FF2B5EF4-FFF2-40B4-BE49-F238E27FC236}">
                    <a16:creationId xmlns:a16="http://schemas.microsoft.com/office/drawing/2014/main" id="{8476FFD6-D25B-5DA6-EE77-E5E1C9C5CFB0}"/>
                  </a:ext>
                </a:extLst>
              </p:cNvPr>
              <p:cNvSpPr/>
              <p:nvPr/>
            </p:nvSpPr>
            <p:spPr>
              <a:xfrm>
                <a:off x="1416102" y="1184417"/>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15" name="object 124">
                <a:extLst>
                  <a:ext uri="{FF2B5EF4-FFF2-40B4-BE49-F238E27FC236}">
                    <a16:creationId xmlns:a16="http://schemas.microsoft.com/office/drawing/2014/main" id="{F14A29D1-63EC-EFD9-859B-5A0AEB7B4004}"/>
                  </a:ext>
                </a:extLst>
              </p:cNvPr>
              <p:cNvSpPr/>
              <p:nvPr/>
            </p:nvSpPr>
            <p:spPr>
              <a:xfrm>
                <a:off x="1622198" y="1184417"/>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16" name="object 125">
                <a:extLst>
                  <a:ext uri="{FF2B5EF4-FFF2-40B4-BE49-F238E27FC236}">
                    <a16:creationId xmlns:a16="http://schemas.microsoft.com/office/drawing/2014/main" id="{526D0878-31C0-9F66-B1ED-18B054E4C8A1}"/>
                  </a:ext>
                </a:extLst>
              </p:cNvPr>
              <p:cNvSpPr/>
              <p:nvPr/>
            </p:nvSpPr>
            <p:spPr>
              <a:xfrm>
                <a:off x="1622198" y="1184417"/>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17" name="object 126">
                <a:extLst>
                  <a:ext uri="{FF2B5EF4-FFF2-40B4-BE49-F238E27FC236}">
                    <a16:creationId xmlns:a16="http://schemas.microsoft.com/office/drawing/2014/main" id="{3F6F039F-51AC-31BE-3C3C-98D31EAD959C}"/>
                  </a:ext>
                </a:extLst>
              </p:cNvPr>
              <p:cNvSpPr/>
              <p:nvPr/>
            </p:nvSpPr>
            <p:spPr>
              <a:xfrm>
                <a:off x="1828270" y="1184417"/>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18" name="object 127">
                <a:extLst>
                  <a:ext uri="{FF2B5EF4-FFF2-40B4-BE49-F238E27FC236}">
                    <a16:creationId xmlns:a16="http://schemas.microsoft.com/office/drawing/2014/main" id="{D785AFBD-5BAA-22A4-C8D3-4F713DDCDA61}"/>
                  </a:ext>
                </a:extLst>
              </p:cNvPr>
              <p:cNvSpPr/>
              <p:nvPr/>
            </p:nvSpPr>
            <p:spPr>
              <a:xfrm>
                <a:off x="1828270" y="1184417"/>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19" name="object 128">
                <a:extLst>
                  <a:ext uri="{FF2B5EF4-FFF2-40B4-BE49-F238E27FC236}">
                    <a16:creationId xmlns:a16="http://schemas.microsoft.com/office/drawing/2014/main" id="{9DBC1E5E-CE74-C65B-4628-8AB78D94AB44}"/>
                  </a:ext>
                </a:extLst>
              </p:cNvPr>
              <p:cNvSpPr/>
              <p:nvPr/>
            </p:nvSpPr>
            <p:spPr>
              <a:xfrm>
                <a:off x="2034348" y="1184417"/>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20" name="object 129">
                <a:extLst>
                  <a:ext uri="{FF2B5EF4-FFF2-40B4-BE49-F238E27FC236}">
                    <a16:creationId xmlns:a16="http://schemas.microsoft.com/office/drawing/2014/main" id="{CFD1AD94-7CC0-60C7-47E8-39A80F8B4D39}"/>
                  </a:ext>
                </a:extLst>
              </p:cNvPr>
              <p:cNvSpPr/>
              <p:nvPr/>
            </p:nvSpPr>
            <p:spPr>
              <a:xfrm>
                <a:off x="2034348" y="1184417"/>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21" name="object 130">
                <a:extLst>
                  <a:ext uri="{FF2B5EF4-FFF2-40B4-BE49-F238E27FC236}">
                    <a16:creationId xmlns:a16="http://schemas.microsoft.com/office/drawing/2014/main" id="{C97A46A2-6F4C-7D50-922F-54E41EBAD1FF}"/>
                  </a:ext>
                </a:extLst>
              </p:cNvPr>
              <p:cNvSpPr/>
              <p:nvPr/>
            </p:nvSpPr>
            <p:spPr>
              <a:xfrm>
                <a:off x="2240443" y="1184417"/>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22" name="object 131">
                <a:extLst>
                  <a:ext uri="{FF2B5EF4-FFF2-40B4-BE49-F238E27FC236}">
                    <a16:creationId xmlns:a16="http://schemas.microsoft.com/office/drawing/2014/main" id="{06E91EC8-6A38-A082-40FC-3C83424333AC}"/>
                  </a:ext>
                </a:extLst>
              </p:cNvPr>
              <p:cNvSpPr/>
              <p:nvPr/>
            </p:nvSpPr>
            <p:spPr>
              <a:xfrm>
                <a:off x="2240443" y="1184417"/>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23" name="object 132">
                <a:extLst>
                  <a:ext uri="{FF2B5EF4-FFF2-40B4-BE49-F238E27FC236}">
                    <a16:creationId xmlns:a16="http://schemas.microsoft.com/office/drawing/2014/main" id="{FF83A530-B8D7-3877-13BB-9E3C205DBC2A}"/>
                  </a:ext>
                </a:extLst>
              </p:cNvPr>
              <p:cNvSpPr/>
              <p:nvPr/>
            </p:nvSpPr>
            <p:spPr>
              <a:xfrm>
                <a:off x="797851" y="139051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24" name="object 133">
                <a:extLst>
                  <a:ext uri="{FF2B5EF4-FFF2-40B4-BE49-F238E27FC236}">
                    <a16:creationId xmlns:a16="http://schemas.microsoft.com/office/drawing/2014/main" id="{C371EB0B-FA45-0808-301B-25293674F1E1}"/>
                  </a:ext>
                </a:extLst>
              </p:cNvPr>
              <p:cNvSpPr/>
              <p:nvPr/>
            </p:nvSpPr>
            <p:spPr>
              <a:xfrm>
                <a:off x="797851" y="139051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25" name="object 134">
                <a:extLst>
                  <a:ext uri="{FF2B5EF4-FFF2-40B4-BE49-F238E27FC236}">
                    <a16:creationId xmlns:a16="http://schemas.microsoft.com/office/drawing/2014/main" id="{29E2111B-C028-F523-78FD-200EE269DB54}"/>
                  </a:ext>
                </a:extLst>
              </p:cNvPr>
              <p:cNvSpPr/>
              <p:nvPr/>
            </p:nvSpPr>
            <p:spPr>
              <a:xfrm>
                <a:off x="1003929" y="139051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26" name="object 135">
                <a:extLst>
                  <a:ext uri="{FF2B5EF4-FFF2-40B4-BE49-F238E27FC236}">
                    <a16:creationId xmlns:a16="http://schemas.microsoft.com/office/drawing/2014/main" id="{3827EB8B-8A7C-9CBD-9DCF-4A4675873175}"/>
                  </a:ext>
                </a:extLst>
              </p:cNvPr>
              <p:cNvSpPr/>
              <p:nvPr/>
            </p:nvSpPr>
            <p:spPr>
              <a:xfrm>
                <a:off x="1003929" y="139051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27" name="object 136">
                <a:extLst>
                  <a:ext uri="{FF2B5EF4-FFF2-40B4-BE49-F238E27FC236}">
                    <a16:creationId xmlns:a16="http://schemas.microsoft.com/office/drawing/2014/main" id="{03EBA9BB-B604-3CCB-B4F0-64806D3C6010}"/>
                  </a:ext>
                </a:extLst>
              </p:cNvPr>
              <p:cNvSpPr/>
              <p:nvPr/>
            </p:nvSpPr>
            <p:spPr>
              <a:xfrm>
                <a:off x="1210025" y="139051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28" name="object 137">
                <a:extLst>
                  <a:ext uri="{FF2B5EF4-FFF2-40B4-BE49-F238E27FC236}">
                    <a16:creationId xmlns:a16="http://schemas.microsoft.com/office/drawing/2014/main" id="{3B37A9C2-6162-53BF-8D68-945E7D59CB5E}"/>
                  </a:ext>
                </a:extLst>
              </p:cNvPr>
              <p:cNvSpPr/>
              <p:nvPr/>
            </p:nvSpPr>
            <p:spPr>
              <a:xfrm>
                <a:off x="1210025" y="139051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29" name="object 138">
                <a:extLst>
                  <a:ext uri="{FF2B5EF4-FFF2-40B4-BE49-F238E27FC236}">
                    <a16:creationId xmlns:a16="http://schemas.microsoft.com/office/drawing/2014/main" id="{B2901360-9B19-7990-4C40-B66B84A330BE}"/>
                  </a:ext>
                </a:extLst>
              </p:cNvPr>
              <p:cNvSpPr/>
              <p:nvPr/>
            </p:nvSpPr>
            <p:spPr>
              <a:xfrm>
                <a:off x="1416103" y="139051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30" name="object 139">
                <a:extLst>
                  <a:ext uri="{FF2B5EF4-FFF2-40B4-BE49-F238E27FC236}">
                    <a16:creationId xmlns:a16="http://schemas.microsoft.com/office/drawing/2014/main" id="{CA2344EA-DD29-7664-4352-1FC5AE71E7DF}"/>
                  </a:ext>
                </a:extLst>
              </p:cNvPr>
              <p:cNvSpPr/>
              <p:nvPr/>
            </p:nvSpPr>
            <p:spPr>
              <a:xfrm>
                <a:off x="1416102" y="139051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31" name="object 140">
                <a:extLst>
                  <a:ext uri="{FF2B5EF4-FFF2-40B4-BE49-F238E27FC236}">
                    <a16:creationId xmlns:a16="http://schemas.microsoft.com/office/drawing/2014/main" id="{17E170AC-4DAF-11AE-B513-A555CD61D25D}"/>
                  </a:ext>
                </a:extLst>
              </p:cNvPr>
              <p:cNvSpPr/>
              <p:nvPr/>
            </p:nvSpPr>
            <p:spPr>
              <a:xfrm>
                <a:off x="1622198" y="139051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32" name="object 141">
                <a:extLst>
                  <a:ext uri="{FF2B5EF4-FFF2-40B4-BE49-F238E27FC236}">
                    <a16:creationId xmlns:a16="http://schemas.microsoft.com/office/drawing/2014/main" id="{A63B7F3B-80D2-2B33-5832-0B13D05C74AE}"/>
                  </a:ext>
                </a:extLst>
              </p:cNvPr>
              <p:cNvSpPr/>
              <p:nvPr/>
            </p:nvSpPr>
            <p:spPr>
              <a:xfrm>
                <a:off x="1622198" y="139051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33" name="object 142">
                <a:extLst>
                  <a:ext uri="{FF2B5EF4-FFF2-40B4-BE49-F238E27FC236}">
                    <a16:creationId xmlns:a16="http://schemas.microsoft.com/office/drawing/2014/main" id="{7529E099-EE1D-F3E4-2504-30154C7D4C78}"/>
                  </a:ext>
                </a:extLst>
              </p:cNvPr>
              <p:cNvSpPr/>
              <p:nvPr/>
            </p:nvSpPr>
            <p:spPr>
              <a:xfrm>
                <a:off x="1828270" y="139051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34" name="object 143">
                <a:extLst>
                  <a:ext uri="{FF2B5EF4-FFF2-40B4-BE49-F238E27FC236}">
                    <a16:creationId xmlns:a16="http://schemas.microsoft.com/office/drawing/2014/main" id="{2EFFD9AD-DB44-4EF2-77DB-6B242A4A11E2}"/>
                  </a:ext>
                </a:extLst>
              </p:cNvPr>
              <p:cNvSpPr/>
              <p:nvPr/>
            </p:nvSpPr>
            <p:spPr>
              <a:xfrm>
                <a:off x="1828270" y="139051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35" name="object 144">
                <a:extLst>
                  <a:ext uri="{FF2B5EF4-FFF2-40B4-BE49-F238E27FC236}">
                    <a16:creationId xmlns:a16="http://schemas.microsoft.com/office/drawing/2014/main" id="{B5F86F2D-F0C2-6D15-7E7A-5E57945F2E34}"/>
                  </a:ext>
                </a:extLst>
              </p:cNvPr>
              <p:cNvSpPr/>
              <p:nvPr/>
            </p:nvSpPr>
            <p:spPr>
              <a:xfrm>
                <a:off x="2034348" y="139051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36" name="object 145">
                <a:extLst>
                  <a:ext uri="{FF2B5EF4-FFF2-40B4-BE49-F238E27FC236}">
                    <a16:creationId xmlns:a16="http://schemas.microsoft.com/office/drawing/2014/main" id="{50A3F4E0-355D-62C5-F796-6C1D4FAC9A36}"/>
                  </a:ext>
                </a:extLst>
              </p:cNvPr>
              <p:cNvSpPr/>
              <p:nvPr/>
            </p:nvSpPr>
            <p:spPr>
              <a:xfrm>
                <a:off x="2034348" y="139051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37" name="object 146">
                <a:extLst>
                  <a:ext uri="{FF2B5EF4-FFF2-40B4-BE49-F238E27FC236}">
                    <a16:creationId xmlns:a16="http://schemas.microsoft.com/office/drawing/2014/main" id="{7CBCC4FE-3AFE-3A1D-F62E-1CC5A9901374}"/>
                  </a:ext>
                </a:extLst>
              </p:cNvPr>
              <p:cNvSpPr/>
              <p:nvPr/>
            </p:nvSpPr>
            <p:spPr>
              <a:xfrm>
                <a:off x="2240443" y="139051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38" name="object 147">
                <a:extLst>
                  <a:ext uri="{FF2B5EF4-FFF2-40B4-BE49-F238E27FC236}">
                    <a16:creationId xmlns:a16="http://schemas.microsoft.com/office/drawing/2014/main" id="{DD282842-5A30-3D1F-09CE-C3CAC040B851}"/>
                  </a:ext>
                </a:extLst>
              </p:cNvPr>
              <p:cNvSpPr/>
              <p:nvPr/>
            </p:nvSpPr>
            <p:spPr>
              <a:xfrm>
                <a:off x="2240443" y="139051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39" name="object 148">
                <a:extLst>
                  <a:ext uri="{FF2B5EF4-FFF2-40B4-BE49-F238E27FC236}">
                    <a16:creationId xmlns:a16="http://schemas.microsoft.com/office/drawing/2014/main" id="{FC588118-5F2D-F144-C459-BEDC67AF62D0}"/>
                  </a:ext>
                </a:extLst>
              </p:cNvPr>
              <p:cNvSpPr/>
              <p:nvPr/>
            </p:nvSpPr>
            <p:spPr>
              <a:xfrm>
                <a:off x="797851" y="159658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40" name="object 149">
                <a:extLst>
                  <a:ext uri="{FF2B5EF4-FFF2-40B4-BE49-F238E27FC236}">
                    <a16:creationId xmlns:a16="http://schemas.microsoft.com/office/drawing/2014/main" id="{C894CE73-F9ED-9D22-ACDD-49C12EA81BB7}"/>
                  </a:ext>
                </a:extLst>
              </p:cNvPr>
              <p:cNvSpPr/>
              <p:nvPr/>
            </p:nvSpPr>
            <p:spPr>
              <a:xfrm>
                <a:off x="797851" y="159658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41" name="object 150">
                <a:extLst>
                  <a:ext uri="{FF2B5EF4-FFF2-40B4-BE49-F238E27FC236}">
                    <a16:creationId xmlns:a16="http://schemas.microsoft.com/office/drawing/2014/main" id="{BED4E1A5-9BA4-2494-EDD4-2492DD9EE3A4}"/>
                  </a:ext>
                </a:extLst>
              </p:cNvPr>
              <p:cNvSpPr/>
              <p:nvPr/>
            </p:nvSpPr>
            <p:spPr>
              <a:xfrm>
                <a:off x="1003929" y="159658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42" name="object 151">
                <a:extLst>
                  <a:ext uri="{FF2B5EF4-FFF2-40B4-BE49-F238E27FC236}">
                    <a16:creationId xmlns:a16="http://schemas.microsoft.com/office/drawing/2014/main" id="{069E5018-4B04-1FAF-7B6F-21DB8527EC34}"/>
                  </a:ext>
                </a:extLst>
              </p:cNvPr>
              <p:cNvSpPr/>
              <p:nvPr/>
            </p:nvSpPr>
            <p:spPr>
              <a:xfrm>
                <a:off x="1003929" y="159658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43" name="object 152">
                <a:extLst>
                  <a:ext uri="{FF2B5EF4-FFF2-40B4-BE49-F238E27FC236}">
                    <a16:creationId xmlns:a16="http://schemas.microsoft.com/office/drawing/2014/main" id="{95A486E3-85D0-7263-1A29-8EDDC7658C41}"/>
                  </a:ext>
                </a:extLst>
              </p:cNvPr>
              <p:cNvSpPr/>
              <p:nvPr/>
            </p:nvSpPr>
            <p:spPr>
              <a:xfrm>
                <a:off x="1210025" y="159658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44" name="object 153">
                <a:extLst>
                  <a:ext uri="{FF2B5EF4-FFF2-40B4-BE49-F238E27FC236}">
                    <a16:creationId xmlns:a16="http://schemas.microsoft.com/office/drawing/2014/main" id="{F186C9B4-086E-DE07-F4E7-5B870505B209}"/>
                  </a:ext>
                </a:extLst>
              </p:cNvPr>
              <p:cNvSpPr/>
              <p:nvPr/>
            </p:nvSpPr>
            <p:spPr>
              <a:xfrm>
                <a:off x="1210025" y="159658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45" name="object 154">
                <a:extLst>
                  <a:ext uri="{FF2B5EF4-FFF2-40B4-BE49-F238E27FC236}">
                    <a16:creationId xmlns:a16="http://schemas.microsoft.com/office/drawing/2014/main" id="{6159A9B0-C8FF-9EA4-D14C-1EF0E6E1B883}"/>
                  </a:ext>
                </a:extLst>
              </p:cNvPr>
              <p:cNvSpPr/>
              <p:nvPr/>
            </p:nvSpPr>
            <p:spPr>
              <a:xfrm>
                <a:off x="1416103" y="159658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46" name="object 155">
                <a:extLst>
                  <a:ext uri="{FF2B5EF4-FFF2-40B4-BE49-F238E27FC236}">
                    <a16:creationId xmlns:a16="http://schemas.microsoft.com/office/drawing/2014/main" id="{E355C472-8FFB-6BDC-7342-7BCC714A06AB}"/>
                  </a:ext>
                </a:extLst>
              </p:cNvPr>
              <p:cNvSpPr/>
              <p:nvPr/>
            </p:nvSpPr>
            <p:spPr>
              <a:xfrm>
                <a:off x="1416102" y="159658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47" name="object 156">
                <a:extLst>
                  <a:ext uri="{FF2B5EF4-FFF2-40B4-BE49-F238E27FC236}">
                    <a16:creationId xmlns:a16="http://schemas.microsoft.com/office/drawing/2014/main" id="{FCD14B5C-28C2-1384-F861-A038AB0BBAA3}"/>
                  </a:ext>
                </a:extLst>
              </p:cNvPr>
              <p:cNvSpPr/>
              <p:nvPr/>
            </p:nvSpPr>
            <p:spPr>
              <a:xfrm>
                <a:off x="1622198" y="159658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48" name="object 157">
                <a:extLst>
                  <a:ext uri="{FF2B5EF4-FFF2-40B4-BE49-F238E27FC236}">
                    <a16:creationId xmlns:a16="http://schemas.microsoft.com/office/drawing/2014/main" id="{F984F460-D739-C787-DA44-D0318069965F}"/>
                  </a:ext>
                </a:extLst>
              </p:cNvPr>
              <p:cNvSpPr/>
              <p:nvPr/>
            </p:nvSpPr>
            <p:spPr>
              <a:xfrm>
                <a:off x="1622198" y="159658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49" name="object 158">
                <a:extLst>
                  <a:ext uri="{FF2B5EF4-FFF2-40B4-BE49-F238E27FC236}">
                    <a16:creationId xmlns:a16="http://schemas.microsoft.com/office/drawing/2014/main" id="{850CE761-BD69-AE72-221C-9DAEE83B97E5}"/>
                  </a:ext>
                </a:extLst>
              </p:cNvPr>
              <p:cNvSpPr/>
              <p:nvPr/>
            </p:nvSpPr>
            <p:spPr>
              <a:xfrm>
                <a:off x="1828270" y="159658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50" name="object 159">
                <a:extLst>
                  <a:ext uri="{FF2B5EF4-FFF2-40B4-BE49-F238E27FC236}">
                    <a16:creationId xmlns:a16="http://schemas.microsoft.com/office/drawing/2014/main" id="{B182B831-395E-ED5E-6956-922AB1C093EB}"/>
                  </a:ext>
                </a:extLst>
              </p:cNvPr>
              <p:cNvSpPr/>
              <p:nvPr/>
            </p:nvSpPr>
            <p:spPr>
              <a:xfrm>
                <a:off x="1828270" y="159658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51" name="object 160">
                <a:extLst>
                  <a:ext uri="{FF2B5EF4-FFF2-40B4-BE49-F238E27FC236}">
                    <a16:creationId xmlns:a16="http://schemas.microsoft.com/office/drawing/2014/main" id="{B3780175-A946-DEE8-DD61-FA075FB3AEE6}"/>
                  </a:ext>
                </a:extLst>
              </p:cNvPr>
              <p:cNvSpPr/>
              <p:nvPr/>
            </p:nvSpPr>
            <p:spPr>
              <a:xfrm>
                <a:off x="2034348" y="159658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52" name="object 161">
                <a:extLst>
                  <a:ext uri="{FF2B5EF4-FFF2-40B4-BE49-F238E27FC236}">
                    <a16:creationId xmlns:a16="http://schemas.microsoft.com/office/drawing/2014/main" id="{90405422-1EE3-0963-435E-5CCF7E4AE872}"/>
                  </a:ext>
                </a:extLst>
              </p:cNvPr>
              <p:cNvSpPr/>
              <p:nvPr/>
            </p:nvSpPr>
            <p:spPr>
              <a:xfrm>
                <a:off x="2034348" y="159658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53" name="object 162">
                <a:extLst>
                  <a:ext uri="{FF2B5EF4-FFF2-40B4-BE49-F238E27FC236}">
                    <a16:creationId xmlns:a16="http://schemas.microsoft.com/office/drawing/2014/main" id="{0F55704C-3682-274A-9681-1356C079EC91}"/>
                  </a:ext>
                </a:extLst>
              </p:cNvPr>
              <p:cNvSpPr/>
              <p:nvPr/>
            </p:nvSpPr>
            <p:spPr>
              <a:xfrm>
                <a:off x="2240443" y="159658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54" name="object 163">
                <a:extLst>
                  <a:ext uri="{FF2B5EF4-FFF2-40B4-BE49-F238E27FC236}">
                    <a16:creationId xmlns:a16="http://schemas.microsoft.com/office/drawing/2014/main" id="{332832A2-82CD-80AB-1AD7-D5DF31114917}"/>
                  </a:ext>
                </a:extLst>
              </p:cNvPr>
              <p:cNvSpPr/>
              <p:nvPr/>
            </p:nvSpPr>
            <p:spPr>
              <a:xfrm>
                <a:off x="2240443" y="159658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55" name="object 164">
                <a:extLst>
                  <a:ext uri="{FF2B5EF4-FFF2-40B4-BE49-F238E27FC236}">
                    <a16:creationId xmlns:a16="http://schemas.microsoft.com/office/drawing/2014/main" id="{1965CA89-07F8-A6E2-3CD6-575ED06CE2A6}"/>
                  </a:ext>
                </a:extLst>
              </p:cNvPr>
              <p:cNvSpPr/>
              <p:nvPr/>
            </p:nvSpPr>
            <p:spPr>
              <a:xfrm>
                <a:off x="797851" y="180266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56" name="object 165">
                <a:extLst>
                  <a:ext uri="{FF2B5EF4-FFF2-40B4-BE49-F238E27FC236}">
                    <a16:creationId xmlns:a16="http://schemas.microsoft.com/office/drawing/2014/main" id="{6A1D7CDD-1465-28FA-E65C-084F1BEB610B}"/>
                  </a:ext>
                </a:extLst>
              </p:cNvPr>
              <p:cNvSpPr/>
              <p:nvPr/>
            </p:nvSpPr>
            <p:spPr>
              <a:xfrm>
                <a:off x="797851" y="180266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57" name="object 166">
                <a:extLst>
                  <a:ext uri="{FF2B5EF4-FFF2-40B4-BE49-F238E27FC236}">
                    <a16:creationId xmlns:a16="http://schemas.microsoft.com/office/drawing/2014/main" id="{261F000D-F19D-7FC1-183D-587D7B1541A1}"/>
                  </a:ext>
                </a:extLst>
              </p:cNvPr>
              <p:cNvSpPr/>
              <p:nvPr/>
            </p:nvSpPr>
            <p:spPr>
              <a:xfrm>
                <a:off x="1003929" y="180266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58" name="object 167">
                <a:extLst>
                  <a:ext uri="{FF2B5EF4-FFF2-40B4-BE49-F238E27FC236}">
                    <a16:creationId xmlns:a16="http://schemas.microsoft.com/office/drawing/2014/main" id="{FCBC9DDE-744D-9306-956A-CAFF280906AF}"/>
                  </a:ext>
                </a:extLst>
              </p:cNvPr>
              <p:cNvSpPr/>
              <p:nvPr/>
            </p:nvSpPr>
            <p:spPr>
              <a:xfrm>
                <a:off x="1003929" y="180266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59" name="object 168">
                <a:extLst>
                  <a:ext uri="{FF2B5EF4-FFF2-40B4-BE49-F238E27FC236}">
                    <a16:creationId xmlns:a16="http://schemas.microsoft.com/office/drawing/2014/main" id="{CA7CEE18-C1D6-0485-9A57-FEAA17D3BD52}"/>
                  </a:ext>
                </a:extLst>
              </p:cNvPr>
              <p:cNvSpPr/>
              <p:nvPr/>
            </p:nvSpPr>
            <p:spPr>
              <a:xfrm>
                <a:off x="1210025" y="180266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60" name="object 169">
                <a:extLst>
                  <a:ext uri="{FF2B5EF4-FFF2-40B4-BE49-F238E27FC236}">
                    <a16:creationId xmlns:a16="http://schemas.microsoft.com/office/drawing/2014/main" id="{BA3BFCF5-881D-81A5-D596-8499C65B63C9}"/>
                  </a:ext>
                </a:extLst>
              </p:cNvPr>
              <p:cNvSpPr/>
              <p:nvPr/>
            </p:nvSpPr>
            <p:spPr>
              <a:xfrm>
                <a:off x="1210025" y="180266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61" name="object 170">
                <a:extLst>
                  <a:ext uri="{FF2B5EF4-FFF2-40B4-BE49-F238E27FC236}">
                    <a16:creationId xmlns:a16="http://schemas.microsoft.com/office/drawing/2014/main" id="{8DDCDBE2-2B0F-A795-4C8D-15B1D6AA5BA9}"/>
                  </a:ext>
                </a:extLst>
              </p:cNvPr>
              <p:cNvSpPr/>
              <p:nvPr/>
            </p:nvSpPr>
            <p:spPr>
              <a:xfrm>
                <a:off x="1416103" y="180266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62" name="object 171">
                <a:extLst>
                  <a:ext uri="{FF2B5EF4-FFF2-40B4-BE49-F238E27FC236}">
                    <a16:creationId xmlns:a16="http://schemas.microsoft.com/office/drawing/2014/main" id="{C6D41FB6-8BEE-698A-E57B-D68994D5CF3C}"/>
                  </a:ext>
                </a:extLst>
              </p:cNvPr>
              <p:cNvSpPr/>
              <p:nvPr/>
            </p:nvSpPr>
            <p:spPr>
              <a:xfrm>
                <a:off x="1416102" y="180266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63" name="object 172">
                <a:extLst>
                  <a:ext uri="{FF2B5EF4-FFF2-40B4-BE49-F238E27FC236}">
                    <a16:creationId xmlns:a16="http://schemas.microsoft.com/office/drawing/2014/main" id="{3286A6AB-C3F3-2D49-D447-4C7EBDEA61E0}"/>
                  </a:ext>
                </a:extLst>
              </p:cNvPr>
              <p:cNvSpPr/>
              <p:nvPr/>
            </p:nvSpPr>
            <p:spPr>
              <a:xfrm>
                <a:off x="1622198" y="180266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64" name="object 173">
                <a:extLst>
                  <a:ext uri="{FF2B5EF4-FFF2-40B4-BE49-F238E27FC236}">
                    <a16:creationId xmlns:a16="http://schemas.microsoft.com/office/drawing/2014/main" id="{EA9844DA-7818-426B-D5DD-03144A25BD20}"/>
                  </a:ext>
                </a:extLst>
              </p:cNvPr>
              <p:cNvSpPr/>
              <p:nvPr/>
            </p:nvSpPr>
            <p:spPr>
              <a:xfrm>
                <a:off x="1622198" y="180266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65" name="object 174">
                <a:extLst>
                  <a:ext uri="{FF2B5EF4-FFF2-40B4-BE49-F238E27FC236}">
                    <a16:creationId xmlns:a16="http://schemas.microsoft.com/office/drawing/2014/main" id="{F7245C3A-2A1F-9E87-0825-1A0997A508FB}"/>
                  </a:ext>
                </a:extLst>
              </p:cNvPr>
              <p:cNvSpPr/>
              <p:nvPr/>
            </p:nvSpPr>
            <p:spPr>
              <a:xfrm>
                <a:off x="1828270" y="180266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66" name="object 175">
                <a:extLst>
                  <a:ext uri="{FF2B5EF4-FFF2-40B4-BE49-F238E27FC236}">
                    <a16:creationId xmlns:a16="http://schemas.microsoft.com/office/drawing/2014/main" id="{A80006D3-7C72-63CF-1616-9F7C173BECFA}"/>
                  </a:ext>
                </a:extLst>
              </p:cNvPr>
              <p:cNvSpPr/>
              <p:nvPr/>
            </p:nvSpPr>
            <p:spPr>
              <a:xfrm>
                <a:off x="1828270" y="180266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67" name="object 176">
                <a:extLst>
                  <a:ext uri="{FF2B5EF4-FFF2-40B4-BE49-F238E27FC236}">
                    <a16:creationId xmlns:a16="http://schemas.microsoft.com/office/drawing/2014/main" id="{22C3F6B8-BDA3-5D94-A8EA-D5A46CFA7AC4}"/>
                  </a:ext>
                </a:extLst>
              </p:cNvPr>
              <p:cNvSpPr/>
              <p:nvPr/>
            </p:nvSpPr>
            <p:spPr>
              <a:xfrm>
                <a:off x="2034348" y="180266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68" name="object 177">
                <a:extLst>
                  <a:ext uri="{FF2B5EF4-FFF2-40B4-BE49-F238E27FC236}">
                    <a16:creationId xmlns:a16="http://schemas.microsoft.com/office/drawing/2014/main" id="{8993BCC7-03CD-D37C-52B3-2FB271D0A997}"/>
                  </a:ext>
                </a:extLst>
              </p:cNvPr>
              <p:cNvSpPr/>
              <p:nvPr/>
            </p:nvSpPr>
            <p:spPr>
              <a:xfrm>
                <a:off x="2034348" y="180266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69" name="object 178">
                <a:extLst>
                  <a:ext uri="{FF2B5EF4-FFF2-40B4-BE49-F238E27FC236}">
                    <a16:creationId xmlns:a16="http://schemas.microsoft.com/office/drawing/2014/main" id="{11D88B78-0462-C7CC-06A1-632806EE1A63}"/>
                  </a:ext>
                </a:extLst>
              </p:cNvPr>
              <p:cNvSpPr/>
              <p:nvPr/>
            </p:nvSpPr>
            <p:spPr>
              <a:xfrm>
                <a:off x="2240443" y="180266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70" name="object 179">
                <a:extLst>
                  <a:ext uri="{FF2B5EF4-FFF2-40B4-BE49-F238E27FC236}">
                    <a16:creationId xmlns:a16="http://schemas.microsoft.com/office/drawing/2014/main" id="{ACFD1AD6-7FC4-905E-5DE7-9C178E808262}"/>
                  </a:ext>
                </a:extLst>
              </p:cNvPr>
              <p:cNvSpPr/>
              <p:nvPr/>
            </p:nvSpPr>
            <p:spPr>
              <a:xfrm>
                <a:off x="2240443" y="180266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71" name="object 180">
                <a:extLst>
                  <a:ext uri="{FF2B5EF4-FFF2-40B4-BE49-F238E27FC236}">
                    <a16:creationId xmlns:a16="http://schemas.microsoft.com/office/drawing/2014/main" id="{F000873C-48E0-7722-55F2-5844EE3CEE86}"/>
                  </a:ext>
                </a:extLst>
              </p:cNvPr>
              <p:cNvSpPr/>
              <p:nvPr/>
            </p:nvSpPr>
            <p:spPr>
              <a:xfrm>
                <a:off x="797851" y="2008763"/>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72" name="object 181">
                <a:extLst>
                  <a:ext uri="{FF2B5EF4-FFF2-40B4-BE49-F238E27FC236}">
                    <a16:creationId xmlns:a16="http://schemas.microsoft.com/office/drawing/2014/main" id="{2DE975DC-9B19-7898-CFBE-277BDEBA6DAF}"/>
                  </a:ext>
                </a:extLst>
              </p:cNvPr>
              <p:cNvSpPr/>
              <p:nvPr/>
            </p:nvSpPr>
            <p:spPr>
              <a:xfrm>
                <a:off x="797851" y="2008758"/>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73" name="object 182">
                <a:extLst>
                  <a:ext uri="{FF2B5EF4-FFF2-40B4-BE49-F238E27FC236}">
                    <a16:creationId xmlns:a16="http://schemas.microsoft.com/office/drawing/2014/main" id="{3E2CF790-4E8E-87BF-0DC6-12B3FD4D5662}"/>
                  </a:ext>
                </a:extLst>
              </p:cNvPr>
              <p:cNvSpPr/>
              <p:nvPr/>
            </p:nvSpPr>
            <p:spPr>
              <a:xfrm>
                <a:off x="1003929" y="2008763"/>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74" name="object 183">
                <a:extLst>
                  <a:ext uri="{FF2B5EF4-FFF2-40B4-BE49-F238E27FC236}">
                    <a16:creationId xmlns:a16="http://schemas.microsoft.com/office/drawing/2014/main" id="{E1A02DB0-0D63-CC54-1F5A-1649982F956A}"/>
                  </a:ext>
                </a:extLst>
              </p:cNvPr>
              <p:cNvSpPr/>
              <p:nvPr/>
            </p:nvSpPr>
            <p:spPr>
              <a:xfrm>
                <a:off x="1003929" y="2008758"/>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75" name="object 184">
                <a:extLst>
                  <a:ext uri="{FF2B5EF4-FFF2-40B4-BE49-F238E27FC236}">
                    <a16:creationId xmlns:a16="http://schemas.microsoft.com/office/drawing/2014/main" id="{C40F43AE-B6C1-28AB-EB9C-49620589454A}"/>
                  </a:ext>
                </a:extLst>
              </p:cNvPr>
              <p:cNvSpPr/>
              <p:nvPr/>
            </p:nvSpPr>
            <p:spPr>
              <a:xfrm>
                <a:off x="1210025" y="2008763"/>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76" name="object 185">
                <a:extLst>
                  <a:ext uri="{FF2B5EF4-FFF2-40B4-BE49-F238E27FC236}">
                    <a16:creationId xmlns:a16="http://schemas.microsoft.com/office/drawing/2014/main" id="{268F06A8-2025-EC69-3A90-CFE43439D021}"/>
                  </a:ext>
                </a:extLst>
              </p:cNvPr>
              <p:cNvSpPr/>
              <p:nvPr/>
            </p:nvSpPr>
            <p:spPr>
              <a:xfrm>
                <a:off x="1210025" y="2008758"/>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77" name="object 186">
                <a:extLst>
                  <a:ext uri="{FF2B5EF4-FFF2-40B4-BE49-F238E27FC236}">
                    <a16:creationId xmlns:a16="http://schemas.microsoft.com/office/drawing/2014/main" id="{B7B56AB1-7539-8690-C88A-B147A5A3893C}"/>
                  </a:ext>
                </a:extLst>
              </p:cNvPr>
              <p:cNvSpPr/>
              <p:nvPr/>
            </p:nvSpPr>
            <p:spPr>
              <a:xfrm>
                <a:off x="1416103" y="2008763"/>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78" name="object 187">
                <a:extLst>
                  <a:ext uri="{FF2B5EF4-FFF2-40B4-BE49-F238E27FC236}">
                    <a16:creationId xmlns:a16="http://schemas.microsoft.com/office/drawing/2014/main" id="{6A690756-EBB6-41EF-1467-CC6E5B4CD470}"/>
                  </a:ext>
                </a:extLst>
              </p:cNvPr>
              <p:cNvSpPr/>
              <p:nvPr/>
            </p:nvSpPr>
            <p:spPr>
              <a:xfrm>
                <a:off x="1416102" y="2008758"/>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79" name="object 188">
                <a:extLst>
                  <a:ext uri="{FF2B5EF4-FFF2-40B4-BE49-F238E27FC236}">
                    <a16:creationId xmlns:a16="http://schemas.microsoft.com/office/drawing/2014/main" id="{C38AD428-CB53-F01D-F414-9963DA3EB133}"/>
                  </a:ext>
                </a:extLst>
              </p:cNvPr>
              <p:cNvSpPr/>
              <p:nvPr/>
            </p:nvSpPr>
            <p:spPr>
              <a:xfrm>
                <a:off x="1622198" y="2008763"/>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80" name="object 189">
                <a:extLst>
                  <a:ext uri="{FF2B5EF4-FFF2-40B4-BE49-F238E27FC236}">
                    <a16:creationId xmlns:a16="http://schemas.microsoft.com/office/drawing/2014/main" id="{106C3AD5-F202-A50D-4926-62D14108F4DC}"/>
                  </a:ext>
                </a:extLst>
              </p:cNvPr>
              <p:cNvSpPr/>
              <p:nvPr/>
            </p:nvSpPr>
            <p:spPr>
              <a:xfrm>
                <a:off x="1622198" y="2008758"/>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81" name="object 190">
                <a:extLst>
                  <a:ext uri="{FF2B5EF4-FFF2-40B4-BE49-F238E27FC236}">
                    <a16:creationId xmlns:a16="http://schemas.microsoft.com/office/drawing/2014/main" id="{1176B545-8BB6-BBDC-4091-5089770BD3EA}"/>
                  </a:ext>
                </a:extLst>
              </p:cNvPr>
              <p:cNvSpPr/>
              <p:nvPr/>
            </p:nvSpPr>
            <p:spPr>
              <a:xfrm>
                <a:off x="1828270" y="2008763"/>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82" name="object 191">
                <a:extLst>
                  <a:ext uri="{FF2B5EF4-FFF2-40B4-BE49-F238E27FC236}">
                    <a16:creationId xmlns:a16="http://schemas.microsoft.com/office/drawing/2014/main" id="{7CC1F002-BCB3-BC60-1765-19E47AB43B4E}"/>
                  </a:ext>
                </a:extLst>
              </p:cNvPr>
              <p:cNvSpPr/>
              <p:nvPr/>
            </p:nvSpPr>
            <p:spPr>
              <a:xfrm>
                <a:off x="1828270" y="2008758"/>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83" name="object 192">
                <a:extLst>
                  <a:ext uri="{FF2B5EF4-FFF2-40B4-BE49-F238E27FC236}">
                    <a16:creationId xmlns:a16="http://schemas.microsoft.com/office/drawing/2014/main" id="{62F0C431-CE33-B78E-DB48-49E235520B9F}"/>
                  </a:ext>
                </a:extLst>
              </p:cNvPr>
              <p:cNvSpPr/>
              <p:nvPr/>
            </p:nvSpPr>
            <p:spPr>
              <a:xfrm>
                <a:off x="2034348" y="2008763"/>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84" name="object 193">
                <a:extLst>
                  <a:ext uri="{FF2B5EF4-FFF2-40B4-BE49-F238E27FC236}">
                    <a16:creationId xmlns:a16="http://schemas.microsoft.com/office/drawing/2014/main" id="{1CA051EE-8E88-CB97-840A-84B0EC95A765}"/>
                  </a:ext>
                </a:extLst>
              </p:cNvPr>
              <p:cNvSpPr/>
              <p:nvPr/>
            </p:nvSpPr>
            <p:spPr>
              <a:xfrm>
                <a:off x="2034348" y="2008758"/>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85" name="object 194">
                <a:extLst>
                  <a:ext uri="{FF2B5EF4-FFF2-40B4-BE49-F238E27FC236}">
                    <a16:creationId xmlns:a16="http://schemas.microsoft.com/office/drawing/2014/main" id="{717D1ECE-6891-05B2-5CBA-02CBAAFC9211}"/>
                  </a:ext>
                </a:extLst>
              </p:cNvPr>
              <p:cNvSpPr/>
              <p:nvPr/>
            </p:nvSpPr>
            <p:spPr>
              <a:xfrm>
                <a:off x="2240443" y="2008763"/>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86" name="object 195">
                <a:extLst>
                  <a:ext uri="{FF2B5EF4-FFF2-40B4-BE49-F238E27FC236}">
                    <a16:creationId xmlns:a16="http://schemas.microsoft.com/office/drawing/2014/main" id="{4DECBC89-91F9-5F94-509B-D4C519EAD81E}"/>
                  </a:ext>
                </a:extLst>
              </p:cNvPr>
              <p:cNvSpPr/>
              <p:nvPr/>
            </p:nvSpPr>
            <p:spPr>
              <a:xfrm>
                <a:off x="2240443" y="2008758"/>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87" name="object 196">
                <a:extLst>
                  <a:ext uri="{FF2B5EF4-FFF2-40B4-BE49-F238E27FC236}">
                    <a16:creationId xmlns:a16="http://schemas.microsoft.com/office/drawing/2014/main" id="{3A10ABE3-CA64-286A-4A83-78592CB30BC1}"/>
                  </a:ext>
                </a:extLst>
              </p:cNvPr>
              <p:cNvSpPr/>
              <p:nvPr/>
            </p:nvSpPr>
            <p:spPr>
              <a:xfrm>
                <a:off x="2446524" y="566166"/>
                <a:ext cx="0" cy="1649095"/>
              </a:xfrm>
              <a:custGeom>
                <a:avLst/>
                <a:gdLst/>
                <a:ahLst/>
                <a:cxnLst/>
                <a:rect l="l" t="t" r="r" b="b"/>
                <a:pathLst>
                  <a:path h="1649095">
                    <a:moveTo>
                      <a:pt x="0" y="0"/>
                    </a:moveTo>
                    <a:lnTo>
                      <a:pt x="0" y="1648669"/>
                    </a:lnTo>
                  </a:path>
                </a:pathLst>
              </a:custGeom>
              <a:ln w="5804">
                <a:solidFill>
                  <a:srgbClr val="000000"/>
                </a:solidFill>
              </a:ln>
            </p:spPr>
            <p:txBody>
              <a:bodyPr wrap="square" lIns="0" tIns="0" rIns="0" bIns="0" rtlCol="0"/>
              <a:lstStyle/>
              <a:p>
                <a:endParaRPr sz="3804"/>
              </a:p>
            </p:txBody>
          </p:sp>
          <p:sp>
            <p:nvSpPr>
              <p:cNvPr id="488" name="object 197">
                <a:extLst>
                  <a:ext uri="{FF2B5EF4-FFF2-40B4-BE49-F238E27FC236}">
                    <a16:creationId xmlns:a16="http://schemas.microsoft.com/office/drawing/2014/main" id="{211E4BEC-1789-2244-4F63-06A1B3F19569}"/>
                  </a:ext>
                </a:extLst>
              </p:cNvPr>
              <p:cNvSpPr/>
              <p:nvPr/>
            </p:nvSpPr>
            <p:spPr>
              <a:xfrm>
                <a:off x="797851" y="566166"/>
                <a:ext cx="0" cy="1649095"/>
              </a:xfrm>
              <a:custGeom>
                <a:avLst/>
                <a:gdLst/>
                <a:ahLst/>
                <a:cxnLst/>
                <a:rect l="l" t="t" r="r" b="b"/>
                <a:pathLst>
                  <a:path h="1649095">
                    <a:moveTo>
                      <a:pt x="0" y="0"/>
                    </a:moveTo>
                    <a:lnTo>
                      <a:pt x="0" y="1648669"/>
                    </a:lnTo>
                  </a:path>
                </a:pathLst>
              </a:custGeom>
              <a:ln w="5804">
                <a:solidFill>
                  <a:srgbClr val="000000"/>
                </a:solidFill>
              </a:ln>
            </p:spPr>
            <p:txBody>
              <a:bodyPr wrap="square" lIns="0" tIns="0" rIns="0" bIns="0" rtlCol="0"/>
              <a:lstStyle/>
              <a:p>
                <a:endParaRPr sz="3804"/>
              </a:p>
            </p:txBody>
          </p:sp>
          <p:sp>
            <p:nvSpPr>
              <p:cNvPr id="489" name="object 198">
                <a:extLst>
                  <a:ext uri="{FF2B5EF4-FFF2-40B4-BE49-F238E27FC236}">
                    <a16:creationId xmlns:a16="http://schemas.microsoft.com/office/drawing/2014/main" id="{215D5C9A-16A9-C79E-CAA3-57910F0FF4EE}"/>
                  </a:ext>
                </a:extLst>
              </p:cNvPr>
              <p:cNvSpPr/>
              <p:nvPr/>
            </p:nvSpPr>
            <p:spPr>
              <a:xfrm>
                <a:off x="797851" y="2214837"/>
                <a:ext cx="1649095" cy="0"/>
              </a:xfrm>
              <a:custGeom>
                <a:avLst/>
                <a:gdLst/>
                <a:ahLst/>
                <a:cxnLst/>
                <a:rect l="l" t="t" r="r" b="b"/>
                <a:pathLst>
                  <a:path w="1649095">
                    <a:moveTo>
                      <a:pt x="1648669" y="0"/>
                    </a:moveTo>
                    <a:lnTo>
                      <a:pt x="0" y="0"/>
                    </a:lnTo>
                  </a:path>
                </a:pathLst>
              </a:custGeom>
              <a:ln w="5804">
                <a:solidFill>
                  <a:srgbClr val="000000"/>
                </a:solidFill>
              </a:ln>
            </p:spPr>
            <p:txBody>
              <a:bodyPr wrap="square" lIns="0" tIns="0" rIns="0" bIns="0" rtlCol="0"/>
              <a:lstStyle/>
              <a:p>
                <a:endParaRPr sz="3804"/>
              </a:p>
            </p:txBody>
          </p:sp>
          <p:sp>
            <p:nvSpPr>
              <p:cNvPr id="490" name="object 199">
                <a:extLst>
                  <a:ext uri="{FF2B5EF4-FFF2-40B4-BE49-F238E27FC236}">
                    <a16:creationId xmlns:a16="http://schemas.microsoft.com/office/drawing/2014/main" id="{D4A83C44-A4D5-BA09-E1CE-4A8571038BC2}"/>
                  </a:ext>
                </a:extLst>
              </p:cNvPr>
              <p:cNvSpPr/>
              <p:nvPr/>
            </p:nvSpPr>
            <p:spPr>
              <a:xfrm>
                <a:off x="797851" y="566165"/>
                <a:ext cx="1649095" cy="0"/>
              </a:xfrm>
              <a:custGeom>
                <a:avLst/>
                <a:gdLst/>
                <a:ahLst/>
                <a:cxnLst/>
                <a:rect l="l" t="t" r="r" b="b"/>
                <a:pathLst>
                  <a:path w="1649095">
                    <a:moveTo>
                      <a:pt x="1648669" y="0"/>
                    </a:moveTo>
                    <a:lnTo>
                      <a:pt x="0" y="0"/>
                    </a:lnTo>
                  </a:path>
                </a:pathLst>
              </a:custGeom>
              <a:ln w="5804">
                <a:solidFill>
                  <a:srgbClr val="000000"/>
                </a:solidFill>
              </a:ln>
            </p:spPr>
            <p:txBody>
              <a:bodyPr wrap="square" lIns="0" tIns="0" rIns="0" bIns="0" rtlCol="0"/>
              <a:lstStyle/>
              <a:p>
                <a:endParaRPr sz="3804"/>
              </a:p>
            </p:txBody>
          </p:sp>
        </p:grpSp>
        <p:sp>
          <p:nvSpPr>
            <p:cNvPr id="211" name="object 200">
              <a:extLst>
                <a:ext uri="{FF2B5EF4-FFF2-40B4-BE49-F238E27FC236}">
                  <a16:creationId xmlns:a16="http://schemas.microsoft.com/office/drawing/2014/main" id="{C2C42A48-FD34-9B63-EB35-0EE20FD5E24B}"/>
                </a:ext>
              </a:extLst>
            </p:cNvPr>
            <p:cNvSpPr txBox="1"/>
            <p:nvPr/>
          </p:nvSpPr>
          <p:spPr>
            <a:xfrm>
              <a:off x="1155262" y="2142121"/>
              <a:ext cx="442885" cy="248058"/>
            </a:xfrm>
            <a:prstGeom prst="rect">
              <a:avLst/>
            </a:prstGeom>
          </p:spPr>
          <p:txBody>
            <a:bodyPr vert="horz" wrap="square" lIns="0" tIns="36236" rIns="0" bIns="0" rtlCol="0">
              <a:spAutoFit/>
            </a:bodyPr>
            <a:lstStyle/>
            <a:p>
              <a:pPr marL="26841">
                <a:spcBef>
                  <a:spcPts val="285"/>
                </a:spcBef>
              </a:pPr>
              <a:r>
                <a:rPr sz="1374" spc="-42" dirty="0">
                  <a:latin typeface="Arial"/>
                  <a:cs typeface="Arial"/>
                </a:rPr>
                <a:t>Start</a:t>
              </a:r>
              <a:endParaRPr sz="1374">
                <a:latin typeface="Arial"/>
                <a:cs typeface="Arial"/>
              </a:endParaRPr>
            </a:p>
          </p:txBody>
        </p:sp>
        <p:sp>
          <p:nvSpPr>
            <p:cNvPr id="212" name="object 201">
              <a:extLst>
                <a:ext uri="{FF2B5EF4-FFF2-40B4-BE49-F238E27FC236}">
                  <a16:creationId xmlns:a16="http://schemas.microsoft.com/office/drawing/2014/main" id="{CD85A712-FBAE-7997-7C23-2EB25C070950}"/>
                </a:ext>
              </a:extLst>
            </p:cNvPr>
            <p:cNvSpPr txBox="1"/>
            <p:nvPr/>
          </p:nvSpPr>
          <p:spPr>
            <a:xfrm>
              <a:off x="5240234" y="3908595"/>
              <a:ext cx="442885" cy="248058"/>
            </a:xfrm>
            <a:prstGeom prst="rect">
              <a:avLst/>
            </a:prstGeom>
          </p:spPr>
          <p:txBody>
            <a:bodyPr vert="horz" wrap="square" lIns="0" tIns="36236" rIns="0" bIns="0" rtlCol="0">
              <a:spAutoFit/>
            </a:bodyPr>
            <a:lstStyle/>
            <a:p>
              <a:pPr marL="26841">
                <a:spcBef>
                  <a:spcPts val="285"/>
                </a:spcBef>
              </a:pPr>
              <a:r>
                <a:rPr sz="1374" spc="-42" dirty="0">
                  <a:latin typeface="Arial"/>
                  <a:cs typeface="Arial"/>
                </a:rPr>
                <a:t>Goal</a:t>
              </a:r>
              <a:endParaRPr sz="1374">
                <a:latin typeface="Arial"/>
                <a:cs typeface="Arial"/>
              </a:endParaRPr>
            </a:p>
          </p:txBody>
        </p:sp>
        <p:grpSp>
          <p:nvGrpSpPr>
            <p:cNvPr id="213" name="object 202">
              <a:extLst>
                <a:ext uri="{FF2B5EF4-FFF2-40B4-BE49-F238E27FC236}">
                  <a16:creationId xmlns:a16="http://schemas.microsoft.com/office/drawing/2014/main" id="{FF9E1D53-2EC9-D19B-FA4D-38E75273E02E}"/>
                </a:ext>
              </a:extLst>
            </p:cNvPr>
            <p:cNvGrpSpPr/>
            <p:nvPr/>
          </p:nvGrpSpPr>
          <p:grpSpPr>
            <a:xfrm>
              <a:off x="1707719" y="1635114"/>
              <a:ext cx="3474628" cy="2622413"/>
              <a:chOff x="806593" y="773651"/>
              <a:chExt cx="1644014" cy="1240790"/>
            </a:xfrm>
          </p:grpSpPr>
          <p:sp>
            <p:nvSpPr>
              <p:cNvPr id="214" name="object 203">
                <a:extLst>
                  <a:ext uri="{FF2B5EF4-FFF2-40B4-BE49-F238E27FC236}">
                    <a16:creationId xmlns:a16="http://schemas.microsoft.com/office/drawing/2014/main" id="{173E7ADF-9C0D-C44B-52D3-7FEB785AD0B3}"/>
                  </a:ext>
                </a:extLst>
              </p:cNvPr>
              <p:cNvSpPr/>
              <p:nvPr/>
            </p:nvSpPr>
            <p:spPr>
              <a:xfrm>
                <a:off x="812397" y="1082739"/>
                <a:ext cx="120014" cy="3810"/>
              </a:xfrm>
              <a:custGeom>
                <a:avLst/>
                <a:gdLst/>
                <a:ahLst/>
                <a:cxnLst/>
                <a:rect l="l" t="t" r="r" b="b"/>
                <a:pathLst>
                  <a:path w="120015" h="3809">
                    <a:moveTo>
                      <a:pt x="0" y="0"/>
                    </a:moveTo>
                    <a:lnTo>
                      <a:pt x="119624" y="3534"/>
                    </a:lnTo>
                  </a:path>
                </a:pathLst>
              </a:custGeom>
              <a:ln w="11608">
                <a:solidFill>
                  <a:srgbClr val="FF2600"/>
                </a:solidFill>
              </a:ln>
            </p:spPr>
            <p:txBody>
              <a:bodyPr wrap="square" lIns="0" tIns="0" rIns="0" bIns="0" rtlCol="0"/>
              <a:lstStyle/>
              <a:p>
                <a:endParaRPr sz="3804" dirty="0"/>
              </a:p>
            </p:txBody>
          </p:sp>
          <p:sp>
            <p:nvSpPr>
              <p:cNvPr id="215" name="object 204">
                <a:extLst>
                  <a:ext uri="{FF2B5EF4-FFF2-40B4-BE49-F238E27FC236}">
                    <a16:creationId xmlns:a16="http://schemas.microsoft.com/office/drawing/2014/main" id="{0E486261-EDAB-34AB-D893-1F07D37E556D}"/>
                  </a:ext>
                </a:extLst>
              </p:cNvPr>
              <p:cNvSpPr/>
              <p:nvPr/>
            </p:nvSpPr>
            <p:spPr>
              <a:xfrm>
                <a:off x="931407" y="1065391"/>
                <a:ext cx="56515" cy="41910"/>
              </a:xfrm>
              <a:custGeom>
                <a:avLst/>
                <a:gdLst/>
                <a:ahLst/>
                <a:cxnLst/>
                <a:rect l="l" t="t" r="r" b="b"/>
                <a:pathLst>
                  <a:path w="56515" h="41909">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16" name="object 205">
                <a:extLst>
                  <a:ext uri="{FF2B5EF4-FFF2-40B4-BE49-F238E27FC236}">
                    <a16:creationId xmlns:a16="http://schemas.microsoft.com/office/drawing/2014/main" id="{0F7DF025-216C-7948-2143-AA8EA267E391}"/>
                  </a:ext>
                </a:extLst>
              </p:cNvPr>
              <p:cNvSpPr/>
              <p:nvPr/>
            </p:nvSpPr>
            <p:spPr>
              <a:xfrm>
                <a:off x="931407" y="1065391"/>
                <a:ext cx="56515" cy="41910"/>
              </a:xfrm>
              <a:custGeom>
                <a:avLst/>
                <a:gdLst/>
                <a:ahLst/>
                <a:cxnLst/>
                <a:rect l="l" t="t" r="r" b="b"/>
                <a:pathLst>
                  <a:path w="56515" h="41909">
                    <a:moveTo>
                      <a:pt x="56312" y="22531"/>
                    </a:moveTo>
                    <a:lnTo>
                      <a:pt x="1230"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17" name="object 206">
                <a:extLst>
                  <a:ext uri="{FF2B5EF4-FFF2-40B4-BE49-F238E27FC236}">
                    <a16:creationId xmlns:a16="http://schemas.microsoft.com/office/drawing/2014/main" id="{E9EB3DC1-399D-8787-6DB5-52D17E541E2D}"/>
                  </a:ext>
                </a:extLst>
              </p:cNvPr>
              <p:cNvSpPr/>
              <p:nvPr/>
            </p:nvSpPr>
            <p:spPr>
              <a:xfrm>
                <a:off x="1230299" y="873788"/>
                <a:ext cx="120014" cy="3810"/>
              </a:xfrm>
              <a:custGeom>
                <a:avLst/>
                <a:gdLst/>
                <a:ahLst/>
                <a:cxnLst/>
                <a:rect l="l" t="t" r="r" b="b"/>
                <a:pathLst>
                  <a:path w="120015" h="3809">
                    <a:moveTo>
                      <a:pt x="0" y="0"/>
                    </a:moveTo>
                    <a:lnTo>
                      <a:pt x="119630" y="3540"/>
                    </a:lnTo>
                  </a:path>
                </a:pathLst>
              </a:custGeom>
              <a:ln w="11608">
                <a:solidFill>
                  <a:srgbClr val="FF2600"/>
                </a:solidFill>
              </a:ln>
            </p:spPr>
            <p:txBody>
              <a:bodyPr wrap="square" lIns="0" tIns="0" rIns="0" bIns="0" rtlCol="0"/>
              <a:lstStyle/>
              <a:p>
                <a:endParaRPr sz="3804"/>
              </a:p>
            </p:txBody>
          </p:sp>
          <p:sp>
            <p:nvSpPr>
              <p:cNvPr id="218" name="object 207">
                <a:extLst>
                  <a:ext uri="{FF2B5EF4-FFF2-40B4-BE49-F238E27FC236}">
                    <a16:creationId xmlns:a16="http://schemas.microsoft.com/office/drawing/2014/main" id="{6C4E008A-F966-C101-5468-4AB5156D3F41}"/>
                  </a:ext>
                </a:extLst>
              </p:cNvPr>
              <p:cNvSpPr/>
              <p:nvPr/>
            </p:nvSpPr>
            <p:spPr>
              <a:xfrm>
                <a:off x="1349311" y="856442"/>
                <a:ext cx="56515" cy="41910"/>
              </a:xfrm>
              <a:custGeom>
                <a:avLst/>
                <a:gdLst/>
                <a:ahLst/>
                <a:cxnLst/>
                <a:rect l="l" t="t" r="r" b="b"/>
                <a:pathLst>
                  <a:path w="56515" h="41909">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19" name="object 208">
                <a:extLst>
                  <a:ext uri="{FF2B5EF4-FFF2-40B4-BE49-F238E27FC236}">
                    <a16:creationId xmlns:a16="http://schemas.microsoft.com/office/drawing/2014/main" id="{FDCA1730-3F58-EAD5-79A6-9D191FAFE941}"/>
                  </a:ext>
                </a:extLst>
              </p:cNvPr>
              <p:cNvSpPr/>
              <p:nvPr/>
            </p:nvSpPr>
            <p:spPr>
              <a:xfrm>
                <a:off x="1349311" y="856442"/>
                <a:ext cx="56515" cy="41910"/>
              </a:xfrm>
              <a:custGeom>
                <a:avLst/>
                <a:gdLst/>
                <a:ahLst/>
                <a:cxnLst/>
                <a:rect l="l" t="t" r="r" b="b"/>
                <a:pathLst>
                  <a:path w="56515" h="41909">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20" name="object 209">
                <a:extLst>
                  <a:ext uri="{FF2B5EF4-FFF2-40B4-BE49-F238E27FC236}">
                    <a16:creationId xmlns:a16="http://schemas.microsoft.com/office/drawing/2014/main" id="{4DF31AE0-4003-824D-1465-589D86433D91}"/>
                  </a:ext>
                </a:extLst>
              </p:cNvPr>
              <p:cNvSpPr/>
              <p:nvPr/>
            </p:nvSpPr>
            <p:spPr>
              <a:xfrm>
                <a:off x="1439250" y="873788"/>
                <a:ext cx="120014" cy="3810"/>
              </a:xfrm>
              <a:custGeom>
                <a:avLst/>
                <a:gdLst/>
                <a:ahLst/>
                <a:cxnLst/>
                <a:rect l="l" t="t" r="r" b="b"/>
                <a:pathLst>
                  <a:path w="120015" h="3809">
                    <a:moveTo>
                      <a:pt x="0" y="0"/>
                    </a:moveTo>
                    <a:lnTo>
                      <a:pt x="119630" y="3540"/>
                    </a:lnTo>
                  </a:path>
                </a:pathLst>
              </a:custGeom>
              <a:ln w="11608">
                <a:solidFill>
                  <a:srgbClr val="FF2600"/>
                </a:solidFill>
              </a:ln>
            </p:spPr>
            <p:txBody>
              <a:bodyPr wrap="square" lIns="0" tIns="0" rIns="0" bIns="0" rtlCol="0"/>
              <a:lstStyle/>
              <a:p>
                <a:endParaRPr sz="3804"/>
              </a:p>
            </p:txBody>
          </p:sp>
          <p:sp>
            <p:nvSpPr>
              <p:cNvPr id="221" name="object 210">
                <a:extLst>
                  <a:ext uri="{FF2B5EF4-FFF2-40B4-BE49-F238E27FC236}">
                    <a16:creationId xmlns:a16="http://schemas.microsoft.com/office/drawing/2014/main" id="{DD99B60D-BA4D-8BEF-EA15-92475D62CA2F}"/>
                  </a:ext>
                </a:extLst>
              </p:cNvPr>
              <p:cNvSpPr/>
              <p:nvPr/>
            </p:nvSpPr>
            <p:spPr>
              <a:xfrm>
                <a:off x="1558262" y="856442"/>
                <a:ext cx="56515" cy="41910"/>
              </a:xfrm>
              <a:custGeom>
                <a:avLst/>
                <a:gdLst/>
                <a:ahLst/>
                <a:cxnLst/>
                <a:rect l="l" t="t" r="r" b="b"/>
                <a:pathLst>
                  <a:path w="56515" h="41909">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22" name="object 211">
                <a:extLst>
                  <a:ext uri="{FF2B5EF4-FFF2-40B4-BE49-F238E27FC236}">
                    <a16:creationId xmlns:a16="http://schemas.microsoft.com/office/drawing/2014/main" id="{EDFB6CC1-9160-CBF5-D369-030CBB93E428}"/>
                  </a:ext>
                </a:extLst>
              </p:cNvPr>
              <p:cNvSpPr/>
              <p:nvPr/>
            </p:nvSpPr>
            <p:spPr>
              <a:xfrm>
                <a:off x="1558262" y="856442"/>
                <a:ext cx="56515" cy="41910"/>
              </a:xfrm>
              <a:custGeom>
                <a:avLst/>
                <a:gdLst/>
                <a:ahLst/>
                <a:cxnLst/>
                <a:rect l="l" t="t" r="r" b="b"/>
                <a:pathLst>
                  <a:path w="56515" h="41909">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23" name="object 212">
                <a:extLst>
                  <a:ext uri="{FF2B5EF4-FFF2-40B4-BE49-F238E27FC236}">
                    <a16:creationId xmlns:a16="http://schemas.microsoft.com/office/drawing/2014/main" id="{F1B2C0F2-ED4B-C192-A3DD-F4097C7EA588}"/>
                  </a:ext>
                </a:extLst>
              </p:cNvPr>
              <p:cNvSpPr/>
              <p:nvPr/>
            </p:nvSpPr>
            <p:spPr>
              <a:xfrm>
                <a:off x="1648201" y="873788"/>
                <a:ext cx="120014" cy="3810"/>
              </a:xfrm>
              <a:custGeom>
                <a:avLst/>
                <a:gdLst/>
                <a:ahLst/>
                <a:cxnLst/>
                <a:rect l="l" t="t" r="r" b="b"/>
                <a:pathLst>
                  <a:path w="120014" h="3809">
                    <a:moveTo>
                      <a:pt x="0" y="0"/>
                    </a:moveTo>
                    <a:lnTo>
                      <a:pt x="119630" y="3540"/>
                    </a:lnTo>
                  </a:path>
                </a:pathLst>
              </a:custGeom>
              <a:ln w="11608">
                <a:solidFill>
                  <a:srgbClr val="FF2600"/>
                </a:solidFill>
              </a:ln>
            </p:spPr>
            <p:txBody>
              <a:bodyPr wrap="square" lIns="0" tIns="0" rIns="0" bIns="0" rtlCol="0"/>
              <a:lstStyle/>
              <a:p>
                <a:endParaRPr sz="3804"/>
              </a:p>
            </p:txBody>
          </p:sp>
          <p:sp>
            <p:nvSpPr>
              <p:cNvPr id="224" name="object 213">
                <a:extLst>
                  <a:ext uri="{FF2B5EF4-FFF2-40B4-BE49-F238E27FC236}">
                    <a16:creationId xmlns:a16="http://schemas.microsoft.com/office/drawing/2014/main" id="{2433C0DB-EC09-229D-8E4E-9B3C603B2243}"/>
                  </a:ext>
                </a:extLst>
              </p:cNvPr>
              <p:cNvSpPr/>
              <p:nvPr/>
            </p:nvSpPr>
            <p:spPr>
              <a:xfrm>
                <a:off x="1767213" y="856442"/>
                <a:ext cx="56515" cy="41910"/>
              </a:xfrm>
              <a:custGeom>
                <a:avLst/>
                <a:gdLst/>
                <a:ahLst/>
                <a:cxnLst/>
                <a:rect l="l" t="t" r="r" b="b"/>
                <a:pathLst>
                  <a:path w="56514" h="41909">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25" name="object 214">
                <a:extLst>
                  <a:ext uri="{FF2B5EF4-FFF2-40B4-BE49-F238E27FC236}">
                    <a16:creationId xmlns:a16="http://schemas.microsoft.com/office/drawing/2014/main" id="{363F96AE-98FE-925A-DDC5-5DB95F24216B}"/>
                  </a:ext>
                </a:extLst>
              </p:cNvPr>
              <p:cNvSpPr/>
              <p:nvPr/>
            </p:nvSpPr>
            <p:spPr>
              <a:xfrm>
                <a:off x="1767213" y="856442"/>
                <a:ext cx="56515" cy="41910"/>
              </a:xfrm>
              <a:custGeom>
                <a:avLst/>
                <a:gdLst/>
                <a:ahLst/>
                <a:cxnLst/>
                <a:rect l="l" t="t" r="r" b="b"/>
                <a:pathLst>
                  <a:path w="56514" h="41909">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26" name="object 215">
                <a:extLst>
                  <a:ext uri="{FF2B5EF4-FFF2-40B4-BE49-F238E27FC236}">
                    <a16:creationId xmlns:a16="http://schemas.microsoft.com/office/drawing/2014/main" id="{43BC019F-64D8-6010-B5D7-ED5AF462EA34}"/>
                  </a:ext>
                </a:extLst>
              </p:cNvPr>
              <p:cNvSpPr/>
              <p:nvPr/>
            </p:nvSpPr>
            <p:spPr>
              <a:xfrm>
                <a:off x="1857152" y="873788"/>
                <a:ext cx="120014" cy="3810"/>
              </a:xfrm>
              <a:custGeom>
                <a:avLst/>
                <a:gdLst/>
                <a:ahLst/>
                <a:cxnLst/>
                <a:rect l="l" t="t" r="r" b="b"/>
                <a:pathLst>
                  <a:path w="120014" h="3809">
                    <a:moveTo>
                      <a:pt x="0" y="0"/>
                    </a:moveTo>
                    <a:lnTo>
                      <a:pt x="119630" y="3540"/>
                    </a:lnTo>
                  </a:path>
                </a:pathLst>
              </a:custGeom>
              <a:ln w="11608">
                <a:solidFill>
                  <a:srgbClr val="FF2600"/>
                </a:solidFill>
              </a:ln>
            </p:spPr>
            <p:txBody>
              <a:bodyPr wrap="square" lIns="0" tIns="0" rIns="0" bIns="0" rtlCol="0"/>
              <a:lstStyle/>
              <a:p>
                <a:endParaRPr sz="3804"/>
              </a:p>
            </p:txBody>
          </p:sp>
          <p:sp>
            <p:nvSpPr>
              <p:cNvPr id="227" name="object 216">
                <a:extLst>
                  <a:ext uri="{FF2B5EF4-FFF2-40B4-BE49-F238E27FC236}">
                    <a16:creationId xmlns:a16="http://schemas.microsoft.com/office/drawing/2014/main" id="{77119DFB-456E-BCF6-44C8-7AF7581F564B}"/>
                  </a:ext>
                </a:extLst>
              </p:cNvPr>
              <p:cNvSpPr/>
              <p:nvPr/>
            </p:nvSpPr>
            <p:spPr>
              <a:xfrm>
                <a:off x="1976164" y="856442"/>
                <a:ext cx="56515" cy="41910"/>
              </a:xfrm>
              <a:custGeom>
                <a:avLst/>
                <a:gdLst/>
                <a:ahLst/>
                <a:cxnLst/>
                <a:rect l="l" t="t" r="r" b="b"/>
                <a:pathLst>
                  <a:path w="56514" h="41909">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28" name="object 217">
                <a:extLst>
                  <a:ext uri="{FF2B5EF4-FFF2-40B4-BE49-F238E27FC236}">
                    <a16:creationId xmlns:a16="http://schemas.microsoft.com/office/drawing/2014/main" id="{1802D0BC-1A85-F95F-B96E-F681D4A8DA43}"/>
                  </a:ext>
                </a:extLst>
              </p:cNvPr>
              <p:cNvSpPr/>
              <p:nvPr/>
            </p:nvSpPr>
            <p:spPr>
              <a:xfrm>
                <a:off x="1976164" y="856442"/>
                <a:ext cx="56515" cy="41910"/>
              </a:xfrm>
              <a:custGeom>
                <a:avLst/>
                <a:gdLst/>
                <a:ahLst/>
                <a:cxnLst/>
                <a:rect l="l" t="t" r="r" b="b"/>
                <a:pathLst>
                  <a:path w="56514" h="41909">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29" name="object 218">
                <a:extLst>
                  <a:ext uri="{FF2B5EF4-FFF2-40B4-BE49-F238E27FC236}">
                    <a16:creationId xmlns:a16="http://schemas.microsoft.com/office/drawing/2014/main" id="{E70C33EA-C2D7-F5BF-BF7F-4475ADD6BF25}"/>
                  </a:ext>
                </a:extLst>
              </p:cNvPr>
              <p:cNvSpPr/>
              <p:nvPr/>
            </p:nvSpPr>
            <p:spPr>
              <a:xfrm>
                <a:off x="2139483" y="988406"/>
                <a:ext cx="3810" cy="120014"/>
              </a:xfrm>
              <a:custGeom>
                <a:avLst/>
                <a:gdLst/>
                <a:ahLst/>
                <a:cxnLst/>
                <a:rect l="l" t="t" r="r" b="b"/>
                <a:pathLst>
                  <a:path w="3810" h="120015">
                    <a:moveTo>
                      <a:pt x="3540" y="0"/>
                    </a:moveTo>
                    <a:lnTo>
                      <a:pt x="0" y="119630"/>
                    </a:lnTo>
                  </a:path>
                </a:pathLst>
              </a:custGeom>
              <a:ln w="11608">
                <a:solidFill>
                  <a:srgbClr val="FF2600"/>
                </a:solidFill>
              </a:ln>
            </p:spPr>
            <p:txBody>
              <a:bodyPr wrap="square" lIns="0" tIns="0" rIns="0" bIns="0" rtlCol="0"/>
              <a:lstStyle/>
              <a:p>
                <a:endParaRPr sz="3804"/>
              </a:p>
            </p:txBody>
          </p:sp>
          <p:sp>
            <p:nvSpPr>
              <p:cNvPr id="230" name="object 219">
                <a:extLst>
                  <a:ext uri="{FF2B5EF4-FFF2-40B4-BE49-F238E27FC236}">
                    <a16:creationId xmlns:a16="http://schemas.microsoft.com/office/drawing/2014/main" id="{24CED901-5E01-4F61-0C1E-69CD63EA8E99}"/>
                  </a:ext>
                </a:extLst>
              </p:cNvPr>
              <p:cNvSpPr/>
              <p:nvPr/>
            </p:nvSpPr>
            <p:spPr>
              <a:xfrm>
                <a:off x="2118597" y="1107418"/>
                <a:ext cx="41910" cy="56515"/>
              </a:xfrm>
              <a:custGeom>
                <a:avLst/>
                <a:gdLst/>
                <a:ahLst/>
                <a:cxnLst/>
                <a:rect l="l" t="t" r="r" b="b"/>
                <a:pathLst>
                  <a:path w="41910" h="56515">
                    <a:moveTo>
                      <a:pt x="0" y="0"/>
                    </a:moveTo>
                    <a:lnTo>
                      <a:pt x="19240" y="56312"/>
                    </a:lnTo>
                    <a:lnTo>
                      <a:pt x="41772" y="1236"/>
                    </a:lnTo>
                    <a:lnTo>
                      <a:pt x="0" y="0"/>
                    </a:lnTo>
                    <a:close/>
                  </a:path>
                </a:pathLst>
              </a:custGeom>
              <a:solidFill>
                <a:srgbClr val="FF2600"/>
              </a:solidFill>
            </p:spPr>
            <p:txBody>
              <a:bodyPr wrap="square" lIns="0" tIns="0" rIns="0" bIns="0" rtlCol="0"/>
              <a:lstStyle/>
              <a:p>
                <a:endParaRPr sz="3804"/>
              </a:p>
            </p:txBody>
          </p:sp>
          <p:sp>
            <p:nvSpPr>
              <p:cNvPr id="231" name="object 220">
                <a:extLst>
                  <a:ext uri="{FF2B5EF4-FFF2-40B4-BE49-F238E27FC236}">
                    <a16:creationId xmlns:a16="http://schemas.microsoft.com/office/drawing/2014/main" id="{2E6D7E9A-016D-D747-0A38-FECDCA0F3DCE}"/>
                  </a:ext>
                </a:extLst>
              </p:cNvPr>
              <p:cNvSpPr/>
              <p:nvPr/>
            </p:nvSpPr>
            <p:spPr>
              <a:xfrm>
                <a:off x="2118597" y="1107418"/>
                <a:ext cx="41910" cy="56515"/>
              </a:xfrm>
              <a:custGeom>
                <a:avLst/>
                <a:gdLst/>
                <a:ahLst/>
                <a:cxnLst/>
                <a:rect l="l" t="t" r="r" b="b"/>
                <a:pathLst>
                  <a:path w="41910" h="56515">
                    <a:moveTo>
                      <a:pt x="19240" y="56312"/>
                    </a:moveTo>
                    <a:lnTo>
                      <a:pt x="41772" y="1236"/>
                    </a:lnTo>
                    <a:lnTo>
                      <a:pt x="0" y="0"/>
                    </a:lnTo>
                    <a:lnTo>
                      <a:pt x="19240" y="56312"/>
                    </a:lnTo>
                    <a:close/>
                  </a:path>
                </a:pathLst>
              </a:custGeom>
              <a:ln w="11608">
                <a:solidFill>
                  <a:srgbClr val="FF2600"/>
                </a:solidFill>
              </a:ln>
            </p:spPr>
            <p:txBody>
              <a:bodyPr wrap="square" lIns="0" tIns="0" rIns="0" bIns="0" rtlCol="0"/>
              <a:lstStyle/>
              <a:p>
                <a:endParaRPr sz="3804"/>
              </a:p>
            </p:txBody>
          </p:sp>
          <p:sp>
            <p:nvSpPr>
              <p:cNvPr id="232" name="object 221">
                <a:extLst>
                  <a:ext uri="{FF2B5EF4-FFF2-40B4-BE49-F238E27FC236}">
                    <a16:creationId xmlns:a16="http://schemas.microsoft.com/office/drawing/2014/main" id="{C6D39D1A-79E1-36AE-21DA-7F7481FD4456}"/>
                  </a:ext>
                </a:extLst>
              </p:cNvPr>
              <p:cNvSpPr/>
              <p:nvPr/>
            </p:nvSpPr>
            <p:spPr>
              <a:xfrm>
                <a:off x="1930532" y="1197357"/>
                <a:ext cx="3810" cy="120014"/>
              </a:xfrm>
              <a:custGeom>
                <a:avLst/>
                <a:gdLst/>
                <a:ahLst/>
                <a:cxnLst/>
                <a:rect l="l" t="t" r="r" b="b"/>
                <a:pathLst>
                  <a:path w="3810" h="120015">
                    <a:moveTo>
                      <a:pt x="3540" y="0"/>
                    </a:moveTo>
                    <a:lnTo>
                      <a:pt x="0" y="119636"/>
                    </a:lnTo>
                  </a:path>
                </a:pathLst>
              </a:custGeom>
              <a:ln w="11608">
                <a:solidFill>
                  <a:srgbClr val="FF2600"/>
                </a:solidFill>
              </a:ln>
            </p:spPr>
            <p:txBody>
              <a:bodyPr wrap="square" lIns="0" tIns="0" rIns="0" bIns="0" rtlCol="0"/>
              <a:lstStyle/>
              <a:p>
                <a:endParaRPr sz="3804"/>
              </a:p>
            </p:txBody>
          </p:sp>
          <p:sp>
            <p:nvSpPr>
              <p:cNvPr id="233" name="object 222">
                <a:extLst>
                  <a:ext uri="{FF2B5EF4-FFF2-40B4-BE49-F238E27FC236}">
                    <a16:creationId xmlns:a16="http://schemas.microsoft.com/office/drawing/2014/main" id="{C219DE7B-A82E-F456-9E38-35EA301CDD5B}"/>
                  </a:ext>
                </a:extLst>
              </p:cNvPr>
              <p:cNvSpPr/>
              <p:nvPr/>
            </p:nvSpPr>
            <p:spPr>
              <a:xfrm>
                <a:off x="1909646" y="1316375"/>
                <a:ext cx="41910" cy="56515"/>
              </a:xfrm>
              <a:custGeom>
                <a:avLst/>
                <a:gdLst/>
                <a:ahLst/>
                <a:cxnLst/>
                <a:rect l="l" t="t" r="r" b="b"/>
                <a:pathLst>
                  <a:path w="41910" h="56515">
                    <a:moveTo>
                      <a:pt x="0" y="0"/>
                    </a:moveTo>
                    <a:lnTo>
                      <a:pt x="19240" y="56312"/>
                    </a:lnTo>
                    <a:lnTo>
                      <a:pt x="41772" y="1236"/>
                    </a:lnTo>
                    <a:lnTo>
                      <a:pt x="0" y="0"/>
                    </a:lnTo>
                    <a:close/>
                  </a:path>
                </a:pathLst>
              </a:custGeom>
              <a:solidFill>
                <a:srgbClr val="FF2600"/>
              </a:solidFill>
            </p:spPr>
            <p:txBody>
              <a:bodyPr wrap="square" lIns="0" tIns="0" rIns="0" bIns="0" rtlCol="0"/>
              <a:lstStyle/>
              <a:p>
                <a:endParaRPr sz="3804"/>
              </a:p>
            </p:txBody>
          </p:sp>
          <p:sp>
            <p:nvSpPr>
              <p:cNvPr id="234" name="object 223">
                <a:extLst>
                  <a:ext uri="{FF2B5EF4-FFF2-40B4-BE49-F238E27FC236}">
                    <a16:creationId xmlns:a16="http://schemas.microsoft.com/office/drawing/2014/main" id="{2A45B26F-1738-51FA-310E-A95BA58950F5}"/>
                  </a:ext>
                </a:extLst>
              </p:cNvPr>
              <p:cNvSpPr/>
              <p:nvPr/>
            </p:nvSpPr>
            <p:spPr>
              <a:xfrm>
                <a:off x="1909646" y="1316375"/>
                <a:ext cx="41910" cy="56515"/>
              </a:xfrm>
              <a:custGeom>
                <a:avLst/>
                <a:gdLst/>
                <a:ahLst/>
                <a:cxnLst/>
                <a:rect l="l" t="t" r="r" b="b"/>
                <a:pathLst>
                  <a:path w="41910" h="56515">
                    <a:moveTo>
                      <a:pt x="19240" y="56312"/>
                    </a:moveTo>
                    <a:lnTo>
                      <a:pt x="41772" y="1236"/>
                    </a:lnTo>
                    <a:lnTo>
                      <a:pt x="0" y="0"/>
                    </a:lnTo>
                    <a:lnTo>
                      <a:pt x="19240" y="56312"/>
                    </a:lnTo>
                    <a:close/>
                  </a:path>
                </a:pathLst>
              </a:custGeom>
              <a:ln w="11608">
                <a:solidFill>
                  <a:srgbClr val="FF2600"/>
                </a:solidFill>
              </a:ln>
            </p:spPr>
            <p:txBody>
              <a:bodyPr wrap="square" lIns="0" tIns="0" rIns="0" bIns="0" rtlCol="0"/>
              <a:lstStyle/>
              <a:p>
                <a:endParaRPr sz="3804"/>
              </a:p>
            </p:txBody>
          </p:sp>
          <p:sp>
            <p:nvSpPr>
              <p:cNvPr id="235" name="object 224">
                <a:extLst>
                  <a:ext uri="{FF2B5EF4-FFF2-40B4-BE49-F238E27FC236}">
                    <a16:creationId xmlns:a16="http://schemas.microsoft.com/office/drawing/2014/main" id="{388B85C0-72DC-F3E3-22BB-4DE487A9E3AA}"/>
                  </a:ext>
                </a:extLst>
              </p:cNvPr>
              <p:cNvSpPr/>
              <p:nvPr/>
            </p:nvSpPr>
            <p:spPr>
              <a:xfrm>
                <a:off x="1924728" y="1406308"/>
                <a:ext cx="3810" cy="120014"/>
              </a:xfrm>
              <a:custGeom>
                <a:avLst/>
                <a:gdLst/>
                <a:ahLst/>
                <a:cxnLst/>
                <a:rect l="l" t="t" r="r" b="b"/>
                <a:pathLst>
                  <a:path w="3810" h="120015">
                    <a:moveTo>
                      <a:pt x="3540" y="0"/>
                    </a:moveTo>
                    <a:lnTo>
                      <a:pt x="0" y="119636"/>
                    </a:lnTo>
                  </a:path>
                </a:pathLst>
              </a:custGeom>
              <a:ln w="11608">
                <a:solidFill>
                  <a:srgbClr val="FF2600"/>
                </a:solidFill>
              </a:ln>
            </p:spPr>
            <p:txBody>
              <a:bodyPr wrap="square" lIns="0" tIns="0" rIns="0" bIns="0" rtlCol="0"/>
              <a:lstStyle/>
              <a:p>
                <a:endParaRPr sz="3804"/>
              </a:p>
            </p:txBody>
          </p:sp>
          <p:sp>
            <p:nvSpPr>
              <p:cNvPr id="236" name="object 225">
                <a:extLst>
                  <a:ext uri="{FF2B5EF4-FFF2-40B4-BE49-F238E27FC236}">
                    <a16:creationId xmlns:a16="http://schemas.microsoft.com/office/drawing/2014/main" id="{6E84A293-B785-B3AF-67FF-0D8CAF80EBEA}"/>
                  </a:ext>
                </a:extLst>
              </p:cNvPr>
              <p:cNvSpPr/>
              <p:nvPr/>
            </p:nvSpPr>
            <p:spPr>
              <a:xfrm>
                <a:off x="1903842" y="1525326"/>
                <a:ext cx="41910" cy="56515"/>
              </a:xfrm>
              <a:custGeom>
                <a:avLst/>
                <a:gdLst/>
                <a:ahLst/>
                <a:cxnLst/>
                <a:rect l="l" t="t" r="r" b="b"/>
                <a:pathLst>
                  <a:path w="41910" h="56515">
                    <a:moveTo>
                      <a:pt x="0" y="0"/>
                    </a:moveTo>
                    <a:lnTo>
                      <a:pt x="19240" y="56312"/>
                    </a:lnTo>
                    <a:lnTo>
                      <a:pt x="41772" y="1236"/>
                    </a:lnTo>
                    <a:lnTo>
                      <a:pt x="0" y="0"/>
                    </a:lnTo>
                    <a:close/>
                  </a:path>
                </a:pathLst>
              </a:custGeom>
              <a:solidFill>
                <a:srgbClr val="FF2600"/>
              </a:solidFill>
            </p:spPr>
            <p:txBody>
              <a:bodyPr wrap="square" lIns="0" tIns="0" rIns="0" bIns="0" rtlCol="0"/>
              <a:lstStyle/>
              <a:p>
                <a:endParaRPr sz="3804"/>
              </a:p>
            </p:txBody>
          </p:sp>
          <p:sp>
            <p:nvSpPr>
              <p:cNvPr id="237" name="object 226">
                <a:extLst>
                  <a:ext uri="{FF2B5EF4-FFF2-40B4-BE49-F238E27FC236}">
                    <a16:creationId xmlns:a16="http://schemas.microsoft.com/office/drawing/2014/main" id="{7FD562CA-1324-5D2A-114B-95B7A63C3B34}"/>
                  </a:ext>
                </a:extLst>
              </p:cNvPr>
              <p:cNvSpPr/>
              <p:nvPr/>
            </p:nvSpPr>
            <p:spPr>
              <a:xfrm>
                <a:off x="1903842" y="1525326"/>
                <a:ext cx="41910" cy="56515"/>
              </a:xfrm>
              <a:custGeom>
                <a:avLst/>
                <a:gdLst/>
                <a:ahLst/>
                <a:cxnLst/>
                <a:rect l="l" t="t" r="r" b="b"/>
                <a:pathLst>
                  <a:path w="41910" h="56515">
                    <a:moveTo>
                      <a:pt x="19240" y="56312"/>
                    </a:moveTo>
                    <a:lnTo>
                      <a:pt x="41772" y="1236"/>
                    </a:lnTo>
                    <a:lnTo>
                      <a:pt x="0" y="0"/>
                    </a:lnTo>
                    <a:lnTo>
                      <a:pt x="19240" y="56312"/>
                    </a:lnTo>
                    <a:close/>
                  </a:path>
                </a:pathLst>
              </a:custGeom>
              <a:ln w="11608">
                <a:solidFill>
                  <a:srgbClr val="FF2600"/>
                </a:solidFill>
              </a:ln>
            </p:spPr>
            <p:txBody>
              <a:bodyPr wrap="square" lIns="0" tIns="0" rIns="0" bIns="0" rtlCol="0"/>
              <a:lstStyle/>
              <a:p>
                <a:endParaRPr sz="3804"/>
              </a:p>
            </p:txBody>
          </p:sp>
          <p:sp>
            <p:nvSpPr>
              <p:cNvPr id="238" name="object 227">
                <a:extLst>
                  <a:ext uri="{FF2B5EF4-FFF2-40B4-BE49-F238E27FC236}">
                    <a16:creationId xmlns:a16="http://schemas.microsoft.com/office/drawing/2014/main" id="{3B5D0D4A-1F9C-2B7B-C0DD-01C897923E4A}"/>
                  </a:ext>
                </a:extLst>
              </p:cNvPr>
              <p:cNvSpPr/>
              <p:nvPr/>
            </p:nvSpPr>
            <p:spPr>
              <a:xfrm>
                <a:off x="2139483" y="1615259"/>
                <a:ext cx="3810" cy="120014"/>
              </a:xfrm>
              <a:custGeom>
                <a:avLst/>
                <a:gdLst/>
                <a:ahLst/>
                <a:cxnLst/>
                <a:rect l="l" t="t" r="r" b="b"/>
                <a:pathLst>
                  <a:path w="3810" h="120014">
                    <a:moveTo>
                      <a:pt x="3540" y="0"/>
                    </a:moveTo>
                    <a:lnTo>
                      <a:pt x="0" y="119636"/>
                    </a:lnTo>
                  </a:path>
                </a:pathLst>
              </a:custGeom>
              <a:ln w="11608">
                <a:solidFill>
                  <a:srgbClr val="FF2600"/>
                </a:solidFill>
              </a:ln>
            </p:spPr>
            <p:txBody>
              <a:bodyPr wrap="square" lIns="0" tIns="0" rIns="0" bIns="0" rtlCol="0"/>
              <a:lstStyle/>
              <a:p>
                <a:endParaRPr sz="3804"/>
              </a:p>
            </p:txBody>
          </p:sp>
          <p:sp>
            <p:nvSpPr>
              <p:cNvPr id="239" name="object 228">
                <a:extLst>
                  <a:ext uri="{FF2B5EF4-FFF2-40B4-BE49-F238E27FC236}">
                    <a16:creationId xmlns:a16="http://schemas.microsoft.com/office/drawing/2014/main" id="{C14E86AB-C427-B78B-0D3F-4952DE6D294C}"/>
                  </a:ext>
                </a:extLst>
              </p:cNvPr>
              <p:cNvSpPr/>
              <p:nvPr/>
            </p:nvSpPr>
            <p:spPr>
              <a:xfrm>
                <a:off x="2118597" y="1734277"/>
                <a:ext cx="41910" cy="56515"/>
              </a:xfrm>
              <a:custGeom>
                <a:avLst/>
                <a:gdLst/>
                <a:ahLst/>
                <a:cxnLst/>
                <a:rect l="l" t="t" r="r" b="b"/>
                <a:pathLst>
                  <a:path w="41910" h="56514">
                    <a:moveTo>
                      <a:pt x="0" y="0"/>
                    </a:moveTo>
                    <a:lnTo>
                      <a:pt x="19240" y="56312"/>
                    </a:lnTo>
                    <a:lnTo>
                      <a:pt x="41772" y="1236"/>
                    </a:lnTo>
                    <a:lnTo>
                      <a:pt x="0" y="0"/>
                    </a:lnTo>
                    <a:close/>
                  </a:path>
                </a:pathLst>
              </a:custGeom>
              <a:solidFill>
                <a:srgbClr val="FF2600"/>
              </a:solidFill>
            </p:spPr>
            <p:txBody>
              <a:bodyPr wrap="square" lIns="0" tIns="0" rIns="0" bIns="0" rtlCol="0"/>
              <a:lstStyle/>
              <a:p>
                <a:endParaRPr sz="3804"/>
              </a:p>
            </p:txBody>
          </p:sp>
          <p:sp>
            <p:nvSpPr>
              <p:cNvPr id="240" name="object 229">
                <a:extLst>
                  <a:ext uri="{FF2B5EF4-FFF2-40B4-BE49-F238E27FC236}">
                    <a16:creationId xmlns:a16="http://schemas.microsoft.com/office/drawing/2014/main" id="{EE54938F-44EA-93F2-8A3D-58901CEC4A45}"/>
                  </a:ext>
                </a:extLst>
              </p:cNvPr>
              <p:cNvSpPr/>
              <p:nvPr/>
            </p:nvSpPr>
            <p:spPr>
              <a:xfrm>
                <a:off x="2118597" y="1734277"/>
                <a:ext cx="41910" cy="56515"/>
              </a:xfrm>
              <a:custGeom>
                <a:avLst/>
                <a:gdLst/>
                <a:ahLst/>
                <a:cxnLst/>
                <a:rect l="l" t="t" r="r" b="b"/>
                <a:pathLst>
                  <a:path w="41910" h="56514">
                    <a:moveTo>
                      <a:pt x="19240" y="56312"/>
                    </a:moveTo>
                    <a:lnTo>
                      <a:pt x="41772" y="1236"/>
                    </a:lnTo>
                    <a:lnTo>
                      <a:pt x="0" y="0"/>
                    </a:lnTo>
                    <a:lnTo>
                      <a:pt x="19240" y="56312"/>
                    </a:lnTo>
                    <a:close/>
                  </a:path>
                </a:pathLst>
              </a:custGeom>
              <a:ln w="11608">
                <a:solidFill>
                  <a:srgbClr val="FF2600"/>
                </a:solidFill>
              </a:ln>
            </p:spPr>
            <p:txBody>
              <a:bodyPr wrap="square" lIns="0" tIns="0" rIns="0" bIns="0" rtlCol="0"/>
              <a:lstStyle/>
              <a:p>
                <a:endParaRPr sz="3804"/>
              </a:p>
            </p:txBody>
          </p:sp>
          <p:sp>
            <p:nvSpPr>
              <p:cNvPr id="241" name="object 230">
                <a:extLst>
                  <a:ext uri="{FF2B5EF4-FFF2-40B4-BE49-F238E27FC236}">
                    <a16:creationId xmlns:a16="http://schemas.microsoft.com/office/drawing/2014/main" id="{173D9086-639A-1CAC-655F-3F5576FC096B}"/>
                  </a:ext>
                </a:extLst>
              </p:cNvPr>
              <p:cNvSpPr/>
              <p:nvPr/>
            </p:nvSpPr>
            <p:spPr>
              <a:xfrm>
                <a:off x="2139483" y="779455"/>
                <a:ext cx="3810" cy="120014"/>
              </a:xfrm>
              <a:custGeom>
                <a:avLst/>
                <a:gdLst/>
                <a:ahLst/>
                <a:cxnLst/>
                <a:rect l="l" t="t" r="r" b="b"/>
                <a:pathLst>
                  <a:path w="3810" h="120015">
                    <a:moveTo>
                      <a:pt x="3540" y="0"/>
                    </a:moveTo>
                    <a:lnTo>
                      <a:pt x="0" y="119636"/>
                    </a:lnTo>
                  </a:path>
                </a:pathLst>
              </a:custGeom>
              <a:ln w="11608">
                <a:solidFill>
                  <a:srgbClr val="FF2600"/>
                </a:solidFill>
              </a:ln>
            </p:spPr>
            <p:txBody>
              <a:bodyPr wrap="square" lIns="0" tIns="0" rIns="0" bIns="0" rtlCol="0"/>
              <a:lstStyle/>
              <a:p>
                <a:endParaRPr sz="3804"/>
              </a:p>
            </p:txBody>
          </p:sp>
          <p:sp>
            <p:nvSpPr>
              <p:cNvPr id="242" name="object 231">
                <a:extLst>
                  <a:ext uri="{FF2B5EF4-FFF2-40B4-BE49-F238E27FC236}">
                    <a16:creationId xmlns:a16="http://schemas.microsoft.com/office/drawing/2014/main" id="{827CCBCA-A194-D436-C45A-B57E6207F745}"/>
                  </a:ext>
                </a:extLst>
              </p:cNvPr>
              <p:cNvSpPr/>
              <p:nvPr/>
            </p:nvSpPr>
            <p:spPr>
              <a:xfrm>
                <a:off x="2118597" y="898473"/>
                <a:ext cx="41910" cy="56515"/>
              </a:xfrm>
              <a:custGeom>
                <a:avLst/>
                <a:gdLst/>
                <a:ahLst/>
                <a:cxnLst/>
                <a:rect l="l" t="t" r="r" b="b"/>
                <a:pathLst>
                  <a:path w="41910" h="56515">
                    <a:moveTo>
                      <a:pt x="0" y="0"/>
                    </a:moveTo>
                    <a:lnTo>
                      <a:pt x="19240" y="56312"/>
                    </a:lnTo>
                    <a:lnTo>
                      <a:pt x="41772" y="1236"/>
                    </a:lnTo>
                    <a:lnTo>
                      <a:pt x="0" y="0"/>
                    </a:lnTo>
                    <a:close/>
                  </a:path>
                </a:pathLst>
              </a:custGeom>
              <a:solidFill>
                <a:srgbClr val="FF2600"/>
              </a:solidFill>
            </p:spPr>
            <p:txBody>
              <a:bodyPr wrap="square" lIns="0" tIns="0" rIns="0" bIns="0" rtlCol="0"/>
              <a:lstStyle/>
              <a:p>
                <a:endParaRPr sz="3804"/>
              </a:p>
            </p:txBody>
          </p:sp>
          <p:sp>
            <p:nvSpPr>
              <p:cNvPr id="243" name="object 232">
                <a:extLst>
                  <a:ext uri="{FF2B5EF4-FFF2-40B4-BE49-F238E27FC236}">
                    <a16:creationId xmlns:a16="http://schemas.microsoft.com/office/drawing/2014/main" id="{45AFC016-D737-5153-09D3-57BDFED9E98A}"/>
                  </a:ext>
                </a:extLst>
              </p:cNvPr>
              <p:cNvSpPr/>
              <p:nvPr/>
            </p:nvSpPr>
            <p:spPr>
              <a:xfrm>
                <a:off x="2118597" y="898473"/>
                <a:ext cx="41910" cy="56515"/>
              </a:xfrm>
              <a:custGeom>
                <a:avLst/>
                <a:gdLst/>
                <a:ahLst/>
                <a:cxnLst/>
                <a:rect l="l" t="t" r="r" b="b"/>
                <a:pathLst>
                  <a:path w="41910" h="56515">
                    <a:moveTo>
                      <a:pt x="19240" y="56312"/>
                    </a:moveTo>
                    <a:lnTo>
                      <a:pt x="41772" y="1236"/>
                    </a:lnTo>
                    <a:lnTo>
                      <a:pt x="0" y="0"/>
                    </a:lnTo>
                    <a:lnTo>
                      <a:pt x="19240" y="56312"/>
                    </a:lnTo>
                    <a:close/>
                  </a:path>
                </a:pathLst>
              </a:custGeom>
              <a:ln w="11608">
                <a:solidFill>
                  <a:srgbClr val="FF2600"/>
                </a:solidFill>
              </a:ln>
            </p:spPr>
            <p:txBody>
              <a:bodyPr wrap="square" lIns="0" tIns="0" rIns="0" bIns="0" rtlCol="0"/>
              <a:lstStyle/>
              <a:p>
                <a:endParaRPr sz="3804"/>
              </a:p>
            </p:txBody>
          </p:sp>
          <p:sp>
            <p:nvSpPr>
              <p:cNvPr id="244" name="object 233">
                <a:extLst>
                  <a:ext uri="{FF2B5EF4-FFF2-40B4-BE49-F238E27FC236}">
                    <a16:creationId xmlns:a16="http://schemas.microsoft.com/office/drawing/2014/main" id="{4593AE9A-5044-F8EA-8A35-1116AC757592}"/>
                  </a:ext>
                </a:extLst>
              </p:cNvPr>
              <p:cNvSpPr/>
              <p:nvPr/>
            </p:nvSpPr>
            <p:spPr>
              <a:xfrm>
                <a:off x="1857152" y="1703889"/>
                <a:ext cx="120014" cy="3810"/>
              </a:xfrm>
              <a:custGeom>
                <a:avLst/>
                <a:gdLst/>
                <a:ahLst/>
                <a:cxnLst/>
                <a:rect l="l" t="t" r="r" b="b"/>
                <a:pathLst>
                  <a:path w="120014" h="3810">
                    <a:moveTo>
                      <a:pt x="0" y="0"/>
                    </a:moveTo>
                    <a:lnTo>
                      <a:pt x="119630" y="3540"/>
                    </a:lnTo>
                  </a:path>
                </a:pathLst>
              </a:custGeom>
              <a:ln w="11608">
                <a:solidFill>
                  <a:srgbClr val="FF2600"/>
                </a:solidFill>
              </a:ln>
            </p:spPr>
            <p:txBody>
              <a:bodyPr wrap="square" lIns="0" tIns="0" rIns="0" bIns="0" rtlCol="0"/>
              <a:lstStyle/>
              <a:p>
                <a:endParaRPr sz="3804"/>
              </a:p>
            </p:txBody>
          </p:sp>
          <p:sp>
            <p:nvSpPr>
              <p:cNvPr id="245" name="object 234">
                <a:extLst>
                  <a:ext uri="{FF2B5EF4-FFF2-40B4-BE49-F238E27FC236}">
                    <a16:creationId xmlns:a16="http://schemas.microsoft.com/office/drawing/2014/main" id="{4C1E7BA3-F9D8-D6C6-1B35-2847E97E1AF5}"/>
                  </a:ext>
                </a:extLst>
              </p:cNvPr>
              <p:cNvSpPr/>
              <p:nvPr/>
            </p:nvSpPr>
            <p:spPr>
              <a:xfrm>
                <a:off x="1976164" y="1686543"/>
                <a:ext cx="56515" cy="41910"/>
              </a:xfrm>
              <a:custGeom>
                <a:avLst/>
                <a:gdLst/>
                <a:ahLst/>
                <a:cxnLst/>
                <a:rect l="l" t="t" r="r" b="b"/>
                <a:pathLst>
                  <a:path w="56514" h="41910">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46" name="object 235">
                <a:extLst>
                  <a:ext uri="{FF2B5EF4-FFF2-40B4-BE49-F238E27FC236}">
                    <a16:creationId xmlns:a16="http://schemas.microsoft.com/office/drawing/2014/main" id="{E2C9D9DA-177E-F6A1-5851-823735C597D3}"/>
                  </a:ext>
                </a:extLst>
              </p:cNvPr>
              <p:cNvSpPr/>
              <p:nvPr/>
            </p:nvSpPr>
            <p:spPr>
              <a:xfrm>
                <a:off x="1976164" y="1686543"/>
                <a:ext cx="56515" cy="41910"/>
              </a:xfrm>
              <a:custGeom>
                <a:avLst/>
                <a:gdLst/>
                <a:ahLst/>
                <a:cxnLst/>
                <a:rect l="l" t="t" r="r" b="b"/>
                <a:pathLst>
                  <a:path w="56514" h="41910">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47" name="object 236">
                <a:extLst>
                  <a:ext uri="{FF2B5EF4-FFF2-40B4-BE49-F238E27FC236}">
                    <a16:creationId xmlns:a16="http://schemas.microsoft.com/office/drawing/2014/main" id="{066B4F33-5C58-0787-30CB-3ECC1D2306FC}"/>
                  </a:ext>
                </a:extLst>
              </p:cNvPr>
              <p:cNvSpPr/>
              <p:nvPr/>
            </p:nvSpPr>
            <p:spPr>
              <a:xfrm>
                <a:off x="2063237" y="1908606"/>
                <a:ext cx="120014" cy="3810"/>
              </a:xfrm>
              <a:custGeom>
                <a:avLst/>
                <a:gdLst/>
                <a:ahLst/>
                <a:cxnLst/>
                <a:rect l="l" t="t" r="r" b="b"/>
                <a:pathLst>
                  <a:path w="120014" h="3810">
                    <a:moveTo>
                      <a:pt x="0" y="0"/>
                    </a:moveTo>
                    <a:lnTo>
                      <a:pt x="119630" y="3540"/>
                    </a:lnTo>
                  </a:path>
                </a:pathLst>
              </a:custGeom>
              <a:ln w="11608">
                <a:solidFill>
                  <a:srgbClr val="FF2600"/>
                </a:solidFill>
              </a:ln>
            </p:spPr>
            <p:txBody>
              <a:bodyPr wrap="square" lIns="0" tIns="0" rIns="0" bIns="0" rtlCol="0"/>
              <a:lstStyle/>
              <a:p>
                <a:endParaRPr sz="3804"/>
              </a:p>
            </p:txBody>
          </p:sp>
          <p:sp>
            <p:nvSpPr>
              <p:cNvPr id="248" name="object 237">
                <a:extLst>
                  <a:ext uri="{FF2B5EF4-FFF2-40B4-BE49-F238E27FC236}">
                    <a16:creationId xmlns:a16="http://schemas.microsoft.com/office/drawing/2014/main" id="{2735B323-B24E-2D87-6ADB-6BD804225CE3}"/>
                  </a:ext>
                </a:extLst>
              </p:cNvPr>
              <p:cNvSpPr/>
              <p:nvPr/>
            </p:nvSpPr>
            <p:spPr>
              <a:xfrm>
                <a:off x="2182249" y="1891260"/>
                <a:ext cx="56515" cy="41910"/>
              </a:xfrm>
              <a:custGeom>
                <a:avLst/>
                <a:gdLst/>
                <a:ahLst/>
                <a:cxnLst/>
                <a:rect l="l" t="t" r="r" b="b"/>
                <a:pathLst>
                  <a:path w="56514" h="41910">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49" name="object 238">
                <a:extLst>
                  <a:ext uri="{FF2B5EF4-FFF2-40B4-BE49-F238E27FC236}">
                    <a16:creationId xmlns:a16="http://schemas.microsoft.com/office/drawing/2014/main" id="{F594F4D8-FA07-C0DE-8A6D-E0A4383494AD}"/>
                  </a:ext>
                </a:extLst>
              </p:cNvPr>
              <p:cNvSpPr/>
              <p:nvPr/>
            </p:nvSpPr>
            <p:spPr>
              <a:xfrm>
                <a:off x="2182249" y="1891260"/>
                <a:ext cx="56515" cy="41910"/>
              </a:xfrm>
              <a:custGeom>
                <a:avLst/>
                <a:gdLst/>
                <a:ahLst/>
                <a:cxnLst/>
                <a:rect l="l" t="t" r="r" b="b"/>
                <a:pathLst>
                  <a:path w="56514" h="41910">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50" name="object 239">
                <a:extLst>
                  <a:ext uri="{FF2B5EF4-FFF2-40B4-BE49-F238E27FC236}">
                    <a16:creationId xmlns:a16="http://schemas.microsoft.com/office/drawing/2014/main" id="{BE133994-E4DB-3DB7-EAD5-817AABBB9733}"/>
                  </a:ext>
                </a:extLst>
              </p:cNvPr>
              <p:cNvSpPr/>
              <p:nvPr/>
            </p:nvSpPr>
            <p:spPr>
              <a:xfrm>
                <a:off x="2269322" y="1904373"/>
                <a:ext cx="120014" cy="3810"/>
              </a:xfrm>
              <a:custGeom>
                <a:avLst/>
                <a:gdLst/>
                <a:ahLst/>
                <a:cxnLst/>
                <a:rect l="l" t="t" r="r" b="b"/>
                <a:pathLst>
                  <a:path w="120014" h="3810">
                    <a:moveTo>
                      <a:pt x="0" y="0"/>
                    </a:moveTo>
                    <a:lnTo>
                      <a:pt x="119630" y="3540"/>
                    </a:lnTo>
                  </a:path>
                </a:pathLst>
              </a:custGeom>
              <a:ln w="11608">
                <a:solidFill>
                  <a:srgbClr val="FF2600"/>
                </a:solidFill>
              </a:ln>
            </p:spPr>
            <p:txBody>
              <a:bodyPr wrap="square" lIns="0" tIns="0" rIns="0" bIns="0" rtlCol="0"/>
              <a:lstStyle/>
              <a:p>
                <a:endParaRPr sz="3804"/>
              </a:p>
            </p:txBody>
          </p:sp>
          <p:sp>
            <p:nvSpPr>
              <p:cNvPr id="251" name="object 240">
                <a:extLst>
                  <a:ext uri="{FF2B5EF4-FFF2-40B4-BE49-F238E27FC236}">
                    <a16:creationId xmlns:a16="http://schemas.microsoft.com/office/drawing/2014/main" id="{B61FBD83-9B9E-119A-FC0B-FC72AB45E0C2}"/>
                  </a:ext>
                </a:extLst>
              </p:cNvPr>
              <p:cNvSpPr/>
              <p:nvPr/>
            </p:nvSpPr>
            <p:spPr>
              <a:xfrm>
                <a:off x="2388334" y="1887026"/>
                <a:ext cx="56515" cy="41910"/>
              </a:xfrm>
              <a:custGeom>
                <a:avLst/>
                <a:gdLst/>
                <a:ahLst/>
                <a:cxnLst/>
                <a:rect l="l" t="t" r="r" b="b"/>
                <a:pathLst>
                  <a:path w="56514" h="41910">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52" name="object 241">
                <a:extLst>
                  <a:ext uri="{FF2B5EF4-FFF2-40B4-BE49-F238E27FC236}">
                    <a16:creationId xmlns:a16="http://schemas.microsoft.com/office/drawing/2014/main" id="{2B20BFBF-2304-2679-5036-551D6518A7F1}"/>
                  </a:ext>
                </a:extLst>
              </p:cNvPr>
              <p:cNvSpPr/>
              <p:nvPr/>
            </p:nvSpPr>
            <p:spPr>
              <a:xfrm>
                <a:off x="2388334" y="1887026"/>
                <a:ext cx="56515" cy="41910"/>
              </a:xfrm>
              <a:custGeom>
                <a:avLst/>
                <a:gdLst/>
                <a:ahLst/>
                <a:cxnLst/>
                <a:rect l="l" t="t" r="r" b="b"/>
                <a:pathLst>
                  <a:path w="56514" h="41910">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53" name="object 242">
                <a:extLst>
                  <a:ext uri="{FF2B5EF4-FFF2-40B4-BE49-F238E27FC236}">
                    <a16:creationId xmlns:a16="http://schemas.microsoft.com/office/drawing/2014/main" id="{713A4018-5630-BF56-27A2-36FD55BF157B}"/>
                  </a:ext>
                </a:extLst>
              </p:cNvPr>
              <p:cNvSpPr/>
              <p:nvPr/>
            </p:nvSpPr>
            <p:spPr>
              <a:xfrm>
                <a:off x="1018784" y="1902802"/>
                <a:ext cx="120014" cy="3810"/>
              </a:xfrm>
              <a:custGeom>
                <a:avLst/>
                <a:gdLst/>
                <a:ahLst/>
                <a:cxnLst/>
                <a:rect l="l" t="t" r="r" b="b"/>
                <a:pathLst>
                  <a:path w="120015" h="3810">
                    <a:moveTo>
                      <a:pt x="0" y="0"/>
                    </a:moveTo>
                    <a:lnTo>
                      <a:pt x="119630" y="3540"/>
                    </a:lnTo>
                  </a:path>
                </a:pathLst>
              </a:custGeom>
              <a:ln w="11608">
                <a:solidFill>
                  <a:srgbClr val="FF2600"/>
                </a:solidFill>
              </a:ln>
            </p:spPr>
            <p:txBody>
              <a:bodyPr wrap="square" lIns="0" tIns="0" rIns="0" bIns="0" rtlCol="0"/>
              <a:lstStyle/>
              <a:p>
                <a:endParaRPr sz="3804"/>
              </a:p>
            </p:txBody>
          </p:sp>
          <p:sp>
            <p:nvSpPr>
              <p:cNvPr id="254" name="object 243">
                <a:extLst>
                  <a:ext uri="{FF2B5EF4-FFF2-40B4-BE49-F238E27FC236}">
                    <a16:creationId xmlns:a16="http://schemas.microsoft.com/office/drawing/2014/main" id="{C6981777-5C85-6B1F-85EB-5459185CB50C}"/>
                  </a:ext>
                </a:extLst>
              </p:cNvPr>
              <p:cNvSpPr/>
              <p:nvPr/>
            </p:nvSpPr>
            <p:spPr>
              <a:xfrm>
                <a:off x="1137796" y="1885456"/>
                <a:ext cx="56515" cy="41910"/>
              </a:xfrm>
              <a:custGeom>
                <a:avLst/>
                <a:gdLst/>
                <a:ahLst/>
                <a:cxnLst/>
                <a:rect l="l" t="t" r="r" b="b"/>
                <a:pathLst>
                  <a:path w="56515" h="41910">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55" name="object 244">
                <a:extLst>
                  <a:ext uri="{FF2B5EF4-FFF2-40B4-BE49-F238E27FC236}">
                    <a16:creationId xmlns:a16="http://schemas.microsoft.com/office/drawing/2014/main" id="{A600BB7C-AE94-79CA-3826-B29F6CD4EAC2}"/>
                  </a:ext>
                </a:extLst>
              </p:cNvPr>
              <p:cNvSpPr/>
              <p:nvPr/>
            </p:nvSpPr>
            <p:spPr>
              <a:xfrm>
                <a:off x="1137796" y="1885456"/>
                <a:ext cx="56515" cy="41910"/>
              </a:xfrm>
              <a:custGeom>
                <a:avLst/>
                <a:gdLst/>
                <a:ahLst/>
                <a:cxnLst/>
                <a:rect l="l" t="t" r="r" b="b"/>
                <a:pathLst>
                  <a:path w="56515" h="41910">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56" name="object 245">
                <a:extLst>
                  <a:ext uri="{FF2B5EF4-FFF2-40B4-BE49-F238E27FC236}">
                    <a16:creationId xmlns:a16="http://schemas.microsoft.com/office/drawing/2014/main" id="{27740AA3-4CC0-66B6-4657-0D859F858A22}"/>
                  </a:ext>
                </a:extLst>
              </p:cNvPr>
              <p:cNvSpPr/>
              <p:nvPr/>
            </p:nvSpPr>
            <p:spPr>
              <a:xfrm>
                <a:off x="1215753" y="1904271"/>
                <a:ext cx="120014" cy="3810"/>
              </a:xfrm>
              <a:custGeom>
                <a:avLst/>
                <a:gdLst/>
                <a:ahLst/>
                <a:cxnLst/>
                <a:rect l="l" t="t" r="r" b="b"/>
                <a:pathLst>
                  <a:path w="120015" h="3810">
                    <a:moveTo>
                      <a:pt x="0" y="0"/>
                    </a:moveTo>
                    <a:lnTo>
                      <a:pt x="119630" y="3540"/>
                    </a:lnTo>
                  </a:path>
                </a:pathLst>
              </a:custGeom>
              <a:ln w="11608">
                <a:solidFill>
                  <a:srgbClr val="FF2600"/>
                </a:solidFill>
              </a:ln>
            </p:spPr>
            <p:txBody>
              <a:bodyPr wrap="square" lIns="0" tIns="0" rIns="0" bIns="0" rtlCol="0"/>
              <a:lstStyle/>
              <a:p>
                <a:endParaRPr sz="3804"/>
              </a:p>
            </p:txBody>
          </p:sp>
          <p:sp>
            <p:nvSpPr>
              <p:cNvPr id="257" name="object 246">
                <a:extLst>
                  <a:ext uri="{FF2B5EF4-FFF2-40B4-BE49-F238E27FC236}">
                    <a16:creationId xmlns:a16="http://schemas.microsoft.com/office/drawing/2014/main" id="{3992CC8F-DEB7-16E5-9E41-C18810B07A8C}"/>
                  </a:ext>
                </a:extLst>
              </p:cNvPr>
              <p:cNvSpPr/>
              <p:nvPr/>
            </p:nvSpPr>
            <p:spPr>
              <a:xfrm>
                <a:off x="1334765" y="1886925"/>
                <a:ext cx="56515" cy="41910"/>
              </a:xfrm>
              <a:custGeom>
                <a:avLst/>
                <a:gdLst/>
                <a:ahLst/>
                <a:cxnLst/>
                <a:rect l="l" t="t" r="r" b="b"/>
                <a:pathLst>
                  <a:path w="56515" h="41910">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58" name="object 247">
                <a:extLst>
                  <a:ext uri="{FF2B5EF4-FFF2-40B4-BE49-F238E27FC236}">
                    <a16:creationId xmlns:a16="http://schemas.microsoft.com/office/drawing/2014/main" id="{4C0B2A28-1192-C42F-A4FA-3B50A8E6E9FF}"/>
                  </a:ext>
                </a:extLst>
              </p:cNvPr>
              <p:cNvSpPr/>
              <p:nvPr/>
            </p:nvSpPr>
            <p:spPr>
              <a:xfrm>
                <a:off x="1334765" y="1886925"/>
                <a:ext cx="56515" cy="41910"/>
              </a:xfrm>
              <a:custGeom>
                <a:avLst/>
                <a:gdLst/>
                <a:ahLst/>
                <a:cxnLst/>
                <a:rect l="l" t="t" r="r" b="b"/>
                <a:pathLst>
                  <a:path w="56515" h="41910">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59" name="object 248">
                <a:extLst>
                  <a:ext uri="{FF2B5EF4-FFF2-40B4-BE49-F238E27FC236}">
                    <a16:creationId xmlns:a16="http://schemas.microsoft.com/office/drawing/2014/main" id="{56485DB8-703C-1346-7801-74554FD388C9}"/>
                  </a:ext>
                </a:extLst>
              </p:cNvPr>
              <p:cNvSpPr/>
              <p:nvPr/>
            </p:nvSpPr>
            <p:spPr>
              <a:xfrm>
                <a:off x="1021348" y="873788"/>
                <a:ext cx="120014" cy="3810"/>
              </a:xfrm>
              <a:custGeom>
                <a:avLst/>
                <a:gdLst/>
                <a:ahLst/>
                <a:cxnLst/>
                <a:rect l="l" t="t" r="r" b="b"/>
                <a:pathLst>
                  <a:path w="120015" h="3809">
                    <a:moveTo>
                      <a:pt x="0" y="0"/>
                    </a:moveTo>
                    <a:lnTo>
                      <a:pt x="119630" y="3540"/>
                    </a:lnTo>
                  </a:path>
                </a:pathLst>
              </a:custGeom>
              <a:ln w="11608">
                <a:solidFill>
                  <a:srgbClr val="FF2600"/>
                </a:solidFill>
              </a:ln>
            </p:spPr>
            <p:txBody>
              <a:bodyPr wrap="square" lIns="0" tIns="0" rIns="0" bIns="0" rtlCol="0"/>
              <a:lstStyle/>
              <a:p>
                <a:endParaRPr sz="3804"/>
              </a:p>
            </p:txBody>
          </p:sp>
          <p:sp>
            <p:nvSpPr>
              <p:cNvPr id="260" name="object 249">
                <a:extLst>
                  <a:ext uri="{FF2B5EF4-FFF2-40B4-BE49-F238E27FC236}">
                    <a16:creationId xmlns:a16="http://schemas.microsoft.com/office/drawing/2014/main" id="{4F20AA84-BB6F-8BEC-FDF1-4F797A170C94}"/>
                  </a:ext>
                </a:extLst>
              </p:cNvPr>
              <p:cNvSpPr/>
              <p:nvPr/>
            </p:nvSpPr>
            <p:spPr>
              <a:xfrm>
                <a:off x="1140360" y="856442"/>
                <a:ext cx="56515" cy="41910"/>
              </a:xfrm>
              <a:custGeom>
                <a:avLst/>
                <a:gdLst/>
                <a:ahLst/>
                <a:cxnLst/>
                <a:rect l="l" t="t" r="r" b="b"/>
                <a:pathLst>
                  <a:path w="56515" h="41909">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61" name="object 250">
                <a:extLst>
                  <a:ext uri="{FF2B5EF4-FFF2-40B4-BE49-F238E27FC236}">
                    <a16:creationId xmlns:a16="http://schemas.microsoft.com/office/drawing/2014/main" id="{FBC7E0A3-B0B6-B09E-69F8-80A23743C924}"/>
                  </a:ext>
                </a:extLst>
              </p:cNvPr>
              <p:cNvSpPr/>
              <p:nvPr/>
            </p:nvSpPr>
            <p:spPr>
              <a:xfrm>
                <a:off x="1140360" y="856442"/>
                <a:ext cx="56515" cy="41910"/>
              </a:xfrm>
              <a:custGeom>
                <a:avLst/>
                <a:gdLst/>
                <a:ahLst/>
                <a:cxnLst/>
                <a:rect l="l" t="t" r="r" b="b"/>
                <a:pathLst>
                  <a:path w="56515" h="41909">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62" name="object 251">
                <a:extLst>
                  <a:ext uri="{FF2B5EF4-FFF2-40B4-BE49-F238E27FC236}">
                    <a16:creationId xmlns:a16="http://schemas.microsoft.com/office/drawing/2014/main" id="{891C4DAE-66DB-F01B-5E94-7A1ED8ADA398}"/>
                  </a:ext>
                </a:extLst>
              </p:cNvPr>
              <p:cNvSpPr/>
              <p:nvPr/>
            </p:nvSpPr>
            <p:spPr>
              <a:xfrm>
                <a:off x="1104072" y="1059011"/>
                <a:ext cx="3810" cy="120014"/>
              </a:xfrm>
              <a:custGeom>
                <a:avLst/>
                <a:gdLst/>
                <a:ahLst/>
                <a:cxnLst/>
                <a:rect l="l" t="t" r="r" b="b"/>
                <a:pathLst>
                  <a:path w="3809" h="120015">
                    <a:moveTo>
                      <a:pt x="0" y="119630"/>
                    </a:moveTo>
                    <a:lnTo>
                      <a:pt x="3540" y="0"/>
                    </a:lnTo>
                  </a:path>
                </a:pathLst>
              </a:custGeom>
              <a:ln w="11608">
                <a:solidFill>
                  <a:srgbClr val="FF2600"/>
                </a:solidFill>
              </a:ln>
            </p:spPr>
            <p:txBody>
              <a:bodyPr wrap="square" lIns="0" tIns="0" rIns="0" bIns="0" rtlCol="0"/>
              <a:lstStyle/>
              <a:p>
                <a:endParaRPr sz="3804"/>
              </a:p>
            </p:txBody>
          </p:sp>
          <p:sp>
            <p:nvSpPr>
              <p:cNvPr id="263" name="object 252">
                <a:extLst>
                  <a:ext uri="{FF2B5EF4-FFF2-40B4-BE49-F238E27FC236}">
                    <a16:creationId xmlns:a16="http://schemas.microsoft.com/office/drawing/2014/main" id="{950F2CEF-E32F-3A26-C3B6-2563710E9D78}"/>
                  </a:ext>
                </a:extLst>
              </p:cNvPr>
              <p:cNvSpPr/>
              <p:nvPr/>
            </p:nvSpPr>
            <p:spPr>
              <a:xfrm>
                <a:off x="1086726" y="1003318"/>
                <a:ext cx="41910" cy="56515"/>
              </a:xfrm>
              <a:custGeom>
                <a:avLst/>
                <a:gdLst/>
                <a:ahLst/>
                <a:cxnLst/>
                <a:rect l="l" t="t" r="r" b="b"/>
                <a:pathLst>
                  <a:path w="41909" h="56515">
                    <a:moveTo>
                      <a:pt x="22531" y="0"/>
                    </a:moveTo>
                    <a:lnTo>
                      <a:pt x="0" y="55076"/>
                    </a:lnTo>
                    <a:lnTo>
                      <a:pt x="41772" y="56312"/>
                    </a:lnTo>
                    <a:lnTo>
                      <a:pt x="22531" y="0"/>
                    </a:lnTo>
                    <a:close/>
                  </a:path>
                </a:pathLst>
              </a:custGeom>
              <a:solidFill>
                <a:srgbClr val="FF2600"/>
              </a:solidFill>
            </p:spPr>
            <p:txBody>
              <a:bodyPr wrap="square" lIns="0" tIns="0" rIns="0" bIns="0" rtlCol="0"/>
              <a:lstStyle/>
              <a:p>
                <a:endParaRPr sz="3804"/>
              </a:p>
            </p:txBody>
          </p:sp>
          <p:sp>
            <p:nvSpPr>
              <p:cNvPr id="264" name="object 253">
                <a:extLst>
                  <a:ext uri="{FF2B5EF4-FFF2-40B4-BE49-F238E27FC236}">
                    <a16:creationId xmlns:a16="http://schemas.microsoft.com/office/drawing/2014/main" id="{094E5C79-1543-4E2D-DEBC-81297619D00D}"/>
                  </a:ext>
                </a:extLst>
              </p:cNvPr>
              <p:cNvSpPr/>
              <p:nvPr/>
            </p:nvSpPr>
            <p:spPr>
              <a:xfrm>
                <a:off x="1086726" y="1003318"/>
                <a:ext cx="41910" cy="56515"/>
              </a:xfrm>
              <a:custGeom>
                <a:avLst/>
                <a:gdLst/>
                <a:ahLst/>
                <a:cxnLst/>
                <a:rect l="l" t="t" r="r" b="b"/>
                <a:pathLst>
                  <a:path w="41909" h="56515">
                    <a:moveTo>
                      <a:pt x="22531" y="0"/>
                    </a:moveTo>
                    <a:lnTo>
                      <a:pt x="0" y="55076"/>
                    </a:lnTo>
                    <a:lnTo>
                      <a:pt x="41772" y="56312"/>
                    </a:lnTo>
                    <a:lnTo>
                      <a:pt x="22531" y="0"/>
                    </a:lnTo>
                    <a:close/>
                  </a:path>
                </a:pathLst>
              </a:custGeom>
              <a:ln w="11608">
                <a:solidFill>
                  <a:srgbClr val="FF2600"/>
                </a:solidFill>
              </a:ln>
            </p:spPr>
            <p:txBody>
              <a:bodyPr wrap="square" lIns="0" tIns="0" rIns="0" bIns="0" rtlCol="0"/>
              <a:lstStyle/>
              <a:p>
                <a:endParaRPr sz="3804"/>
              </a:p>
            </p:txBody>
          </p:sp>
          <p:sp>
            <p:nvSpPr>
              <p:cNvPr id="265" name="object 254">
                <a:extLst>
                  <a:ext uri="{FF2B5EF4-FFF2-40B4-BE49-F238E27FC236}">
                    <a16:creationId xmlns:a16="http://schemas.microsoft.com/office/drawing/2014/main" id="{82CC9DFE-5351-171F-1A7E-CECF2DA0BDC0}"/>
                  </a:ext>
                </a:extLst>
              </p:cNvPr>
              <p:cNvSpPr/>
              <p:nvPr/>
            </p:nvSpPr>
            <p:spPr>
              <a:xfrm>
                <a:off x="1104072" y="1267962"/>
                <a:ext cx="3810" cy="120014"/>
              </a:xfrm>
              <a:custGeom>
                <a:avLst/>
                <a:gdLst/>
                <a:ahLst/>
                <a:cxnLst/>
                <a:rect l="l" t="t" r="r" b="b"/>
                <a:pathLst>
                  <a:path w="3809" h="120015">
                    <a:moveTo>
                      <a:pt x="0" y="119630"/>
                    </a:moveTo>
                    <a:lnTo>
                      <a:pt x="3540" y="0"/>
                    </a:lnTo>
                  </a:path>
                </a:pathLst>
              </a:custGeom>
              <a:ln w="11608">
                <a:solidFill>
                  <a:srgbClr val="FF2600"/>
                </a:solidFill>
              </a:ln>
            </p:spPr>
            <p:txBody>
              <a:bodyPr wrap="square" lIns="0" tIns="0" rIns="0" bIns="0" rtlCol="0"/>
              <a:lstStyle/>
              <a:p>
                <a:endParaRPr sz="3804"/>
              </a:p>
            </p:txBody>
          </p:sp>
          <p:sp>
            <p:nvSpPr>
              <p:cNvPr id="266" name="object 255">
                <a:extLst>
                  <a:ext uri="{FF2B5EF4-FFF2-40B4-BE49-F238E27FC236}">
                    <a16:creationId xmlns:a16="http://schemas.microsoft.com/office/drawing/2014/main" id="{BC9B95C8-000E-FDA2-28FA-A851B0D4C854}"/>
                  </a:ext>
                </a:extLst>
              </p:cNvPr>
              <p:cNvSpPr/>
              <p:nvPr/>
            </p:nvSpPr>
            <p:spPr>
              <a:xfrm>
                <a:off x="1086726" y="1212269"/>
                <a:ext cx="41910" cy="56515"/>
              </a:xfrm>
              <a:custGeom>
                <a:avLst/>
                <a:gdLst/>
                <a:ahLst/>
                <a:cxnLst/>
                <a:rect l="l" t="t" r="r" b="b"/>
                <a:pathLst>
                  <a:path w="41909" h="56515">
                    <a:moveTo>
                      <a:pt x="22531" y="0"/>
                    </a:moveTo>
                    <a:lnTo>
                      <a:pt x="0" y="55076"/>
                    </a:lnTo>
                    <a:lnTo>
                      <a:pt x="41772" y="56312"/>
                    </a:lnTo>
                    <a:lnTo>
                      <a:pt x="22531" y="0"/>
                    </a:lnTo>
                    <a:close/>
                  </a:path>
                </a:pathLst>
              </a:custGeom>
              <a:solidFill>
                <a:srgbClr val="FF2600"/>
              </a:solidFill>
            </p:spPr>
            <p:txBody>
              <a:bodyPr wrap="square" lIns="0" tIns="0" rIns="0" bIns="0" rtlCol="0"/>
              <a:lstStyle/>
              <a:p>
                <a:endParaRPr sz="3804"/>
              </a:p>
            </p:txBody>
          </p:sp>
          <p:sp>
            <p:nvSpPr>
              <p:cNvPr id="267" name="object 256">
                <a:extLst>
                  <a:ext uri="{FF2B5EF4-FFF2-40B4-BE49-F238E27FC236}">
                    <a16:creationId xmlns:a16="http://schemas.microsoft.com/office/drawing/2014/main" id="{38177452-8C0B-53A1-AE6E-6881EABDE5BD}"/>
                  </a:ext>
                </a:extLst>
              </p:cNvPr>
              <p:cNvSpPr/>
              <p:nvPr/>
            </p:nvSpPr>
            <p:spPr>
              <a:xfrm>
                <a:off x="1086726" y="1212269"/>
                <a:ext cx="41910" cy="56515"/>
              </a:xfrm>
              <a:custGeom>
                <a:avLst/>
                <a:gdLst/>
                <a:ahLst/>
                <a:cxnLst/>
                <a:rect l="l" t="t" r="r" b="b"/>
                <a:pathLst>
                  <a:path w="41909" h="56515">
                    <a:moveTo>
                      <a:pt x="22531" y="0"/>
                    </a:moveTo>
                    <a:lnTo>
                      <a:pt x="0" y="55076"/>
                    </a:lnTo>
                    <a:lnTo>
                      <a:pt x="41772" y="56312"/>
                    </a:lnTo>
                    <a:lnTo>
                      <a:pt x="22531" y="0"/>
                    </a:lnTo>
                    <a:close/>
                  </a:path>
                </a:pathLst>
              </a:custGeom>
              <a:ln w="11608">
                <a:solidFill>
                  <a:srgbClr val="FF2600"/>
                </a:solidFill>
              </a:ln>
            </p:spPr>
            <p:txBody>
              <a:bodyPr wrap="square" lIns="0" tIns="0" rIns="0" bIns="0" rtlCol="0"/>
              <a:lstStyle/>
              <a:p>
                <a:endParaRPr sz="3804"/>
              </a:p>
            </p:txBody>
          </p:sp>
          <p:sp>
            <p:nvSpPr>
              <p:cNvPr id="268" name="object 257">
                <a:extLst>
                  <a:ext uri="{FF2B5EF4-FFF2-40B4-BE49-F238E27FC236}">
                    <a16:creationId xmlns:a16="http://schemas.microsoft.com/office/drawing/2014/main" id="{765D0A96-DA28-8F82-52A1-A84D491AB765}"/>
                  </a:ext>
                </a:extLst>
              </p:cNvPr>
              <p:cNvSpPr/>
              <p:nvPr/>
            </p:nvSpPr>
            <p:spPr>
              <a:xfrm>
                <a:off x="1313023" y="1471109"/>
                <a:ext cx="3810" cy="120014"/>
              </a:xfrm>
              <a:custGeom>
                <a:avLst/>
                <a:gdLst/>
                <a:ahLst/>
                <a:cxnLst/>
                <a:rect l="l" t="t" r="r" b="b"/>
                <a:pathLst>
                  <a:path w="3809" h="120015">
                    <a:moveTo>
                      <a:pt x="0" y="119630"/>
                    </a:moveTo>
                    <a:lnTo>
                      <a:pt x="3540" y="0"/>
                    </a:lnTo>
                  </a:path>
                </a:pathLst>
              </a:custGeom>
              <a:ln w="11608">
                <a:solidFill>
                  <a:srgbClr val="FF2600"/>
                </a:solidFill>
              </a:ln>
            </p:spPr>
            <p:txBody>
              <a:bodyPr wrap="square" lIns="0" tIns="0" rIns="0" bIns="0" rtlCol="0"/>
              <a:lstStyle/>
              <a:p>
                <a:endParaRPr sz="3804"/>
              </a:p>
            </p:txBody>
          </p:sp>
          <p:sp>
            <p:nvSpPr>
              <p:cNvPr id="269" name="object 258">
                <a:extLst>
                  <a:ext uri="{FF2B5EF4-FFF2-40B4-BE49-F238E27FC236}">
                    <a16:creationId xmlns:a16="http://schemas.microsoft.com/office/drawing/2014/main" id="{247EF0A4-E82A-42FD-DC27-919406BCA328}"/>
                  </a:ext>
                </a:extLst>
              </p:cNvPr>
              <p:cNvSpPr/>
              <p:nvPr/>
            </p:nvSpPr>
            <p:spPr>
              <a:xfrm>
                <a:off x="1295677" y="1415416"/>
                <a:ext cx="41910" cy="56515"/>
              </a:xfrm>
              <a:custGeom>
                <a:avLst/>
                <a:gdLst/>
                <a:ahLst/>
                <a:cxnLst/>
                <a:rect l="l" t="t" r="r" b="b"/>
                <a:pathLst>
                  <a:path w="41909" h="56515">
                    <a:moveTo>
                      <a:pt x="22531" y="0"/>
                    </a:moveTo>
                    <a:lnTo>
                      <a:pt x="0" y="55076"/>
                    </a:lnTo>
                    <a:lnTo>
                      <a:pt x="41772" y="56312"/>
                    </a:lnTo>
                    <a:lnTo>
                      <a:pt x="22531" y="0"/>
                    </a:lnTo>
                    <a:close/>
                  </a:path>
                </a:pathLst>
              </a:custGeom>
              <a:solidFill>
                <a:srgbClr val="FF2600"/>
              </a:solidFill>
            </p:spPr>
            <p:txBody>
              <a:bodyPr wrap="square" lIns="0" tIns="0" rIns="0" bIns="0" rtlCol="0"/>
              <a:lstStyle/>
              <a:p>
                <a:endParaRPr sz="3804"/>
              </a:p>
            </p:txBody>
          </p:sp>
          <p:sp>
            <p:nvSpPr>
              <p:cNvPr id="270" name="object 259">
                <a:extLst>
                  <a:ext uri="{FF2B5EF4-FFF2-40B4-BE49-F238E27FC236}">
                    <a16:creationId xmlns:a16="http://schemas.microsoft.com/office/drawing/2014/main" id="{832D0A86-1AEC-CAD2-F725-2261E3BDC2E5}"/>
                  </a:ext>
                </a:extLst>
              </p:cNvPr>
              <p:cNvSpPr/>
              <p:nvPr/>
            </p:nvSpPr>
            <p:spPr>
              <a:xfrm>
                <a:off x="1295677" y="1415416"/>
                <a:ext cx="41910" cy="56515"/>
              </a:xfrm>
              <a:custGeom>
                <a:avLst/>
                <a:gdLst/>
                <a:ahLst/>
                <a:cxnLst/>
                <a:rect l="l" t="t" r="r" b="b"/>
                <a:pathLst>
                  <a:path w="41909" h="56515">
                    <a:moveTo>
                      <a:pt x="22531" y="0"/>
                    </a:moveTo>
                    <a:lnTo>
                      <a:pt x="0" y="55076"/>
                    </a:lnTo>
                    <a:lnTo>
                      <a:pt x="41772" y="56312"/>
                    </a:lnTo>
                    <a:lnTo>
                      <a:pt x="22531" y="0"/>
                    </a:lnTo>
                    <a:close/>
                  </a:path>
                </a:pathLst>
              </a:custGeom>
              <a:ln w="11608">
                <a:solidFill>
                  <a:srgbClr val="FF2600"/>
                </a:solidFill>
              </a:ln>
            </p:spPr>
            <p:txBody>
              <a:bodyPr wrap="square" lIns="0" tIns="0" rIns="0" bIns="0" rtlCol="0"/>
              <a:lstStyle/>
              <a:p>
                <a:endParaRPr sz="3804"/>
              </a:p>
            </p:txBody>
          </p:sp>
          <p:sp>
            <p:nvSpPr>
              <p:cNvPr id="271" name="object 260">
                <a:extLst>
                  <a:ext uri="{FF2B5EF4-FFF2-40B4-BE49-F238E27FC236}">
                    <a16:creationId xmlns:a16="http://schemas.microsoft.com/office/drawing/2014/main" id="{31ED7726-A7B4-4AF1-1378-4073410093B8}"/>
                  </a:ext>
                </a:extLst>
              </p:cNvPr>
              <p:cNvSpPr/>
              <p:nvPr/>
            </p:nvSpPr>
            <p:spPr>
              <a:xfrm>
                <a:off x="1521975" y="1680060"/>
                <a:ext cx="3810" cy="120014"/>
              </a:xfrm>
              <a:custGeom>
                <a:avLst/>
                <a:gdLst/>
                <a:ahLst/>
                <a:cxnLst/>
                <a:rect l="l" t="t" r="r" b="b"/>
                <a:pathLst>
                  <a:path w="3809" h="120014">
                    <a:moveTo>
                      <a:pt x="0" y="119630"/>
                    </a:moveTo>
                    <a:lnTo>
                      <a:pt x="3540" y="0"/>
                    </a:lnTo>
                  </a:path>
                </a:pathLst>
              </a:custGeom>
              <a:ln w="11608">
                <a:solidFill>
                  <a:srgbClr val="FF2600"/>
                </a:solidFill>
              </a:ln>
            </p:spPr>
            <p:txBody>
              <a:bodyPr wrap="square" lIns="0" tIns="0" rIns="0" bIns="0" rtlCol="0"/>
              <a:lstStyle/>
              <a:p>
                <a:endParaRPr sz="3804"/>
              </a:p>
            </p:txBody>
          </p:sp>
          <p:sp>
            <p:nvSpPr>
              <p:cNvPr id="272" name="object 261">
                <a:extLst>
                  <a:ext uri="{FF2B5EF4-FFF2-40B4-BE49-F238E27FC236}">
                    <a16:creationId xmlns:a16="http://schemas.microsoft.com/office/drawing/2014/main" id="{2E218710-ACB5-0E19-2F32-044875BA1A8D}"/>
                  </a:ext>
                </a:extLst>
              </p:cNvPr>
              <p:cNvSpPr/>
              <p:nvPr/>
            </p:nvSpPr>
            <p:spPr>
              <a:xfrm>
                <a:off x="1504628" y="1624367"/>
                <a:ext cx="41910" cy="56515"/>
              </a:xfrm>
              <a:custGeom>
                <a:avLst/>
                <a:gdLst/>
                <a:ahLst/>
                <a:cxnLst/>
                <a:rect l="l" t="t" r="r" b="b"/>
                <a:pathLst>
                  <a:path w="41909" h="56514">
                    <a:moveTo>
                      <a:pt x="22531" y="0"/>
                    </a:moveTo>
                    <a:lnTo>
                      <a:pt x="0" y="55076"/>
                    </a:lnTo>
                    <a:lnTo>
                      <a:pt x="41772" y="56312"/>
                    </a:lnTo>
                    <a:lnTo>
                      <a:pt x="22531" y="0"/>
                    </a:lnTo>
                    <a:close/>
                  </a:path>
                </a:pathLst>
              </a:custGeom>
              <a:solidFill>
                <a:srgbClr val="FF2600"/>
              </a:solidFill>
            </p:spPr>
            <p:txBody>
              <a:bodyPr wrap="square" lIns="0" tIns="0" rIns="0" bIns="0" rtlCol="0"/>
              <a:lstStyle/>
              <a:p>
                <a:endParaRPr sz="3804"/>
              </a:p>
            </p:txBody>
          </p:sp>
          <p:sp>
            <p:nvSpPr>
              <p:cNvPr id="273" name="object 262">
                <a:extLst>
                  <a:ext uri="{FF2B5EF4-FFF2-40B4-BE49-F238E27FC236}">
                    <a16:creationId xmlns:a16="http://schemas.microsoft.com/office/drawing/2014/main" id="{7D575244-6143-80D8-D393-FAFAF2ABA40A}"/>
                  </a:ext>
                </a:extLst>
              </p:cNvPr>
              <p:cNvSpPr/>
              <p:nvPr/>
            </p:nvSpPr>
            <p:spPr>
              <a:xfrm>
                <a:off x="1504628" y="1624367"/>
                <a:ext cx="41910" cy="56515"/>
              </a:xfrm>
              <a:custGeom>
                <a:avLst/>
                <a:gdLst/>
                <a:ahLst/>
                <a:cxnLst/>
                <a:rect l="l" t="t" r="r" b="b"/>
                <a:pathLst>
                  <a:path w="41909" h="56514">
                    <a:moveTo>
                      <a:pt x="22531" y="0"/>
                    </a:moveTo>
                    <a:lnTo>
                      <a:pt x="0" y="55076"/>
                    </a:lnTo>
                    <a:lnTo>
                      <a:pt x="41772" y="56312"/>
                    </a:lnTo>
                    <a:lnTo>
                      <a:pt x="22531" y="0"/>
                    </a:lnTo>
                    <a:close/>
                  </a:path>
                </a:pathLst>
              </a:custGeom>
              <a:ln w="11608">
                <a:solidFill>
                  <a:srgbClr val="FF2600"/>
                </a:solidFill>
              </a:ln>
            </p:spPr>
            <p:txBody>
              <a:bodyPr wrap="square" lIns="0" tIns="0" rIns="0" bIns="0" rtlCol="0"/>
              <a:lstStyle/>
              <a:p>
                <a:endParaRPr sz="3804"/>
              </a:p>
            </p:txBody>
          </p:sp>
          <p:sp>
            <p:nvSpPr>
              <p:cNvPr id="274" name="object 263">
                <a:extLst>
                  <a:ext uri="{FF2B5EF4-FFF2-40B4-BE49-F238E27FC236}">
                    <a16:creationId xmlns:a16="http://schemas.microsoft.com/office/drawing/2014/main" id="{E9276D00-8BC4-52D9-8509-BC70D5827263}"/>
                  </a:ext>
                </a:extLst>
              </p:cNvPr>
              <p:cNvSpPr/>
              <p:nvPr/>
            </p:nvSpPr>
            <p:spPr>
              <a:xfrm>
                <a:off x="1516170" y="1889011"/>
                <a:ext cx="3810" cy="120014"/>
              </a:xfrm>
              <a:custGeom>
                <a:avLst/>
                <a:gdLst/>
                <a:ahLst/>
                <a:cxnLst/>
                <a:rect l="l" t="t" r="r" b="b"/>
                <a:pathLst>
                  <a:path w="3809" h="120014">
                    <a:moveTo>
                      <a:pt x="0" y="119630"/>
                    </a:moveTo>
                    <a:lnTo>
                      <a:pt x="3540" y="0"/>
                    </a:lnTo>
                  </a:path>
                </a:pathLst>
              </a:custGeom>
              <a:ln w="11608">
                <a:solidFill>
                  <a:srgbClr val="FF2600"/>
                </a:solidFill>
              </a:ln>
            </p:spPr>
            <p:txBody>
              <a:bodyPr wrap="square" lIns="0" tIns="0" rIns="0" bIns="0" rtlCol="0"/>
              <a:lstStyle/>
              <a:p>
                <a:endParaRPr sz="3804"/>
              </a:p>
            </p:txBody>
          </p:sp>
          <p:sp>
            <p:nvSpPr>
              <p:cNvPr id="275" name="object 264">
                <a:extLst>
                  <a:ext uri="{FF2B5EF4-FFF2-40B4-BE49-F238E27FC236}">
                    <a16:creationId xmlns:a16="http://schemas.microsoft.com/office/drawing/2014/main" id="{EB3D6CAE-3A94-12B0-C3DA-ADE6BF87C0EF}"/>
                  </a:ext>
                </a:extLst>
              </p:cNvPr>
              <p:cNvSpPr/>
              <p:nvPr/>
            </p:nvSpPr>
            <p:spPr>
              <a:xfrm>
                <a:off x="1498824" y="1833318"/>
                <a:ext cx="41910" cy="56515"/>
              </a:xfrm>
              <a:custGeom>
                <a:avLst/>
                <a:gdLst/>
                <a:ahLst/>
                <a:cxnLst/>
                <a:rect l="l" t="t" r="r" b="b"/>
                <a:pathLst>
                  <a:path w="41909" h="56514">
                    <a:moveTo>
                      <a:pt x="22531" y="0"/>
                    </a:moveTo>
                    <a:lnTo>
                      <a:pt x="0" y="55076"/>
                    </a:lnTo>
                    <a:lnTo>
                      <a:pt x="41772" y="56312"/>
                    </a:lnTo>
                    <a:lnTo>
                      <a:pt x="22531" y="0"/>
                    </a:lnTo>
                    <a:close/>
                  </a:path>
                </a:pathLst>
              </a:custGeom>
              <a:solidFill>
                <a:srgbClr val="FF2600"/>
              </a:solidFill>
            </p:spPr>
            <p:txBody>
              <a:bodyPr wrap="square" lIns="0" tIns="0" rIns="0" bIns="0" rtlCol="0"/>
              <a:lstStyle/>
              <a:p>
                <a:endParaRPr sz="3804"/>
              </a:p>
            </p:txBody>
          </p:sp>
          <p:sp>
            <p:nvSpPr>
              <p:cNvPr id="276" name="object 265">
                <a:extLst>
                  <a:ext uri="{FF2B5EF4-FFF2-40B4-BE49-F238E27FC236}">
                    <a16:creationId xmlns:a16="http://schemas.microsoft.com/office/drawing/2014/main" id="{0B4FFACA-4E17-B276-EBCE-E70B422C9F03}"/>
                  </a:ext>
                </a:extLst>
              </p:cNvPr>
              <p:cNvSpPr/>
              <p:nvPr/>
            </p:nvSpPr>
            <p:spPr>
              <a:xfrm>
                <a:off x="1498824" y="1833318"/>
                <a:ext cx="41910" cy="56515"/>
              </a:xfrm>
              <a:custGeom>
                <a:avLst/>
                <a:gdLst/>
                <a:ahLst/>
                <a:cxnLst/>
                <a:rect l="l" t="t" r="r" b="b"/>
                <a:pathLst>
                  <a:path w="41909" h="56514">
                    <a:moveTo>
                      <a:pt x="22531" y="0"/>
                    </a:moveTo>
                    <a:lnTo>
                      <a:pt x="0" y="55076"/>
                    </a:lnTo>
                    <a:lnTo>
                      <a:pt x="41772" y="56312"/>
                    </a:lnTo>
                    <a:lnTo>
                      <a:pt x="22531" y="0"/>
                    </a:lnTo>
                    <a:close/>
                  </a:path>
                </a:pathLst>
              </a:custGeom>
              <a:ln w="11608">
                <a:solidFill>
                  <a:srgbClr val="FF2600"/>
                </a:solidFill>
              </a:ln>
            </p:spPr>
            <p:txBody>
              <a:bodyPr wrap="square" lIns="0" tIns="0" rIns="0" bIns="0" rtlCol="0"/>
              <a:lstStyle/>
              <a:p>
                <a:endParaRPr sz="3804"/>
              </a:p>
            </p:txBody>
          </p:sp>
          <p:sp>
            <p:nvSpPr>
              <p:cNvPr id="277" name="object 266">
                <a:extLst>
                  <a:ext uri="{FF2B5EF4-FFF2-40B4-BE49-F238E27FC236}">
                    <a16:creationId xmlns:a16="http://schemas.microsoft.com/office/drawing/2014/main" id="{AD3D4581-893D-A835-DAA3-C968EC1D1012}"/>
                  </a:ext>
                </a:extLst>
              </p:cNvPr>
              <p:cNvSpPr/>
              <p:nvPr/>
            </p:nvSpPr>
            <p:spPr>
              <a:xfrm>
                <a:off x="1106369" y="1609630"/>
                <a:ext cx="3810" cy="120014"/>
              </a:xfrm>
              <a:custGeom>
                <a:avLst/>
                <a:gdLst/>
                <a:ahLst/>
                <a:cxnLst/>
                <a:rect l="l" t="t" r="r" b="b"/>
                <a:pathLst>
                  <a:path w="3809" h="120014">
                    <a:moveTo>
                      <a:pt x="3540" y="0"/>
                    </a:moveTo>
                    <a:lnTo>
                      <a:pt x="0" y="119641"/>
                    </a:lnTo>
                  </a:path>
                </a:pathLst>
              </a:custGeom>
              <a:ln w="11608">
                <a:solidFill>
                  <a:srgbClr val="FF2600"/>
                </a:solidFill>
              </a:ln>
            </p:spPr>
            <p:txBody>
              <a:bodyPr wrap="square" lIns="0" tIns="0" rIns="0" bIns="0" rtlCol="0"/>
              <a:lstStyle/>
              <a:p>
                <a:endParaRPr sz="3804"/>
              </a:p>
            </p:txBody>
          </p:sp>
          <p:sp>
            <p:nvSpPr>
              <p:cNvPr id="278" name="object 267">
                <a:extLst>
                  <a:ext uri="{FF2B5EF4-FFF2-40B4-BE49-F238E27FC236}">
                    <a16:creationId xmlns:a16="http://schemas.microsoft.com/office/drawing/2014/main" id="{BE663C01-1EE5-18F1-128F-029A775539B6}"/>
                  </a:ext>
                </a:extLst>
              </p:cNvPr>
              <p:cNvSpPr/>
              <p:nvPr/>
            </p:nvSpPr>
            <p:spPr>
              <a:xfrm>
                <a:off x="1085483" y="1728654"/>
                <a:ext cx="41910" cy="56515"/>
              </a:xfrm>
              <a:custGeom>
                <a:avLst/>
                <a:gdLst/>
                <a:ahLst/>
                <a:cxnLst/>
                <a:rect l="l" t="t" r="r" b="b"/>
                <a:pathLst>
                  <a:path w="41909" h="56514">
                    <a:moveTo>
                      <a:pt x="0" y="0"/>
                    </a:moveTo>
                    <a:lnTo>
                      <a:pt x="19240" y="56312"/>
                    </a:lnTo>
                    <a:lnTo>
                      <a:pt x="41772" y="1236"/>
                    </a:lnTo>
                    <a:lnTo>
                      <a:pt x="0" y="0"/>
                    </a:lnTo>
                    <a:close/>
                  </a:path>
                </a:pathLst>
              </a:custGeom>
              <a:solidFill>
                <a:srgbClr val="FF2600"/>
              </a:solidFill>
            </p:spPr>
            <p:txBody>
              <a:bodyPr wrap="square" lIns="0" tIns="0" rIns="0" bIns="0" rtlCol="0"/>
              <a:lstStyle/>
              <a:p>
                <a:endParaRPr sz="3804"/>
              </a:p>
            </p:txBody>
          </p:sp>
          <p:sp>
            <p:nvSpPr>
              <p:cNvPr id="279" name="object 268">
                <a:extLst>
                  <a:ext uri="{FF2B5EF4-FFF2-40B4-BE49-F238E27FC236}">
                    <a16:creationId xmlns:a16="http://schemas.microsoft.com/office/drawing/2014/main" id="{5A11BD6F-E208-52C5-B57A-AD2713251894}"/>
                  </a:ext>
                </a:extLst>
              </p:cNvPr>
              <p:cNvSpPr/>
              <p:nvPr/>
            </p:nvSpPr>
            <p:spPr>
              <a:xfrm>
                <a:off x="1085483" y="1728654"/>
                <a:ext cx="41910" cy="56515"/>
              </a:xfrm>
              <a:custGeom>
                <a:avLst/>
                <a:gdLst/>
                <a:ahLst/>
                <a:cxnLst/>
                <a:rect l="l" t="t" r="r" b="b"/>
                <a:pathLst>
                  <a:path w="41909" h="56514">
                    <a:moveTo>
                      <a:pt x="19240" y="56312"/>
                    </a:moveTo>
                    <a:lnTo>
                      <a:pt x="41772" y="1236"/>
                    </a:lnTo>
                    <a:lnTo>
                      <a:pt x="0" y="0"/>
                    </a:lnTo>
                    <a:lnTo>
                      <a:pt x="19240" y="56312"/>
                    </a:lnTo>
                    <a:close/>
                  </a:path>
                </a:pathLst>
              </a:custGeom>
              <a:ln w="11608">
                <a:solidFill>
                  <a:srgbClr val="FF2600"/>
                </a:solidFill>
              </a:ln>
            </p:spPr>
            <p:txBody>
              <a:bodyPr wrap="square" lIns="0" tIns="0" rIns="0" bIns="0" rtlCol="0"/>
              <a:lstStyle/>
              <a:p>
                <a:endParaRPr sz="3804"/>
              </a:p>
            </p:txBody>
          </p:sp>
          <p:sp>
            <p:nvSpPr>
              <p:cNvPr id="280" name="object 269">
                <a:extLst>
                  <a:ext uri="{FF2B5EF4-FFF2-40B4-BE49-F238E27FC236}">
                    <a16:creationId xmlns:a16="http://schemas.microsoft.com/office/drawing/2014/main" id="{3D2968EE-86AB-FF0F-631F-AD3F59646C53}"/>
                  </a:ext>
                </a:extLst>
              </p:cNvPr>
              <p:cNvSpPr/>
              <p:nvPr/>
            </p:nvSpPr>
            <p:spPr>
              <a:xfrm>
                <a:off x="1708495" y="1904271"/>
                <a:ext cx="120014" cy="3810"/>
              </a:xfrm>
              <a:custGeom>
                <a:avLst/>
                <a:gdLst/>
                <a:ahLst/>
                <a:cxnLst/>
                <a:rect l="l" t="t" r="r" b="b"/>
                <a:pathLst>
                  <a:path w="120014" h="3810">
                    <a:moveTo>
                      <a:pt x="119630" y="0"/>
                    </a:moveTo>
                    <a:lnTo>
                      <a:pt x="0" y="3540"/>
                    </a:lnTo>
                  </a:path>
                </a:pathLst>
              </a:custGeom>
              <a:ln w="11608">
                <a:solidFill>
                  <a:srgbClr val="FF2600"/>
                </a:solidFill>
              </a:ln>
            </p:spPr>
            <p:txBody>
              <a:bodyPr wrap="square" lIns="0" tIns="0" rIns="0" bIns="0" rtlCol="0"/>
              <a:lstStyle/>
              <a:p>
                <a:endParaRPr sz="3804"/>
              </a:p>
            </p:txBody>
          </p:sp>
          <p:sp>
            <p:nvSpPr>
              <p:cNvPr id="281" name="object 270">
                <a:extLst>
                  <a:ext uri="{FF2B5EF4-FFF2-40B4-BE49-F238E27FC236}">
                    <a16:creationId xmlns:a16="http://schemas.microsoft.com/office/drawing/2014/main" id="{93AAB0CB-1DA7-17C0-DD13-3264B0C44442}"/>
                  </a:ext>
                </a:extLst>
              </p:cNvPr>
              <p:cNvSpPr/>
              <p:nvPr/>
            </p:nvSpPr>
            <p:spPr>
              <a:xfrm>
                <a:off x="1652801" y="1886925"/>
                <a:ext cx="56515" cy="41910"/>
              </a:xfrm>
              <a:custGeom>
                <a:avLst/>
                <a:gdLst/>
                <a:ahLst/>
                <a:cxnLst/>
                <a:rect l="l" t="t" r="r" b="b"/>
                <a:pathLst>
                  <a:path w="56514" h="41910">
                    <a:moveTo>
                      <a:pt x="55076" y="0"/>
                    </a:moveTo>
                    <a:lnTo>
                      <a:pt x="0" y="22531"/>
                    </a:lnTo>
                    <a:lnTo>
                      <a:pt x="56312" y="41772"/>
                    </a:lnTo>
                    <a:lnTo>
                      <a:pt x="55076" y="0"/>
                    </a:lnTo>
                    <a:close/>
                  </a:path>
                </a:pathLst>
              </a:custGeom>
              <a:solidFill>
                <a:srgbClr val="FF2600"/>
              </a:solidFill>
            </p:spPr>
            <p:txBody>
              <a:bodyPr wrap="square" lIns="0" tIns="0" rIns="0" bIns="0" rtlCol="0"/>
              <a:lstStyle/>
              <a:p>
                <a:endParaRPr sz="3804"/>
              </a:p>
            </p:txBody>
          </p:sp>
          <p:sp>
            <p:nvSpPr>
              <p:cNvPr id="282" name="object 271">
                <a:extLst>
                  <a:ext uri="{FF2B5EF4-FFF2-40B4-BE49-F238E27FC236}">
                    <a16:creationId xmlns:a16="http://schemas.microsoft.com/office/drawing/2014/main" id="{8E5F92E2-5532-7EBC-8084-097793D6E5BC}"/>
                  </a:ext>
                </a:extLst>
              </p:cNvPr>
              <p:cNvSpPr/>
              <p:nvPr/>
            </p:nvSpPr>
            <p:spPr>
              <a:xfrm>
                <a:off x="1652801" y="1886925"/>
                <a:ext cx="56515" cy="41910"/>
              </a:xfrm>
              <a:custGeom>
                <a:avLst/>
                <a:gdLst/>
                <a:ahLst/>
                <a:cxnLst/>
                <a:rect l="l" t="t" r="r" b="b"/>
                <a:pathLst>
                  <a:path w="56514" h="41910">
                    <a:moveTo>
                      <a:pt x="0" y="22531"/>
                    </a:moveTo>
                    <a:lnTo>
                      <a:pt x="56312" y="41772"/>
                    </a:lnTo>
                    <a:lnTo>
                      <a:pt x="55076" y="0"/>
                    </a:lnTo>
                    <a:lnTo>
                      <a:pt x="0" y="22531"/>
                    </a:lnTo>
                    <a:close/>
                  </a:path>
                </a:pathLst>
              </a:custGeom>
              <a:ln w="11608">
                <a:solidFill>
                  <a:srgbClr val="FF2600"/>
                </a:solidFill>
              </a:ln>
            </p:spPr>
            <p:txBody>
              <a:bodyPr wrap="square" lIns="0" tIns="0" rIns="0" bIns="0" rtlCol="0"/>
              <a:lstStyle/>
              <a:p>
                <a:endParaRPr sz="3804"/>
              </a:p>
            </p:txBody>
          </p:sp>
          <p:sp>
            <p:nvSpPr>
              <p:cNvPr id="283" name="object 272">
                <a:extLst>
                  <a:ext uri="{FF2B5EF4-FFF2-40B4-BE49-F238E27FC236}">
                    <a16:creationId xmlns:a16="http://schemas.microsoft.com/office/drawing/2014/main" id="{E1EF2274-EF6C-49E0-F407-5F64EAEA83CC}"/>
                  </a:ext>
                </a:extLst>
              </p:cNvPr>
              <p:cNvSpPr/>
              <p:nvPr/>
            </p:nvSpPr>
            <p:spPr>
              <a:xfrm>
                <a:off x="1493113" y="1489181"/>
                <a:ext cx="120014" cy="3810"/>
              </a:xfrm>
              <a:custGeom>
                <a:avLst/>
                <a:gdLst/>
                <a:ahLst/>
                <a:cxnLst/>
                <a:rect l="l" t="t" r="r" b="b"/>
                <a:pathLst>
                  <a:path w="120015" h="3809">
                    <a:moveTo>
                      <a:pt x="119630" y="0"/>
                    </a:moveTo>
                    <a:lnTo>
                      <a:pt x="0" y="3540"/>
                    </a:lnTo>
                  </a:path>
                </a:pathLst>
              </a:custGeom>
              <a:ln w="11608">
                <a:solidFill>
                  <a:srgbClr val="FF2600"/>
                </a:solidFill>
              </a:ln>
            </p:spPr>
            <p:txBody>
              <a:bodyPr wrap="square" lIns="0" tIns="0" rIns="0" bIns="0" rtlCol="0"/>
              <a:lstStyle/>
              <a:p>
                <a:endParaRPr sz="3804"/>
              </a:p>
            </p:txBody>
          </p:sp>
          <p:sp>
            <p:nvSpPr>
              <p:cNvPr id="284" name="object 273">
                <a:extLst>
                  <a:ext uri="{FF2B5EF4-FFF2-40B4-BE49-F238E27FC236}">
                    <a16:creationId xmlns:a16="http://schemas.microsoft.com/office/drawing/2014/main" id="{3EFFDAE1-8ED1-5E5E-FD64-1F3D582F0AB3}"/>
                  </a:ext>
                </a:extLst>
              </p:cNvPr>
              <p:cNvSpPr/>
              <p:nvPr/>
            </p:nvSpPr>
            <p:spPr>
              <a:xfrm>
                <a:off x="1437419" y="1471835"/>
                <a:ext cx="56515" cy="41910"/>
              </a:xfrm>
              <a:custGeom>
                <a:avLst/>
                <a:gdLst/>
                <a:ahLst/>
                <a:cxnLst/>
                <a:rect l="l" t="t" r="r" b="b"/>
                <a:pathLst>
                  <a:path w="56515" h="41909">
                    <a:moveTo>
                      <a:pt x="55076" y="0"/>
                    </a:moveTo>
                    <a:lnTo>
                      <a:pt x="0" y="22531"/>
                    </a:lnTo>
                    <a:lnTo>
                      <a:pt x="56312" y="41772"/>
                    </a:lnTo>
                    <a:lnTo>
                      <a:pt x="55076" y="0"/>
                    </a:lnTo>
                    <a:close/>
                  </a:path>
                </a:pathLst>
              </a:custGeom>
              <a:solidFill>
                <a:srgbClr val="FF2600"/>
              </a:solidFill>
            </p:spPr>
            <p:txBody>
              <a:bodyPr wrap="square" lIns="0" tIns="0" rIns="0" bIns="0" rtlCol="0"/>
              <a:lstStyle/>
              <a:p>
                <a:endParaRPr sz="3804"/>
              </a:p>
            </p:txBody>
          </p:sp>
          <p:sp>
            <p:nvSpPr>
              <p:cNvPr id="285" name="object 274">
                <a:extLst>
                  <a:ext uri="{FF2B5EF4-FFF2-40B4-BE49-F238E27FC236}">
                    <a16:creationId xmlns:a16="http://schemas.microsoft.com/office/drawing/2014/main" id="{4A84CFB4-8EA2-0E88-E5E7-52A1765B923D}"/>
                  </a:ext>
                </a:extLst>
              </p:cNvPr>
              <p:cNvSpPr/>
              <p:nvPr/>
            </p:nvSpPr>
            <p:spPr>
              <a:xfrm>
                <a:off x="1437419" y="1471835"/>
                <a:ext cx="56515" cy="41910"/>
              </a:xfrm>
              <a:custGeom>
                <a:avLst/>
                <a:gdLst/>
                <a:ahLst/>
                <a:cxnLst/>
                <a:rect l="l" t="t" r="r" b="b"/>
                <a:pathLst>
                  <a:path w="56515" h="41909">
                    <a:moveTo>
                      <a:pt x="0" y="22531"/>
                    </a:moveTo>
                    <a:lnTo>
                      <a:pt x="56312" y="41772"/>
                    </a:lnTo>
                    <a:lnTo>
                      <a:pt x="55076" y="0"/>
                    </a:lnTo>
                    <a:lnTo>
                      <a:pt x="0" y="22531"/>
                    </a:lnTo>
                    <a:close/>
                  </a:path>
                </a:pathLst>
              </a:custGeom>
              <a:ln w="11608">
                <a:solidFill>
                  <a:srgbClr val="FF2600"/>
                </a:solidFill>
              </a:ln>
            </p:spPr>
            <p:txBody>
              <a:bodyPr wrap="square" lIns="0" tIns="0" rIns="0" bIns="0" rtlCol="0"/>
              <a:lstStyle/>
              <a:p>
                <a:endParaRPr sz="3804"/>
              </a:p>
            </p:txBody>
          </p:sp>
          <p:sp>
            <p:nvSpPr>
              <p:cNvPr id="286" name="object 275">
                <a:extLst>
                  <a:ext uri="{FF2B5EF4-FFF2-40B4-BE49-F238E27FC236}">
                    <a16:creationId xmlns:a16="http://schemas.microsoft.com/office/drawing/2014/main" id="{C705976A-E826-9CE2-F144-FDBEFC29E097}"/>
                  </a:ext>
                </a:extLst>
              </p:cNvPr>
              <p:cNvSpPr/>
              <p:nvPr/>
            </p:nvSpPr>
            <p:spPr>
              <a:xfrm>
                <a:off x="1277731" y="1283043"/>
                <a:ext cx="120014" cy="3810"/>
              </a:xfrm>
              <a:custGeom>
                <a:avLst/>
                <a:gdLst/>
                <a:ahLst/>
                <a:cxnLst/>
                <a:rect l="l" t="t" r="r" b="b"/>
                <a:pathLst>
                  <a:path w="120015" h="3809">
                    <a:moveTo>
                      <a:pt x="119630" y="0"/>
                    </a:moveTo>
                    <a:lnTo>
                      <a:pt x="0" y="3540"/>
                    </a:lnTo>
                  </a:path>
                </a:pathLst>
              </a:custGeom>
              <a:ln w="11608">
                <a:solidFill>
                  <a:srgbClr val="FF2600"/>
                </a:solidFill>
              </a:ln>
            </p:spPr>
            <p:txBody>
              <a:bodyPr wrap="square" lIns="0" tIns="0" rIns="0" bIns="0" rtlCol="0"/>
              <a:lstStyle/>
              <a:p>
                <a:endParaRPr sz="3804"/>
              </a:p>
            </p:txBody>
          </p:sp>
          <p:sp>
            <p:nvSpPr>
              <p:cNvPr id="287" name="object 276">
                <a:extLst>
                  <a:ext uri="{FF2B5EF4-FFF2-40B4-BE49-F238E27FC236}">
                    <a16:creationId xmlns:a16="http://schemas.microsoft.com/office/drawing/2014/main" id="{D3258DDB-ECDC-DEE5-99C7-861A88E3E49E}"/>
                  </a:ext>
                </a:extLst>
              </p:cNvPr>
              <p:cNvSpPr/>
              <p:nvPr/>
            </p:nvSpPr>
            <p:spPr>
              <a:xfrm>
                <a:off x="1222037" y="1265697"/>
                <a:ext cx="56515" cy="41910"/>
              </a:xfrm>
              <a:custGeom>
                <a:avLst/>
                <a:gdLst/>
                <a:ahLst/>
                <a:cxnLst/>
                <a:rect l="l" t="t" r="r" b="b"/>
                <a:pathLst>
                  <a:path w="56515" h="41909">
                    <a:moveTo>
                      <a:pt x="55076" y="0"/>
                    </a:moveTo>
                    <a:lnTo>
                      <a:pt x="0" y="22531"/>
                    </a:lnTo>
                    <a:lnTo>
                      <a:pt x="56312" y="41772"/>
                    </a:lnTo>
                    <a:lnTo>
                      <a:pt x="55076" y="0"/>
                    </a:lnTo>
                    <a:close/>
                  </a:path>
                </a:pathLst>
              </a:custGeom>
              <a:solidFill>
                <a:srgbClr val="FF2600"/>
              </a:solidFill>
            </p:spPr>
            <p:txBody>
              <a:bodyPr wrap="square" lIns="0" tIns="0" rIns="0" bIns="0" rtlCol="0"/>
              <a:lstStyle/>
              <a:p>
                <a:endParaRPr sz="3804"/>
              </a:p>
            </p:txBody>
          </p:sp>
          <p:sp>
            <p:nvSpPr>
              <p:cNvPr id="288" name="object 277">
                <a:extLst>
                  <a:ext uri="{FF2B5EF4-FFF2-40B4-BE49-F238E27FC236}">
                    <a16:creationId xmlns:a16="http://schemas.microsoft.com/office/drawing/2014/main" id="{090AA33C-FF81-ED71-8663-39BD8EC89776}"/>
                  </a:ext>
                </a:extLst>
              </p:cNvPr>
              <p:cNvSpPr/>
              <p:nvPr/>
            </p:nvSpPr>
            <p:spPr>
              <a:xfrm>
                <a:off x="1222037" y="1265697"/>
                <a:ext cx="56515" cy="41910"/>
              </a:xfrm>
              <a:custGeom>
                <a:avLst/>
                <a:gdLst/>
                <a:ahLst/>
                <a:cxnLst/>
                <a:rect l="l" t="t" r="r" b="b"/>
                <a:pathLst>
                  <a:path w="56515" h="41909">
                    <a:moveTo>
                      <a:pt x="0" y="22531"/>
                    </a:moveTo>
                    <a:lnTo>
                      <a:pt x="56312" y="41772"/>
                    </a:lnTo>
                    <a:lnTo>
                      <a:pt x="55076" y="0"/>
                    </a:lnTo>
                    <a:lnTo>
                      <a:pt x="0" y="22531"/>
                    </a:lnTo>
                    <a:close/>
                  </a:path>
                </a:pathLst>
              </a:custGeom>
              <a:ln w="11608">
                <a:solidFill>
                  <a:srgbClr val="FF2600"/>
                </a:solidFill>
              </a:ln>
            </p:spPr>
            <p:txBody>
              <a:bodyPr wrap="square" lIns="0" tIns="0" rIns="0" bIns="0" rtlCol="0"/>
              <a:lstStyle/>
              <a:p>
                <a:endParaRPr sz="3804"/>
              </a:p>
            </p:txBody>
          </p:sp>
          <p:sp>
            <p:nvSpPr>
              <p:cNvPr id="289" name="object 278">
                <a:extLst>
                  <a:ext uri="{FF2B5EF4-FFF2-40B4-BE49-F238E27FC236}">
                    <a16:creationId xmlns:a16="http://schemas.microsoft.com/office/drawing/2014/main" id="{62CCEFB6-23FF-AEEC-DBAA-60A60026FB00}"/>
                  </a:ext>
                </a:extLst>
              </p:cNvPr>
              <p:cNvSpPr/>
              <p:nvPr/>
            </p:nvSpPr>
            <p:spPr>
              <a:xfrm>
                <a:off x="2100825" y="1283043"/>
                <a:ext cx="120014" cy="3810"/>
              </a:xfrm>
              <a:custGeom>
                <a:avLst/>
                <a:gdLst/>
                <a:ahLst/>
                <a:cxnLst/>
                <a:rect l="l" t="t" r="r" b="b"/>
                <a:pathLst>
                  <a:path w="120014" h="3809">
                    <a:moveTo>
                      <a:pt x="119630" y="0"/>
                    </a:moveTo>
                    <a:lnTo>
                      <a:pt x="0" y="3540"/>
                    </a:lnTo>
                  </a:path>
                </a:pathLst>
              </a:custGeom>
              <a:ln w="11608">
                <a:solidFill>
                  <a:srgbClr val="FF2600"/>
                </a:solidFill>
              </a:ln>
            </p:spPr>
            <p:txBody>
              <a:bodyPr wrap="square" lIns="0" tIns="0" rIns="0" bIns="0" rtlCol="0"/>
              <a:lstStyle/>
              <a:p>
                <a:endParaRPr sz="3804"/>
              </a:p>
            </p:txBody>
          </p:sp>
          <p:sp>
            <p:nvSpPr>
              <p:cNvPr id="290" name="object 279">
                <a:extLst>
                  <a:ext uri="{FF2B5EF4-FFF2-40B4-BE49-F238E27FC236}">
                    <a16:creationId xmlns:a16="http://schemas.microsoft.com/office/drawing/2014/main" id="{C0103B4C-94F7-208B-2138-E9A76125C877}"/>
                  </a:ext>
                </a:extLst>
              </p:cNvPr>
              <p:cNvSpPr/>
              <p:nvPr/>
            </p:nvSpPr>
            <p:spPr>
              <a:xfrm>
                <a:off x="2045131" y="1265696"/>
                <a:ext cx="56515" cy="41910"/>
              </a:xfrm>
              <a:custGeom>
                <a:avLst/>
                <a:gdLst/>
                <a:ahLst/>
                <a:cxnLst/>
                <a:rect l="l" t="t" r="r" b="b"/>
                <a:pathLst>
                  <a:path w="56514" h="41909">
                    <a:moveTo>
                      <a:pt x="55076" y="0"/>
                    </a:moveTo>
                    <a:lnTo>
                      <a:pt x="0" y="22531"/>
                    </a:lnTo>
                    <a:lnTo>
                      <a:pt x="56312" y="41772"/>
                    </a:lnTo>
                    <a:lnTo>
                      <a:pt x="55076" y="0"/>
                    </a:lnTo>
                    <a:close/>
                  </a:path>
                </a:pathLst>
              </a:custGeom>
              <a:solidFill>
                <a:srgbClr val="FF2600"/>
              </a:solidFill>
            </p:spPr>
            <p:txBody>
              <a:bodyPr wrap="square" lIns="0" tIns="0" rIns="0" bIns="0" rtlCol="0"/>
              <a:lstStyle/>
              <a:p>
                <a:endParaRPr sz="3804"/>
              </a:p>
            </p:txBody>
          </p:sp>
          <p:sp>
            <p:nvSpPr>
              <p:cNvPr id="291" name="object 280">
                <a:extLst>
                  <a:ext uri="{FF2B5EF4-FFF2-40B4-BE49-F238E27FC236}">
                    <a16:creationId xmlns:a16="http://schemas.microsoft.com/office/drawing/2014/main" id="{4808F7A4-C67C-BC9A-1555-1AE1F7D76AF1}"/>
                  </a:ext>
                </a:extLst>
              </p:cNvPr>
              <p:cNvSpPr/>
              <p:nvPr/>
            </p:nvSpPr>
            <p:spPr>
              <a:xfrm>
                <a:off x="2045131" y="1265696"/>
                <a:ext cx="56515" cy="41910"/>
              </a:xfrm>
              <a:custGeom>
                <a:avLst/>
                <a:gdLst/>
                <a:ahLst/>
                <a:cxnLst/>
                <a:rect l="l" t="t" r="r" b="b"/>
                <a:pathLst>
                  <a:path w="56514" h="41909">
                    <a:moveTo>
                      <a:pt x="0" y="22531"/>
                    </a:moveTo>
                    <a:lnTo>
                      <a:pt x="56312" y="41772"/>
                    </a:lnTo>
                    <a:lnTo>
                      <a:pt x="55076" y="0"/>
                    </a:lnTo>
                    <a:lnTo>
                      <a:pt x="0" y="22531"/>
                    </a:lnTo>
                    <a:close/>
                  </a:path>
                </a:pathLst>
              </a:custGeom>
              <a:ln w="11608">
                <a:solidFill>
                  <a:srgbClr val="FF2600"/>
                </a:solidFill>
              </a:ln>
            </p:spPr>
            <p:txBody>
              <a:bodyPr wrap="square" lIns="0" tIns="0" rIns="0" bIns="0" rtlCol="0"/>
              <a:lstStyle/>
              <a:p>
                <a:endParaRPr sz="3804"/>
              </a:p>
            </p:txBody>
          </p:sp>
          <p:sp>
            <p:nvSpPr>
              <p:cNvPr id="292" name="object 281">
                <a:extLst>
                  <a:ext uri="{FF2B5EF4-FFF2-40B4-BE49-F238E27FC236}">
                    <a16:creationId xmlns:a16="http://schemas.microsoft.com/office/drawing/2014/main" id="{5821D9DD-D70F-6394-28F0-0F7F7D802C95}"/>
                  </a:ext>
                </a:extLst>
              </p:cNvPr>
              <p:cNvSpPr/>
              <p:nvPr/>
            </p:nvSpPr>
            <p:spPr>
              <a:xfrm>
                <a:off x="1726587" y="1059011"/>
                <a:ext cx="3810" cy="120014"/>
              </a:xfrm>
              <a:custGeom>
                <a:avLst/>
                <a:gdLst/>
                <a:ahLst/>
                <a:cxnLst/>
                <a:rect l="l" t="t" r="r" b="b"/>
                <a:pathLst>
                  <a:path w="3810" h="120015">
                    <a:moveTo>
                      <a:pt x="0" y="119630"/>
                    </a:moveTo>
                    <a:lnTo>
                      <a:pt x="3540" y="0"/>
                    </a:lnTo>
                  </a:path>
                </a:pathLst>
              </a:custGeom>
              <a:ln w="11608">
                <a:solidFill>
                  <a:srgbClr val="FF2600"/>
                </a:solidFill>
              </a:ln>
            </p:spPr>
            <p:txBody>
              <a:bodyPr wrap="square" lIns="0" tIns="0" rIns="0" bIns="0" rtlCol="0"/>
              <a:lstStyle/>
              <a:p>
                <a:endParaRPr sz="3804"/>
              </a:p>
            </p:txBody>
          </p:sp>
          <p:sp>
            <p:nvSpPr>
              <p:cNvPr id="293" name="object 282">
                <a:extLst>
                  <a:ext uri="{FF2B5EF4-FFF2-40B4-BE49-F238E27FC236}">
                    <a16:creationId xmlns:a16="http://schemas.microsoft.com/office/drawing/2014/main" id="{8BAFA88F-DFE0-FA37-0F8A-C8F5DF28A743}"/>
                  </a:ext>
                </a:extLst>
              </p:cNvPr>
              <p:cNvSpPr/>
              <p:nvPr/>
            </p:nvSpPr>
            <p:spPr>
              <a:xfrm>
                <a:off x="1709240" y="1003318"/>
                <a:ext cx="41910" cy="56515"/>
              </a:xfrm>
              <a:custGeom>
                <a:avLst/>
                <a:gdLst/>
                <a:ahLst/>
                <a:cxnLst/>
                <a:rect l="l" t="t" r="r" b="b"/>
                <a:pathLst>
                  <a:path w="41910" h="56515">
                    <a:moveTo>
                      <a:pt x="22531" y="0"/>
                    </a:moveTo>
                    <a:lnTo>
                      <a:pt x="0" y="55076"/>
                    </a:lnTo>
                    <a:lnTo>
                      <a:pt x="41772" y="56312"/>
                    </a:lnTo>
                    <a:lnTo>
                      <a:pt x="22531" y="0"/>
                    </a:lnTo>
                    <a:close/>
                  </a:path>
                </a:pathLst>
              </a:custGeom>
              <a:solidFill>
                <a:srgbClr val="FF2600"/>
              </a:solidFill>
            </p:spPr>
            <p:txBody>
              <a:bodyPr wrap="square" lIns="0" tIns="0" rIns="0" bIns="0" rtlCol="0"/>
              <a:lstStyle/>
              <a:p>
                <a:endParaRPr sz="3804"/>
              </a:p>
            </p:txBody>
          </p:sp>
          <p:sp>
            <p:nvSpPr>
              <p:cNvPr id="294" name="object 283">
                <a:extLst>
                  <a:ext uri="{FF2B5EF4-FFF2-40B4-BE49-F238E27FC236}">
                    <a16:creationId xmlns:a16="http://schemas.microsoft.com/office/drawing/2014/main" id="{5319257C-4246-F8E3-B173-1885D35FEBFA}"/>
                  </a:ext>
                </a:extLst>
              </p:cNvPr>
              <p:cNvSpPr/>
              <p:nvPr/>
            </p:nvSpPr>
            <p:spPr>
              <a:xfrm>
                <a:off x="1709240" y="1003318"/>
                <a:ext cx="41910" cy="56515"/>
              </a:xfrm>
              <a:custGeom>
                <a:avLst/>
                <a:gdLst/>
                <a:ahLst/>
                <a:cxnLst/>
                <a:rect l="l" t="t" r="r" b="b"/>
                <a:pathLst>
                  <a:path w="41910" h="56515">
                    <a:moveTo>
                      <a:pt x="22531" y="0"/>
                    </a:moveTo>
                    <a:lnTo>
                      <a:pt x="0" y="55076"/>
                    </a:lnTo>
                    <a:lnTo>
                      <a:pt x="41772" y="56312"/>
                    </a:lnTo>
                    <a:lnTo>
                      <a:pt x="22531" y="0"/>
                    </a:lnTo>
                    <a:close/>
                  </a:path>
                </a:pathLst>
              </a:custGeom>
              <a:ln w="11608">
                <a:solidFill>
                  <a:srgbClr val="FF2600"/>
                </a:solidFill>
              </a:ln>
            </p:spPr>
            <p:txBody>
              <a:bodyPr wrap="square" lIns="0" tIns="0" rIns="0" bIns="0" rtlCol="0"/>
              <a:lstStyle/>
              <a:p>
                <a:endParaRPr sz="3804"/>
              </a:p>
            </p:txBody>
          </p:sp>
        </p:grpSp>
      </p:grpSp>
    </p:spTree>
    <p:extLst>
      <p:ext uri="{BB962C8B-B14F-4D97-AF65-F5344CB8AC3E}">
        <p14:creationId xmlns:p14="http://schemas.microsoft.com/office/powerpoint/2010/main" val="35718350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EFF19-23C6-CE71-5DE4-5843C7B3E9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80132-6975-6582-CA94-8DC0A5EB2AD3}"/>
              </a:ext>
            </a:extLst>
          </p:cNvPr>
          <p:cNvSpPr>
            <a:spLocks noGrp="1"/>
          </p:cNvSpPr>
          <p:nvPr>
            <p:ph type="title"/>
          </p:nvPr>
        </p:nvSpPr>
        <p:spPr/>
        <p:txBody>
          <a:bodyPr/>
          <a:lstStyle/>
          <a:p>
            <a:r>
              <a:rPr lang="en-US" dirty="0"/>
              <a:t>Maze example: RL-solution by value function</a:t>
            </a:r>
          </a:p>
        </p:txBody>
      </p:sp>
      <mc:AlternateContent xmlns:mc="http://schemas.openxmlformats.org/markup-compatibility/2006">
        <mc:Choice xmlns:a14="http://schemas.microsoft.com/office/drawing/2010/main" Requires="a14">
          <p:sp>
            <p:nvSpPr>
              <p:cNvPr id="203" name="object 202">
                <a:extLst>
                  <a:ext uri="{FF2B5EF4-FFF2-40B4-BE49-F238E27FC236}">
                    <a16:creationId xmlns:a16="http://schemas.microsoft.com/office/drawing/2014/main" id="{ABA21F25-87C5-D744-99B8-B4534D03819E}"/>
                  </a:ext>
                </a:extLst>
              </p:cNvPr>
              <p:cNvSpPr txBox="1"/>
              <p:nvPr/>
            </p:nvSpPr>
            <p:spPr>
              <a:xfrm>
                <a:off x="186550" y="5213332"/>
                <a:ext cx="5762867" cy="636556"/>
              </a:xfrm>
              <a:prstGeom prst="rect">
                <a:avLst/>
              </a:prstGeom>
            </p:spPr>
            <p:txBody>
              <a:bodyPr vert="horz" wrap="square" lIns="0" tIns="25499" rIns="0" bIns="0" rtlCol="0">
                <a:spAutoFit/>
              </a:bodyPr>
              <a:lstStyle/>
              <a:p>
                <a:pPr marL="1342" algn="ctr">
                  <a:lnSpc>
                    <a:spcPts val="2536"/>
                  </a:lnSpc>
                  <a:spcBef>
                    <a:spcPts val="201"/>
                  </a:spcBef>
                </a:pPr>
                <a:r>
                  <a:rPr lang="en-US" sz="1400" dirty="0"/>
                  <a:t> Numbers represent value </a:t>
                </a:r>
                <a14:m>
                  <m:oMath xmlns:m="http://schemas.openxmlformats.org/officeDocument/2006/math">
                    <m:sSub>
                      <m:sSubPr>
                        <m:ctrlPr>
                          <a:rPr lang="en-US" sz="1400" b="0" i="1" dirty="0" smtClean="0">
                            <a:latin typeface="Cambria Math" panose="02040503050406030204" pitchFamily="18" charset="0"/>
                          </a:rPr>
                        </m:ctrlPr>
                      </m:sSubPr>
                      <m:e>
                        <m:r>
                          <a:rPr lang="en-US" sz="1400" i="1" dirty="0" smtClean="0">
                            <a:latin typeface="Cambria Math" panose="02040503050406030204" pitchFamily="18" charset="0"/>
                          </a:rPr>
                          <m:t>𝑣</m:t>
                        </m:r>
                      </m:e>
                      <m:sub>
                        <m:r>
                          <a:rPr lang="en-US" sz="1400" i="1" dirty="0" smtClean="0">
                            <a:latin typeface="Cambria Math" panose="02040503050406030204" pitchFamily="18" charset="0"/>
                          </a:rPr>
                          <m:t>𝜋</m:t>
                        </m:r>
                      </m:sub>
                    </m:sSub>
                    <m:r>
                      <a:rPr lang="en-US" sz="1400" i="1" dirty="0" smtClean="0">
                        <a:latin typeface="Cambria Math" panose="02040503050406030204" pitchFamily="18" charset="0"/>
                      </a:rPr>
                      <m:t>(</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𝑠</m:t>
                        </m:r>
                      </m:e>
                      <m:sub>
                        <m:r>
                          <a:rPr lang="en-US" sz="1400" b="0" i="1" dirty="0" smtClean="0">
                            <a:latin typeface="Cambria Math" panose="02040503050406030204" pitchFamily="18" charset="0"/>
                          </a:rPr>
                          <m:t>𝑡</m:t>
                        </m:r>
                      </m:sub>
                    </m:sSub>
                    <m:r>
                      <a:rPr lang="en-US" sz="1400" i="1" dirty="0" smtClean="0">
                        <a:latin typeface="Cambria Math" panose="02040503050406030204" pitchFamily="18" charset="0"/>
                      </a:rPr>
                      <m:t>)</m:t>
                    </m:r>
                  </m:oMath>
                </a14:m>
                <a:br>
                  <a:rPr lang="en-US" sz="1400" dirty="0"/>
                </a:br>
                <a:r>
                  <a:rPr lang="en-US" sz="1400" dirty="0"/>
                  <a:t>(source: D. Silver, “Reinforcement learning”, 2015. </a:t>
                </a:r>
                <a:r>
                  <a:rPr lang="en-US" sz="1400" dirty="0">
                    <a:hlinkClick r:id="rId2"/>
                  </a:rPr>
                  <a:t>CC BY-NC 4.0</a:t>
                </a:r>
                <a:r>
                  <a:rPr lang="en-US" sz="1400" dirty="0"/>
                  <a:t>)</a:t>
                </a:r>
                <a:endParaRPr sz="1400" dirty="0"/>
              </a:p>
            </p:txBody>
          </p:sp>
        </mc:Choice>
        <mc:Fallback>
          <p:sp>
            <p:nvSpPr>
              <p:cNvPr id="203" name="object 202">
                <a:extLst>
                  <a:ext uri="{FF2B5EF4-FFF2-40B4-BE49-F238E27FC236}">
                    <a16:creationId xmlns:a16="http://schemas.microsoft.com/office/drawing/2014/main" id="{ABA21F25-87C5-D744-99B8-B4534D03819E}"/>
                  </a:ext>
                </a:extLst>
              </p:cNvPr>
              <p:cNvSpPr txBox="1">
                <a:spLocks noRot="1" noChangeAspect="1" noMove="1" noResize="1" noEditPoints="1" noAdjustHandles="1" noChangeArrowheads="1" noChangeShapeType="1" noTextEdit="1"/>
              </p:cNvSpPr>
              <p:nvPr/>
            </p:nvSpPr>
            <p:spPr>
              <a:xfrm>
                <a:off x="186550" y="5213332"/>
                <a:ext cx="5762867" cy="636556"/>
              </a:xfrm>
              <a:prstGeom prst="rect">
                <a:avLst/>
              </a:prstGeom>
              <a:blipFill>
                <a:blip r:embed="rId3"/>
                <a:stretch>
                  <a:fillRect b="-15238"/>
                </a:stretch>
              </a:blipFill>
            </p:spPr>
            <p:txBody>
              <a:bodyPr/>
              <a:lstStyle/>
              <a:p>
                <a:r>
                  <a:rPr lang="en-US">
                    <a:noFill/>
                  </a:rPr>
                  <a:t> </a:t>
                </a:r>
              </a:p>
            </p:txBody>
          </p:sp>
        </mc:Fallback>
      </mc:AlternateContent>
      <p:sp>
        <p:nvSpPr>
          <p:cNvPr id="204" name="TextBox 203">
            <a:extLst>
              <a:ext uri="{FF2B5EF4-FFF2-40B4-BE49-F238E27FC236}">
                <a16:creationId xmlns:a16="http://schemas.microsoft.com/office/drawing/2014/main" id="{E811A3C6-7402-311F-0B3B-1C2F78E017B4}"/>
              </a:ext>
            </a:extLst>
          </p:cNvPr>
          <p:cNvSpPr txBox="1"/>
          <p:nvPr/>
        </p:nvSpPr>
        <p:spPr>
          <a:xfrm>
            <a:off x="6563671" y="2339755"/>
            <a:ext cx="3417947" cy="175432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dirty="0"/>
              <a:t>Key characteristics</a:t>
            </a:r>
          </a:p>
          <a:p>
            <a:pPr marL="285750" indent="-285750">
              <a:buFont typeface="Arial" panose="020B0604020202020204" pitchFamily="34" charset="0"/>
              <a:buChar char="•"/>
            </a:pPr>
            <a:r>
              <a:rPr lang="en-US" dirty="0"/>
              <a:t>The agent evaluates neighboring maze positions by their value. Goal </a:t>
            </a:r>
          </a:p>
          <a:p>
            <a:pPr marL="285750" indent="-285750">
              <a:buFont typeface="Arial" panose="020B0604020202020204" pitchFamily="34" charset="0"/>
              <a:buChar char="•"/>
            </a:pPr>
            <a:r>
              <a:rPr lang="en-US" dirty="0"/>
              <a:t>The policy is only implicitly available.</a:t>
            </a:r>
          </a:p>
        </p:txBody>
      </p:sp>
      <p:grpSp>
        <p:nvGrpSpPr>
          <p:cNvPr id="3" name="Group 2">
            <a:extLst>
              <a:ext uri="{FF2B5EF4-FFF2-40B4-BE49-F238E27FC236}">
                <a16:creationId xmlns:a16="http://schemas.microsoft.com/office/drawing/2014/main" id="{A7E06958-36CF-04C8-FD3C-2EE94BD35B30}"/>
              </a:ext>
            </a:extLst>
          </p:cNvPr>
          <p:cNvGrpSpPr/>
          <p:nvPr/>
        </p:nvGrpSpPr>
        <p:grpSpPr>
          <a:xfrm>
            <a:off x="838200" y="1514575"/>
            <a:ext cx="4534340" cy="3698757"/>
            <a:chOff x="1155316" y="1101095"/>
            <a:chExt cx="4534340" cy="3698757"/>
          </a:xfrm>
        </p:grpSpPr>
        <p:grpSp>
          <p:nvGrpSpPr>
            <p:cNvPr id="205" name="object 3">
              <a:extLst>
                <a:ext uri="{FF2B5EF4-FFF2-40B4-BE49-F238E27FC236}">
                  <a16:creationId xmlns:a16="http://schemas.microsoft.com/office/drawing/2014/main" id="{CB60EE76-9A71-9C11-726B-83C8735899C7}"/>
                </a:ext>
              </a:extLst>
            </p:cNvPr>
            <p:cNvGrpSpPr/>
            <p:nvPr/>
          </p:nvGrpSpPr>
          <p:grpSpPr>
            <a:xfrm>
              <a:off x="1554941" y="1101095"/>
              <a:ext cx="3767203" cy="3698757"/>
              <a:chOff x="734306" y="520981"/>
              <a:chExt cx="1782445" cy="1750060"/>
            </a:xfrm>
          </p:grpSpPr>
          <p:pic>
            <p:nvPicPr>
              <p:cNvPr id="343" name="object 4">
                <a:extLst>
                  <a:ext uri="{FF2B5EF4-FFF2-40B4-BE49-F238E27FC236}">
                    <a16:creationId xmlns:a16="http://schemas.microsoft.com/office/drawing/2014/main" id="{69AB9D7E-E12F-6BC9-076C-2DC396A18FE7}"/>
                  </a:ext>
                </a:extLst>
              </p:cNvPr>
              <p:cNvPicPr/>
              <p:nvPr/>
            </p:nvPicPr>
            <p:blipFill>
              <a:blip r:embed="rId4" cstate="print"/>
              <a:stretch>
                <a:fillRect/>
              </a:stretch>
            </p:blipFill>
            <p:spPr>
              <a:xfrm>
                <a:off x="734306" y="520981"/>
                <a:ext cx="337177" cy="330636"/>
              </a:xfrm>
              <a:prstGeom prst="rect">
                <a:avLst/>
              </a:prstGeom>
            </p:spPr>
          </p:pic>
          <p:pic>
            <p:nvPicPr>
              <p:cNvPr id="344" name="object 5">
                <a:extLst>
                  <a:ext uri="{FF2B5EF4-FFF2-40B4-BE49-F238E27FC236}">
                    <a16:creationId xmlns:a16="http://schemas.microsoft.com/office/drawing/2014/main" id="{BD373595-182B-8015-07DF-1760A69F7677}"/>
                  </a:ext>
                </a:extLst>
              </p:cNvPr>
              <p:cNvPicPr/>
              <p:nvPr/>
            </p:nvPicPr>
            <p:blipFill>
              <a:blip r:embed="rId4" cstate="print"/>
              <a:stretch>
                <a:fillRect/>
              </a:stretch>
            </p:blipFill>
            <p:spPr>
              <a:xfrm>
                <a:off x="940711" y="520981"/>
                <a:ext cx="337177" cy="330636"/>
              </a:xfrm>
              <a:prstGeom prst="rect">
                <a:avLst/>
              </a:prstGeom>
            </p:spPr>
          </p:pic>
          <p:pic>
            <p:nvPicPr>
              <p:cNvPr id="345" name="object 6">
                <a:extLst>
                  <a:ext uri="{FF2B5EF4-FFF2-40B4-BE49-F238E27FC236}">
                    <a16:creationId xmlns:a16="http://schemas.microsoft.com/office/drawing/2014/main" id="{F0EB43CC-7A33-EBD6-A3B4-0386900E0C9E}"/>
                  </a:ext>
                </a:extLst>
              </p:cNvPr>
              <p:cNvPicPr/>
              <p:nvPr/>
            </p:nvPicPr>
            <p:blipFill>
              <a:blip r:embed="rId4" cstate="print"/>
              <a:stretch>
                <a:fillRect/>
              </a:stretch>
            </p:blipFill>
            <p:spPr>
              <a:xfrm>
                <a:off x="1147134" y="520981"/>
                <a:ext cx="337177" cy="330636"/>
              </a:xfrm>
              <a:prstGeom prst="rect">
                <a:avLst/>
              </a:prstGeom>
            </p:spPr>
          </p:pic>
          <p:pic>
            <p:nvPicPr>
              <p:cNvPr id="346" name="object 7">
                <a:extLst>
                  <a:ext uri="{FF2B5EF4-FFF2-40B4-BE49-F238E27FC236}">
                    <a16:creationId xmlns:a16="http://schemas.microsoft.com/office/drawing/2014/main" id="{D882693D-488A-19D6-6A98-BCF0E5A463AB}"/>
                  </a:ext>
                </a:extLst>
              </p:cNvPr>
              <p:cNvPicPr/>
              <p:nvPr/>
            </p:nvPicPr>
            <p:blipFill>
              <a:blip r:embed="rId4" cstate="print"/>
              <a:stretch>
                <a:fillRect/>
              </a:stretch>
            </p:blipFill>
            <p:spPr>
              <a:xfrm>
                <a:off x="1353533" y="520981"/>
                <a:ext cx="337177" cy="330636"/>
              </a:xfrm>
              <a:prstGeom prst="rect">
                <a:avLst/>
              </a:prstGeom>
            </p:spPr>
          </p:pic>
          <p:pic>
            <p:nvPicPr>
              <p:cNvPr id="347" name="object 8">
                <a:extLst>
                  <a:ext uri="{FF2B5EF4-FFF2-40B4-BE49-F238E27FC236}">
                    <a16:creationId xmlns:a16="http://schemas.microsoft.com/office/drawing/2014/main" id="{4494D476-0F16-1554-A21E-B5028E51B6F0}"/>
                  </a:ext>
                </a:extLst>
              </p:cNvPr>
              <p:cNvPicPr/>
              <p:nvPr/>
            </p:nvPicPr>
            <p:blipFill>
              <a:blip r:embed="rId4" cstate="print"/>
              <a:stretch>
                <a:fillRect/>
              </a:stretch>
            </p:blipFill>
            <p:spPr>
              <a:xfrm>
                <a:off x="1559961" y="520981"/>
                <a:ext cx="337177" cy="330636"/>
              </a:xfrm>
              <a:prstGeom prst="rect">
                <a:avLst/>
              </a:prstGeom>
            </p:spPr>
          </p:pic>
          <p:pic>
            <p:nvPicPr>
              <p:cNvPr id="348" name="object 9">
                <a:extLst>
                  <a:ext uri="{FF2B5EF4-FFF2-40B4-BE49-F238E27FC236}">
                    <a16:creationId xmlns:a16="http://schemas.microsoft.com/office/drawing/2014/main" id="{8E8805C0-E599-AE71-ACDB-8A450CB81DA5}"/>
                  </a:ext>
                </a:extLst>
              </p:cNvPr>
              <p:cNvPicPr/>
              <p:nvPr/>
            </p:nvPicPr>
            <p:blipFill>
              <a:blip r:embed="rId4" cstate="print"/>
              <a:stretch>
                <a:fillRect/>
              </a:stretch>
            </p:blipFill>
            <p:spPr>
              <a:xfrm>
                <a:off x="1766360" y="520981"/>
                <a:ext cx="337177" cy="330636"/>
              </a:xfrm>
              <a:prstGeom prst="rect">
                <a:avLst/>
              </a:prstGeom>
            </p:spPr>
          </p:pic>
          <p:pic>
            <p:nvPicPr>
              <p:cNvPr id="349" name="object 10">
                <a:extLst>
                  <a:ext uri="{FF2B5EF4-FFF2-40B4-BE49-F238E27FC236}">
                    <a16:creationId xmlns:a16="http://schemas.microsoft.com/office/drawing/2014/main" id="{556B04FC-4D28-FA14-4BA9-2F217EA2C2AA}"/>
                  </a:ext>
                </a:extLst>
              </p:cNvPr>
              <p:cNvPicPr/>
              <p:nvPr/>
            </p:nvPicPr>
            <p:blipFill>
              <a:blip r:embed="rId4" cstate="print"/>
              <a:stretch>
                <a:fillRect/>
              </a:stretch>
            </p:blipFill>
            <p:spPr>
              <a:xfrm>
                <a:off x="1972765" y="520981"/>
                <a:ext cx="337177" cy="330636"/>
              </a:xfrm>
              <a:prstGeom prst="rect">
                <a:avLst/>
              </a:prstGeom>
            </p:spPr>
          </p:pic>
          <p:pic>
            <p:nvPicPr>
              <p:cNvPr id="350" name="object 11">
                <a:extLst>
                  <a:ext uri="{FF2B5EF4-FFF2-40B4-BE49-F238E27FC236}">
                    <a16:creationId xmlns:a16="http://schemas.microsoft.com/office/drawing/2014/main" id="{3B79EA66-63B9-6789-3078-839926E3DD9A}"/>
                  </a:ext>
                </a:extLst>
              </p:cNvPr>
              <p:cNvPicPr/>
              <p:nvPr/>
            </p:nvPicPr>
            <p:blipFill>
              <a:blip r:embed="rId4" cstate="print"/>
              <a:stretch>
                <a:fillRect/>
              </a:stretch>
            </p:blipFill>
            <p:spPr>
              <a:xfrm>
                <a:off x="2179188" y="520981"/>
                <a:ext cx="337177" cy="330636"/>
              </a:xfrm>
              <a:prstGeom prst="rect">
                <a:avLst/>
              </a:prstGeom>
            </p:spPr>
          </p:pic>
          <p:pic>
            <p:nvPicPr>
              <p:cNvPr id="351" name="object 12">
                <a:extLst>
                  <a:ext uri="{FF2B5EF4-FFF2-40B4-BE49-F238E27FC236}">
                    <a16:creationId xmlns:a16="http://schemas.microsoft.com/office/drawing/2014/main" id="{B387B338-9294-11C2-9730-6809846F5C17}"/>
                  </a:ext>
                </a:extLst>
              </p:cNvPr>
              <p:cNvPicPr/>
              <p:nvPr/>
            </p:nvPicPr>
            <p:blipFill>
              <a:blip r:embed="rId4" cstate="print"/>
              <a:stretch>
                <a:fillRect/>
              </a:stretch>
            </p:blipFill>
            <p:spPr>
              <a:xfrm>
                <a:off x="734306" y="720845"/>
                <a:ext cx="337177" cy="337177"/>
              </a:xfrm>
              <a:prstGeom prst="rect">
                <a:avLst/>
              </a:prstGeom>
            </p:spPr>
          </p:pic>
          <p:pic>
            <p:nvPicPr>
              <p:cNvPr id="352" name="object 13">
                <a:extLst>
                  <a:ext uri="{FF2B5EF4-FFF2-40B4-BE49-F238E27FC236}">
                    <a16:creationId xmlns:a16="http://schemas.microsoft.com/office/drawing/2014/main" id="{DD84B4A1-347D-8E0F-B854-9A49AAAE8E7A}"/>
                  </a:ext>
                </a:extLst>
              </p:cNvPr>
              <p:cNvPicPr/>
              <p:nvPr/>
            </p:nvPicPr>
            <p:blipFill>
              <a:blip r:embed="rId4" cstate="print"/>
              <a:stretch>
                <a:fillRect/>
              </a:stretch>
            </p:blipFill>
            <p:spPr>
              <a:xfrm>
                <a:off x="940711" y="720845"/>
                <a:ext cx="337177" cy="337177"/>
              </a:xfrm>
              <a:prstGeom prst="rect">
                <a:avLst/>
              </a:prstGeom>
            </p:spPr>
          </p:pic>
          <p:pic>
            <p:nvPicPr>
              <p:cNvPr id="353" name="object 14">
                <a:extLst>
                  <a:ext uri="{FF2B5EF4-FFF2-40B4-BE49-F238E27FC236}">
                    <a16:creationId xmlns:a16="http://schemas.microsoft.com/office/drawing/2014/main" id="{1CBFDA32-8F82-9C94-F16A-1A17D64F921F}"/>
                  </a:ext>
                </a:extLst>
              </p:cNvPr>
              <p:cNvPicPr/>
              <p:nvPr/>
            </p:nvPicPr>
            <p:blipFill>
              <a:blip r:embed="rId4" cstate="print"/>
              <a:stretch>
                <a:fillRect/>
              </a:stretch>
            </p:blipFill>
            <p:spPr>
              <a:xfrm>
                <a:off x="1147134" y="720845"/>
                <a:ext cx="337177" cy="337177"/>
              </a:xfrm>
              <a:prstGeom prst="rect">
                <a:avLst/>
              </a:prstGeom>
            </p:spPr>
          </p:pic>
          <p:pic>
            <p:nvPicPr>
              <p:cNvPr id="354" name="object 15">
                <a:extLst>
                  <a:ext uri="{FF2B5EF4-FFF2-40B4-BE49-F238E27FC236}">
                    <a16:creationId xmlns:a16="http://schemas.microsoft.com/office/drawing/2014/main" id="{8AA259C6-83C4-B987-06A3-271200B629F6}"/>
                  </a:ext>
                </a:extLst>
              </p:cNvPr>
              <p:cNvPicPr/>
              <p:nvPr/>
            </p:nvPicPr>
            <p:blipFill>
              <a:blip r:embed="rId4" cstate="print"/>
              <a:stretch>
                <a:fillRect/>
              </a:stretch>
            </p:blipFill>
            <p:spPr>
              <a:xfrm>
                <a:off x="1353533" y="720845"/>
                <a:ext cx="337177" cy="337177"/>
              </a:xfrm>
              <a:prstGeom prst="rect">
                <a:avLst/>
              </a:prstGeom>
            </p:spPr>
          </p:pic>
          <p:pic>
            <p:nvPicPr>
              <p:cNvPr id="355" name="object 16">
                <a:extLst>
                  <a:ext uri="{FF2B5EF4-FFF2-40B4-BE49-F238E27FC236}">
                    <a16:creationId xmlns:a16="http://schemas.microsoft.com/office/drawing/2014/main" id="{45BDD153-E4F5-E79C-BF0F-28B4A485B034}"/>
                  </a:ext>
                </a:extLst>
              </p:cNvPr>
              <p:cNvPicPr/>
              <p:nvPr/>
            </p:nvPicPr>
            <p:blipFill>
              <a:blip r:embed="rId4" cstate="print"/>
              <a:stretch>
                <a:fillRect/>
              </a:stretch>
            </p:blipFill>
            <p:spPr>
              <a:xfrm>
                <a:off x="1559961" y="720845"/>
                <a:ext cx="337177" cy="337177"/>
              </a:xfrm>
              <a:prstGeom prst="rect">
                <a:avLst/>
              </a:prstGeom>
            </p:spPr>
          </p:pic>
          <p:pic>
            <p:nvPicPr>
              <p:cNvPr id="356" name="object 17">
                <a:extLst>
                  <a:ext uri="{FF2B5EF4-FFF2-40B4-BE49-F238E27FC236}">
                    <a16:creationId xmlns:a16="http://schemas.microsoft.com/office/drawing/2014/main" id="{1C74FFC1-C9EB-9091-D333-1F8E7D47A38E}"/>
                  </a:ext>
                </a:extLst>
              </p:cNvPr>
              <p:cNvPicPr/>
              <p:nvPr/>
            </p:nvPicPr>
            <p:blipFill>
              <a:blip r:embed="rId4" cstate="print"/>
              <a:stretch>
                <a:fillRect/>
              </a:stretch>
            </p:blipFill>
            <p:spPr>
              <a:xfrm>
                <a:off x="1766360" y="720845"/>
                <a:ext cx="337177" cy="337177"/>
              </a:xfrm>
              <a:prstGeom prst="rect">
                <a:avLst/>
              </a:prstGeom>
            </p:spPr>
          </p:pic>
          <p:pic>
            <p:nvPicPr>
              <p:cNvPr id="357" name="object 18">
                <a:extLst>
                  <a:ext uri="{FF2B5EF4-FFF2-40B4-BE49-F238E27FC236}">
                    <a16:creationId xmlns:a16="http://schemas.microsoft.com/office/drawing/2014/main" id="{DB35EFB5-DA51-3147-4372-C37EC7893058}"/>
                  </a:ext>
                </a:extLst>
              </p:cNvPr>
              <p:cNvPicPr/>
              <p:nvPr/>
            </p:nvPicPr>
            <p:blipFill>
              <a:blip r:embed="rId4" cstate="print"/>
              <a:stretch>
                <a:fillRect/>
              </a:stretch>
            </p:blipFill>
            <p:spPr>
              <a:xfrm>
                <a:off x="1972765" y="720845"/>
                <a:ext cx="337177" cy="337177"/>
              </a:xfrm>
              <a:prstGeom prst="rect">
                <a:avLst/>
              </a:prstGeom>
            </p:spPr>
          </p:pic>
          <p:pic>
            <p:nvPicPr>
              <p:cNvPr id="358" name="object 19">
                <a:extLst>
                  <a:ext uri="{FF2B5EF4-FFF2-40B4-BE49-F238E27FC236}">
                    <a16:creationId xmlns:a16="http://schemas.microsoft.com/office/drawing/2014/main" id="{4709D954-30FD-F4DA-62FE-63E63DBE7E50}"/>
                  </a:ext>
                </a:extLst>
              </p:cNvPr>
              <p:cNvPicPr/>
              <p:nvPr/>
            </p:nvPicPr>
            <p:blipFill>
              <a:blip r:embed="rId4" cstate="print"/>
              <a:stretch>
                <a:fillRect/>
              </a:stretch>
            </p:blipFill>
            <p:spPr>
              <a:xfrm>
                <a:off x="2179188" y="720845"/>
                <a:ext cx="337177" cy="337177"/>
              </a:xfrm>
              <a:prstGeom prst="rect">
                <a:avLst/>
              </a:prstGeom>
            </p:spPr>
          </p:pic>
          <p:pic>
            <p:nvPicPr>
              <p:cNvPr id="359" name="object 20">
                <a:extLst>
                  <a:ext uri="{FF2B5EF4-FFF2-40B4-BE49-F238E27FC236}">
                    <a16:creationId xmlns:a16="http://schemas.microsoft.com/office/drawing/2014/main" id="{F92A43BC-BD30-1834-CF2C-89859A73405B}"/>
                  </a:ext>
                </a:extLst>
              </p:cNvPr>
              <p:cNvPicPr/>
              <p:nvPr/>
            </p:nvPicPr>
            <p:blipFill>
              <a:blip r:embed="rId4" cstate="print"/>
              <a:stretch>
                <a:fillRect/>
              </a:stretch>
            </p:blipFill>
            <p:spPr>
              <a:xfrm>
                <a:off x="734306" y="927268"/>
                <a:ext cx="337177" cy="337177"/>
              </a:xfrm>
              <a:prstGeom prst="rect">
                <a:avLst/>
              </a:prstGeom>
            </p:spPr>
          </p:pic>
          <p:pic>
            <p:nvPicPr>
              <p:cNvPr id="360" name="object 21">
                <a:extLst>
                  <a:ext uri="{FF2B5EF4-FFF2-40B4-BE49-F238E27FC236}">
                    <a16:creationId xmlns:a16="http://schemas.microsoft.com/office/drawing/2014/main" id="{63C4BF54-C4E5-F76F-39B4-B5D7EB196FED}"/>
                  </a:ext>
                </a:extLst>
              </p:cNvPr>
              <p:cNvPicPr/>
              <p:nvPr/>
            </p:nvPicPr>
            <p:blipFill>
              <a:blip r:embed="rId4" cstate="print"/>
              <a:stretch>
                <a:fillRect/>
              </a:stretch>
            </p:blipFill>
            <p:spPr>
              <a:xfrm>
                <a:off x="940711" y="927268"/>
                <a:ext cx="337177" cy="337177"/>
              </a:xfrm>
              <a:prstGeom prst="rect">
                <a:avLst/>
              </a:prstGeom>
            </p:spPr>
          </p:pic>
          <p:pic>
            <p:nvPicPr>
              <p:cNvPr id="361" name="object 22">
                <a:extLst>
                  <a:ext uri="{FF2B5EF4-FFF2-40B4-BE49-F238E27FC236}">
                    <a16:creationId xmlns:a16="http://schemas.microsoft.com/office/drawing/2014/main" id="{FC898874-BC2C-103B-185D-E2AC17E3E022}"/>
                  </a:ext>
                </a:extLst>
              </p:cNvPr>
              <p:cNvPicPr/>
              <p:nvPr/>
            </p:nvPicPr>
            <p:blipFill>
              <a:blip r:embed="rId4" cstate="print"/>
              <a:stretch>
                <a:fillRect/>
              </a:stretch>
            </p:blipFill>
            <p:spPr>
              <a:xfrm>
                <a:off x="1147134" y="927268"/>
                <a:ext cx="337177" cy="337177"/>
              </a:xfrm>
              <a:prstGeom prst="rect">
                <a:avLst/>
              </a:prstGeom>
            </p:spPr>
          </p:pic>
          <p:pic>
            <p:nvPicPr>
              <p:cNvPr id="362" name="object 23">
                <a:extLst>
                  <a:ext uri="{FF2B5EF4-FFF2-40B4-BE49-F238E27FC236}">
                    <a16:creationId xmlns:a16="http://schemas.microsoft.com/office/drawing/2014/main" id="{620B35F9-38D0-47CF-1587-0A9CB5DE6E82}"/>
                  </a:ext>
                </a:extLst>
              </p:cNvPr>
              <p:cNvPicPr/>
              <p:nvPr/>
            </p:nvPicPr>
            <p:blipFill>
              <a:blip r:embed="rId4" cstate="print"/>
              <a:stretch>
                <a:fillRect/>
              </a:stretch>
            </p:blipFill>
            <p:spPr>
              <a:xfrm>
                <a:off x="1353533" y="927268"/>
                <a:ext cx="337177" cy="337177"/>
              </a:xfrm>
              <a:prstGeom prst="rect">
                <a:avLst/>
              </a:prstGeom>
            </p:spPr>
          </p:pic>
          <p:pic>
            <p:nvPicPr>
              <p:cNvPr id="363" name="object 24">
                <a:extLst>
                  <a:ext uri="{FF2B5EF4-FFF2-40B4-BE49-F238E27FC236}">
                    <a16:creationId xmlns:a16="http://schemas.microsoft.com/office/drawing/2014/main" id="{887B9F3E-DF26-B381-F501-F630BA80B130}"/>
                  </a:ext>
                </a:extLst>
              </p:cNvPr>
              <p:cNvPicPr/>
              <p:nvPr/>
            </p:nvPicPr>
            <p:blipFill>
              <a:blip r:embed="rId4" cstate="print"/>
              <a:stretch>
                <a:fillRect/>
              </a:stretch>
            </p:blipFill>
            <p:spPr>
              <a:xfrm>
                <a:off x="1559961" y="927268"/>
                <a:ext cx="337177" cy="337177"/>
              </a:xfrm>
              <a:prstGeom prst="rect">
                <a:avLst/>
              </a:prstGeom>
            </p:spPr>
          </p:pic>
          <p:pic>
            <p:nvPicPr>
              <p:cNvPr id="364" name="object 25">
                <a:extLst>
                  <a:ext uri="{FF2B5EF4-FFF2-40B4-BE49-F238E27FC236}">
                    <a16:creationId xmlns:a16="http://schemas.microsoft.com/office/drawing/2014/main" id="{BECC984D-1545-5E94-729E-8248D627A808}"/>
                  </a:ext>
                </a:extLst>
              </p:cNvPr>
              <p:cNvPicPr/>
              <p:nvPr/>
            </p:nvPicPr>
            <p:blipFill>
              <a:blip r:embed="rId4" cstate="print"/>
              <a:stretch>
                <a:fillRect/>
              </a:stretch>
            </p:blipFill>
            <p:spPr>
              <a:xfrm>
                <a:off x="1766360" y="927268"/>
                <a:ext cx="337177" cy="337177"/>
              </a:xfrm>
              <a:prstGeom prst="rect">
                <a:avLst/>
              </a:prstGeom>
            </p:spPr>
          </p:pic>
          <p:pic>
            <p:nvPicPr>
              <p:cNvPr id="365" name="object 26">
                <a:extLst>
                  <a:ext uri="{FF2B5EF4-FFF2-40B4-BE49-F238E27FC236}">
                    <a16:creationId xmlns:a16="http://schemas.microsoft.com/office/drawing/2014/main" id="{AAB3D42B-FE9F-2A11-AD41-44E2CBC60232}"/>
                  </a:ext>
                </a:extLst>
              </p:cNvPr>
              <p:cNvPicPr/>
              <p:nvPr/>
            </p:nvPicPr>
            <p:blipFill>
              <a:blip r:embed="rId4" cstate="print"/>
              <a:stretch>
                <a:fillRect/>
              </a:stretch>
            </p:blipFill>
            <p:spPr>
              <a:xfrm>
                <a:off x="1972765" y="927268"/>
                <a:ext cx="337177" cy="337177"/>
              </a:xfrm>
              <a:prstGeom prst="rect">
                <a:avLst/>
              </a:prstGeom>
            </p:spPr>
          </p:pic>
          <p:pic>
            <p:nvPicPr>
              <p:cNvPr id="366" name="object 27">
                <a:extLst>
                  <a:ext uri="{FF2B5EF4-FFF2-40B4-BE49-F238E27FC236}">
                    <a16:creationId xmlns:a16="http://schemas.microsoft.com/office/drawing/2014/main" id="{A5FF1BFA-DAD6-5025-C771-D0B7598F2089}"/>
                  </a:ext>
                </a:extLst>
              </p:cNvPr>
              <p:cNvPicPr/>
              <p:nvPr/>
            </p:nvPicPr>
            <p:blipFill>
              <a:blip r:embed="rId4" cstate="print"/>
              <a:stretch>
                <a:fillRect/>
              </a:stretch>
            </p:blipFill>
            <p:spPr>
              <a:xfrm>
                <a:off x="2179188" y="927268"/>
                <a:ext cx="337177" cy="337177"/>
              </a:xfrm>
              <a:prstGeom prst="rect">
                <a:avLst/>
              </a:prstGeom>
            </p:spPr>
          </p:pic>
          <p:pic>
            <p:nvPicPr>
              <p:cNvPr id="367" name="object 28">
                <a:extLst>
                  <a:ext uri="{FF2B5EF4-FFF2-40B4-BE49-F238E27FC236}">
                    <a16:creationId xmlns:a16="http://schemas.microsoft.com/office/drawing/2014/main" id="{E739FCE3-4FCD-B8E4-E81E-9E9A2ECCC1D1}"/>
                  </a:ext>
                </a:extLst>
              </p:cNvPr>
              <p:cNvPicPr/>
              <p:nvPr/>
            </p:nvPicPr>
            <p:blipFill>
              <a:blip r:embed="rId4" cstate="print"/>
              <a:stretch>
                <a:fillRect/>
              </a:stretch>
            </p:blipFill>
            <p:spPr>
              <a:xfrm>
                <a:off x="734306" y="1133667"/>
                <a:ext cx="337177" cy="337177"/>
              </a:xfrm>
              <a:prstGeom prst="rect">
                <a:avLst/>
              </a:prstGeom>
            </p:spPr>
          </p:pic>
          <p:pic>
            <p:nvPicPr>
              <p:cNvPr id="368" name="object 29">
                <a:extLst>
                  <a:ext uri="{FF2B5EF4-FFF2-40B4-BE49-F238E27FC236}">
                    <a16:creationId xmlns:a16="http://schemas.microsoft.com/office/drawing/2014/main" id="{1AD77127-30CD-3A2A-5139-734109200F02}"/>
                  </a:ext>
                </a:extLst>
              </p:cNvPr>
              <p:cNvPicPr/>
              <p:nvPr/>
            </p:nvPicPr>
            <p:blipFill>
              <a:blip r:embed="rId4" cstate="print"/>
              <a:stretch>
                <a:fillRect/>
              </a:stretch>
            </p:blipFill>
            <p:spPr>
              <a:xfrm>
                <a:off x="940711" y="1133667"/>
                <a:ext cx="337177" cy="337177"/>
              </a:xfrm>
              <a:prstGeom prst="rect">
                <a:avLst/>
              </a:prstGeom>
            </p:spPr>
          </p:pic>
          <p:pic>
            <p:nvPicPr>
              <p:cNvPr id="369" name="object 30">
                <a:extLst>
                  <a:ext uri="{FF2B5EF4-FFF2-40B4-BE49-F238E27FC236}">
                    <a16:creationId xmlns:a16="http://schemas.microsoft.com/office/drawing/2014/main" id="{875F7ABD-8AAD-8631-7470-296219BA3B65}"/>
                  </a:ext>
                </a:extLst>
              </p:cNvPr>
              <p:cNvPicPr/>
              <p:nvPr/>
            </p:nvPicPr>
            <p:blipFill>
              <a:blip r:embed="rId4" cstate="print"/>
              <a:stretch>
                <a:fillRect/>
              </a:stretch>
            </p:blipFill>
            <p:spPr>
              <a:xfrm>
                <a:off x="1147134" y="1133667"/>
                <a:ext cx="337177" cy="337177"/>
              </a:xfrm>
              <a:prstGeom prst="rect">
                <a:avLst/>
              </a:prstGeom>
            </p:spPr>
          </p:pic>
          <p:pic>
            <p:nvPicPr>
              <p:cNvPr id="370" name="object 31">
                <a:extLst>
                  <a:ext uri="{FF2B5EF4-FFF2-40B4-BE49-F238E27FC236}">
                    <a16:creationId xmlns:a16="http://schemas.microsoft.com/office/drawing/2014/main" id="{0F6D103F-93CA-D1E4-C38F-AB84440E73D1}"/>
                  </a:ext>
                </a:extLst>
              </p:cNvPr>
              <p:cNvPicPr/>
              <p:nvPr/>
            </p:nvPicPr>
            <p:blipFill>
              <a:blip r:embed="rId4" cstate="print"/>
              <a:stretch>
                <a:fillRect/>
              </a:stretch>
            </p:blipFill>
            <p:spPr>
              <a:xfrm>
                <a:off x="1353533" y="1133667"/>
                <a:ext cx="337177" cy="337177"/>
              </a:xfrm>
              <a:prstGeom prst="rect">
                <a:avLst/>
              </a:prstGeom>
            </p:spPr>
          </p:pic>
          <p:pic>
            <p:nvPicPr>
              <p:cNvPr id="371" name="object 32">
                <a:extLst>
                  <a:ext uri="{FF2B5EF4-FFF2-40B4-BE49-F238E27FC236}">
                    <a16:creationId xmlns:a16="http://schemas.microsoft.com/office/drawing/2014/main" id="{3CEC02D4-B5ED-BAAD-35C0-03837A99FE0A}"/>
                  </a:ext>
                </a:extLst>
              </p:cNvPr>
              <p:cNvPicPr/>
              <p:nvPr/>
            </p:nvPicPr>
            <p:blipFill>
              <a:blip r:embed="rId4" cstate="print"/>
              <a:stretch>
                <a:fillRect/>
              </a:stretch>
            </p:blipFill>
            <p:spPr>
              <a:xfrm>
                <a:off x="1559961" y="1133667"/>
                <a:ext cx="337177" cy="337177"/>
              </a:xfrm>
              <a:prstGeom prst="rect">
                <a:avLst/>
              </a:prstGeom>
            </p:spPr>
          </p:pic>
          <p:pic>
            <p:nvPicPr>
              <p:cNvPr id="372" name="object 33">
                <a:extLst>
                  <a:ext uri="{FF2B5EF4-FFF2-40B4-BE49-F238E27FC236}">
                    <a16:creationId xmlns:a16="http://schemas.microsoft.com/office/drawing/2014/main" id="{2682C8DD-9FCA-5B3B-8B46-C0A95C822288}"/>
                  </a:ext>
                </a:extLst>
              </p:cNvPr>
              <p:cNvPicPr/>
              <p:nvPr/>
            </p:nvPicPr>
            <p:blipFill>
              <a:blip r:embed="rId4" cstate="print"/>
              <a:stretch>
                <a:fillRect/>
              </a:stretch>
            </p:blipFill>
            <p:spPr>
              <a:xfrm>
                <a:off x="1766360" y="1133667"/>
                <a:ext cx="337177" cy="337177"/>
              </a:xfrm>
              <a:prstGeom prst="rect">
                <a:avLst/>
              </a:prstGeom>
            </p:spPr>
          </p:pic>
          <p:pic>
            <p:nvPicPr>
              <p:cNvPr id="373" name="object 34">
                <a:extLst>
                  <a:ext uri="{FF2B5EF4-FFF2-40B4-BE49-F238E27FC236}">
                    <a16:creationId xmlns:a16="http://schemas.microsoft.com/office/drawing/2014/main" id="{69DFA7A5-7DED-B738-5565-CD8055426FC4}"/>
                  </a:ext>
                </a:extLst>
              </p:cNvPr>
              <p:cNvPicPr/>
              <p:nvPr/>
            </p:nvPicPr>
            <p:blipFill>
              <a:blip r:embed="rId4" cstate="print"/>
              <a:stretch>
                <a:fillRect/>
              </a:stretch>
            </p:blipFill>
            <p:spPr>
              <a:xfrm>
                <a:off x="1972765" y="1133667"/>
                <a:ext cx="337177" cy="337177"/>
              </a:xfrm>
              <a:prstGeom prst="rect">
                <a:avLst/>
              </a:prstGeom>
            </p:spPr>
          </p:pic>
          <p:pic>
            <p:nvPicPr>
              <p:cNvPr id="374" name="object 35">
                <a:extLst>
                  <a:ext uri="{FF2B5EF4-FFF2-40B4-BE49-F238E27FC236}">
                    <a16:creationId xmlns:a16="http://schemas.microsoft.com/office/drawing/2014/main" id="{F70489F5-AC2B-1154-EE66-AD06DAB216A3}"/>
                  </a:ext>
                </a:extLst>
              </p:cNvPr>
              <p:cNvPicPr/>
              <p:nvPr/>
            </p:nvPicPr>
            <p:blipFill>
              <a:blip r:embed="rId4" cstate="print"/>
              <a:stretch>
                <a:fillRect/>
              </a:stretch>
            </p:blipFill>
            <p:spPr>
              <a:xfrm>
                <a:off x="2179188" y="1133667"/>
                <a:ext cx="337177" cy="337177"/>
              </a:xfrm>
              <a:prstGeom prst="rect">
                <a:avLst/>
              </a:prstGeom>
            </p:spPr>
          </p:pic>
          <p:pic>
            <p:nvPicPr>
              <p:cNvPr id="375" name="object 36">
                <a:extLst>
                  <a:ext uri="{FF2B5EF4-FFF2-40B4-BE49-F238E27FC236}">
                    <a16:creationId xmlns:a16="http://schemas.microsoft.com/office/drawing/2014/main" id="{1D32B0A2-E356-6AA9-9279-CA18CC51C8D3}"/>
                  </a:ext>
                </a:extLst>
              </p:cNvPr>
              <p:cNvPicPr/>
              <p:nvPr/>
            </p:nvPicPr>
            <p:blipFill>
              <a:blip r:embed="rId4" cstate="print"/>
              <a:stretch>
                <a:fillRect/>
              </a:stretch>
            </p:blipFill>
            <p:spPr>
              <a:xfrm>
                <a:off x="734306" y="1340095"/>
                <a:ext cx="337177" cy="337177"/>
              </a:xfrm>
              <a:prstGeom prst="rect">
                <a:avLst/>
              </a:prstGeom>
            </p:spPr>
          </p:pic>
          <p:pic>
            <p:nvPicPr>
              <p:cNvPr id="376" name="object 37">
                <a:extLst>
                  <a:ext uri="{FF2B5EF4-FFF2-40B4-BE49-F238E27FC236}">
                    <a16:creationId xmlns:a16="http://schemas.microsoft.com/office/drawing/2014/main" id="{D2A8E0AD-AAB6-638F-78F6-B77F50465044}"/>
                  </a:ext>
                </a:extLst>
              </p:cNvPr>
              <p:cNvPicPr/>
              <p:nvPr/>
            </p:nvPicPr>
            <p:blipFill>
              <a:blip r:embed="rId4" cstate="print"/>
              <a:stretch>
                <a:fillRect/>
              </a:stretch>
            </p:blipFill>
            <p:spPr>
              <a:xfrm>
                <a:off x="940711" y="1340095"/>
                <a:ext cx="337177" cy="337177"/>
              </a:xfrm>
              <a:prstGeom prst="rect">
                <a:avLst/>
              </a:prstGeom>
            </p:spPr>
          </p:pic>
          <p:pic>
            <p:nvPicPr>
              <p:cNvPr id="377" name="object 38">
                <a:extLst>
                  <a:ext uri="{FF2B5EF4-FFF2-40B4-BE49-F238E27FC236}">
                    <a16:creationId xmlns:a16="http://schemas.microsoft.com/office/drawing/2014/main" id="{2209C103-29AB-5A67-E804-C210B8EA607B}"/>
                  </a:ext>
                </a:extLst>
              </p:cNvPr>
              <p:cNvPicPr/>
              <p:nvPr/>
            </p:nvPicPr>
            <p:blipFill>
              <a:blip r:embed="rId4" cstate="print"/>
              <a:stretch>
                <a:fillRect/>
              </a:stretch>
            </p:blipFill>
            <p:spPr>
              <a:xfrm>
                <a:off x="1147134" y="1340095"/>
                <a:ext cx="337177" cy="337177"/>
              </a:xfrm>
              <a:prstGeom prst="rect">
                <a:avLst/>
              </a:prstGeom>
            </p:spPr>
          </p:pic>
          <p:pic>
            <p:nvPicPr>
              <p:cNvPr id="378" name="object 39">
                <a:extLst>
                  <a:ext uri="{FF2B5EF4-FFF2-40B4-BE49-F238E27FC236}">
                    <a16:creationId xmlns:a16="http://schemas.microsoft.com/office/drawing/2014/main" id="{0D87396C-AD82-556A-29B5-831C0BCB42EE}"/>
                  </a:ext>
                </a:extLst>
              </p:cNvPr>
              <p:cNvPicPr/>
              <p:nvPr/>
            </p:nvPicPr>
            <p:blipFill>
              <a:blip r:embed="rId4" cstate="print"/>
              <a:stretch>
                <a:fillRect/>
              </a:stretch>
            </p:blipFill>
            <p:spPr>
              <a:xfrm>
                <a:off x="1356448" y="1340095"/>
                <a:ext cx="337177" cy="337177"/>
              </a:xfrm>
              <a:prstGeom prst="rect">
                <a:avLst/>
              </a:prstGeom>
            </p:spPr>
          </p:pic>
          <p:pic>
            <p:nvPicPr>
              <p:cNvPr id="379" name="object 40">
                <a:extLst>
                  <a:ext uri="{FF2B5EF4-FFF2-40B4-BE49-F238E27FC236}">
                    <a16:creationId xmlns:a16="http://schemas.microsoft.com/office/drawing/2014/main" id="{E1B9D8B9-6AE1-9703-00F0-D4841CF69F29}"/>
                  </a:ext>
                </a:extLst>
              </p:cNvPr>
              <p:cNvPicPr/>
              <p:nvPr/>
            </p:nvPicPr>
            <p:blipFill>
              <a:blip r:embed="rId4" cstate="print"/>
              <a:stretch>
                <a:fillRect/>
              </a:stretch>
            </p:blipFill>
            <p:spPr>
              <a:xfrm>
                <a:off x="1559961" y="1340095"/>
                <a:ext cx="337177" cy="337177"/>
              </a:xfrm>
              <a:prstGeom prst="rect">
                <a:avLst/>
              </a:prstGeom>
            </p:spPr>
          </p:pic>
          <p:pic>
            <p:nvPicPr>
              <p:cNvPr id="380" name="object 41">
                <a:extLst>
                  <a:ext uri="{FF2B5EF4-FFF2-40B4-BE49-F238E27FC236}">
                    <a16:creationId xmlns:a16="http://schemas.microsoft.com/office/drawing/2014/main" id="{2ADA1FAF-AB17-F97F-74D2-3F31E1103138}"/>
                  </a:ext>
                </a:extLst>
              </p:cNvPr>
              <p:cNvPicPr/>
              <p:nvPr/>
            </p:nvPicPr>
            <p:blipFill>
              <a:blip r:embed="rId4" cstate="print"/>
              <a:stretch>
                <a:fillRect/>
              </a:stretch>
            </p:blipFill>
            <p:spPr>
              <a:xfrm>
                <a:off x="1766360" y="1340095"/>
                <a:ext cx="337177" cy="337177"/>
              </a:xfrm>
              <a:prstGeom prst="rect">
                <a:avLst/>
              </a:prstGeom>
            </p:spPr>
          </p:pic>
          <p:pic>
            <p:nvPicPr>
              <p:cNvPr id="381" name="object 42">
                <a:extLst>
                  <a:ext uri="{FF2B5EF4-FFF2-40B4-BE49-F238E27FC236}">
                    <a16:creationId xmlns:a16="http://schemas.microsoft.com/office/drawing/2014/main" id="{3D7EA84E-F1F6-6287-AC56-001685564A7E}"/>
                  </a:ext>
                </a:extLst>
              </p:cNvPr>
              <p:cNvPicPr/>
              <p:nvPr/>
            </p:nvPicPr>
            <p:blipFill>
              <a:blip r:embed="rId4" cstate="print"/>
              <a:stretch>
                <a:fillRect/>
              </a:stretch>
            </p:blipFill>
            <p:spPr>
              <a:xfrm>
                <a:off x="1972765" y="1340095"/>
                <a:ext cx="337177" cy="337177"/>
              </a:xfrm>
              <a:prstGeom prst="rect">
                <a:avLst/>
              </a:prstGeom>
            </p:spPr>
          </p:pic>
          <p:pic>
            <p:nvPicPr>
              <p:cNvPr id="382" name="object 43">
                <a:extLst>
                  <a:ext uri="{FF2B5EF4-FFF2-40B4-BE49-F238E27FC236}">
                    <a16:creationId xmlns:a16="http://schemas.microsoft.com/office/drawing/2014/main" id="{AEC90A96-AEF5-18A1-EB69-53684A568EC8}"/>
                  </a:ext>
                </a:extLst>
              </p:cNvPr>
              <p:cNvPicPr/>
              <p:nvPr/>
            </p:nvPicPr>
            <p:blipFill>
              <a:blip r:embed="rId4" cstate="print"/>
              <a:stretch>
                <a:fillRect/>
              </a:stretch>
            </p:blipFill>
            <p:spPr>
              <a:xfrm>
                <a:off x="2179188" y="1340095"/>
                <a:ext cx="337177" cy="337177"/>
              </a:xfrm>
              <a:prstGeom prst="rect">
                <a:avLst/>
              </a:prstGeom>
            </p:spPr>
          </p:pic>
          <p:pic>
            <p:nvPicPr>
              <p:cNvPr id="383" name="object 44">
                <a:extLst>
                  <a:ext uri="{FF2B5EF4-FFF2-40B4-BE49-F238E27FC236}">
                    <a16:creationId xmlns:a16="http://schemas.microsoft.com/office/drawing/2014/main" id="{A166C492-C63E-D90D-1195-2F4945643E39}"/>
                  </a:ext>
                </a:extLst>
              </p:cNvPr>
              <p:cNvPicPr/>
              <p:nvPr/>
            </p:nvPicPr>
            <p:blipFill>
              <a:blip r:embed="rId4" cstate="print"/>
              <a:stretch>
                <a:fillRect/>
              </a:stretch>
            </p:blipFill>
            <p:spPr>
              <a:xfrm>
                <a:off x="734306" y="1546494"/>
                <a:ext cx="337177" cy="337177"/>
              </a:xfrm>
              <a:prstGeom prst="rect">
                <a:avLst/>
              </a:prstGeom>
            </p:spPr>
          </p:pic>
          <p:pic>
            <p:nvPicPr>
              <p:cNvPr id="384" name="object 45">
                <a:extLst>
                  <a:ext uri="{FF2B5EF4-FFF2-40B4-BE49-F238E27FC236}">
                    <a16:creationId xmlns:a16="http://schemas.microsoft.com/office/drawing/2014/main" id="{B07F834B-C079-C723-E13D-1336DC405E87}"/>
                  </a:ext>
                </a:extLst>
              </p:cNvPr>
              <p:cNvPicPr/>
              <p:nvPr/>
            </p:nvPicPr>
            <p:blipFill>
              <a:blip r:embed="rId4" cstate="print"/>
              <a:stretch>
                <a:fillRect/>
              </a:stretch>
            </p:blipFill>
            <p:spPr>
              <a:xfrm>
                <a:off x="940711" y="1546494"/>
                <a:ext cx="337177" cy="337177"/>
              </a:xfrm>
              <a:prstGeom prst="rect">
                <a:avLst/>
              </a:prstGeom>
            </p:spPr>
          </p:pic>
          <p:pic>
            <p:nvPicPr>
              <p:cNvPr id="385" name="object 46">
                <a:extLst>
                  <a:ext uri="{FF2B5EF4-FFF2-40B4-BE49-F238E27FC236}">
                    <a16:creationId xmlns:a16="http://schemas.microsoft.com/office/drawing/2014/main" id="{4D94D2DF-2637-2FC6-0F65-45849ADD5B14}"/>
                  </a:ext>
                </a:extLst>
              </p:cNvPr>
              <p:cNvPicPr/>
              <p:nvPr/>
            </p:nvPicPr>
            <p:blipFill>
              <a:blip r:embed="rId4" cstate="print"/>
              <a:stretch>
                <a:fillRect/>
              </a:stretch>
            </p:blipFill>
            <p:spPr>
              <a:xfrm>
                <a:off x="1147134" y="1546494"/>
                <a:ext cx="337177" cy="337177"/>
              </a:xfrm>
              <a:prstGeom prst="rect">
                <a:avLst/>
              </a:prstGeom>
            </p:spPr>
          </p:pic>
          <p:pic>
            <p:nvPicPr>
              <p:cNvPr id="386" name="object 47">
                <a:extLst>
                  <a:ext uri="{FF2B5EF4-FFF2-40B4-BE49-F238E27FC236}">
                    <a16:creationId xmlns:a16="http://schemas.microsoft.com/office/drawing/2014/main" id="{F4383573-1F45-D7A2-9372-DEA73A35C480}"/>
                  </a:ext>
                </a:extLst>
              </p:cNvPr>
              <p:cNvPicPr/>
              <p:nvPr/>
            </p:nvPicPr>
            <p:blipFill>
              <a:blip r:embed="rId4" cstate="print"/>
              <a:stretch>
                <a:fillRect/>
              </a:stretch>
            </p:blipFill>
            <p:spPr>
              <a:xfrm>
                <a:off x="1353533" y="1546494"/>
                <a:ext cx="337177" cy="337177"/>
              </a:xfrm>
              <a:prstGeom prst="rect">
                <a:avLst/>
              </a:prstGeom>
            </p:spPr>
          </p:pic>
          <p:pic>
            <p:nvPicPr>
              <p:cNvPr id="387" name="object 48">
                <a:extLst>
                  <a:ext uri="{FF2B5EF4-FFF2-40B4-BE49-F238E27FC236}">
                    <a16:creationId xmlns:a16="http://schemas.microsoft.com/office/drawing/2014/main" id="{0A93A8A7-74D7-04DE-2923-417769105A6C}"/>
                  </a:ext>
                </a:extLst>
              </p:cNvPr>
              <p:cNvPicPr/>
              <p:nvPr/>
            </p:nvPicPr>
            <p:blipFill>
              <a:blip r:embed="rId4" cstate="print"/>
              <a:stretch>
                <a:fillRect/>
              </a:stretch>
            </p:blipFill>
            <p:spPr>
              <a:xfrm>
                <a:off x="1559961" y="1546494"/>
                <a:ext cx="337177" cy="337177"/>
              </a:xfrm>
              <a:prstGeom prst="rect">
                <a:avLst/>
              </a:prstGeom>
            </p:spPr>
          </p:pic>
          <p:pic>
            <p:nvPicPr>
              <p:cNvPr id="388" name="object 49">
                <a:extLst>
                  <a:ext uri="{FF2B5EF4-FFF2-40B4-BE49-F238E27FC236}">
                    <a16:creationId xmlns:a16="http://schemas.microsoft.com/office/drawing/2014/main" id="{68A44C65-DBC5-BCAB-33D4-9D8826C560EE}"/>
                  </a:ext>
                </a:extLst>
              </p:cNvPr>
              <p:cNvPicPr/>
              <p:nvPr/>
            </p:nvPicPr>
            <p:blipFill>
              <a:blip r:embed="rId4" cstate="print"/>
              <a:stretch>
                <a:fillRect/>
              </a:stretch>
            </p:blipFill>
            <p:spPr>
              <a:xfrm>
                <a:off x="1766360" y="1546494"/>
                <a:ext cx="337177" cy="337177"/>
              </a:xfrm>
              <a:prstGeom prst="rect">
                <a:avLst/>
              </a:prstGeom>
            </p:spPr>
          </p:pic>
          <p:pic>
            <p:nvPicPr>
              <p:cNvPr id="389" name="object 50">
                <a:extLst>
                  <a:ext uri="{FF2B5EF4-FFF2-40B4-BE49-F238E27FC236}">
                    <a16:creationId xmlns:a16="http://schemas.microsoft.com/office/drawing/2014/main" id="{9EF443F3-DE6C-1EF6-8E8C-FD97B0C19E41}"/>
                  </a:ext>
                </a:extLst>
              </p:cNvPr>
              <p:cNvPicPr/>
              <p:nvPr/>
            </p:nvPicPr>
            <p:blipFill>
              <a:blip r:embed="rId4" cstate="print"/>
              <a:stretch>
                <a:fillRect/>
              </a:stretch>
            </p:blipFill>
            <p:spPr>
              <a:xfrm>
                <a:off x="1972765" y="1546494"/>
                <a:ext cx="337177" cy="337177"/>
              </a:xfrm>
              <a:prstGeom prst="rect">
                <a:avLst/>
              </a:prstGeom>
            </p:spPr>
          </p:pic>
          <p:pic>
            <p:nvPicPr>
              <p:cNvPr id="390" name="object 51">
                <a:extLst>
                  <a:ext uri="{FF2B5EF4-FFF2-40B4-BE49-F238E27FC236}">
                    <a16:creationId xmlns:a16="http://schemas.microsoft.com/office/drawing/2014/main" id="{B4FC6330-288E-8887-B8BD-A9B18238CE31}"/>
                  </a:ext>
                </a:extLst>
              </p:cNvPr>
              <p:cNvPicPr/>
              <p:nvPr/>
            </p:nvPicPr>
            <p:blipFill>
              <a:blip r:embed="rId4" cstate="print"/>
              <a:stretch>
                <a:fillRect/>
              </a:stretch>
            </p:blipFill>
            <p:spPr>
              <a:xfrm>
                <a:off x="2179188" y="1546494"/>
                <a:ext cx="337177" cy="337177"/>
              </a:xfrm>
              <a:prstGeom prst="rect">
                <a:avLst/>
              </a:prstGeom>
            </p:spPr>
          </p:pic>
          <p:pic>
            <p:nvPicPr>
              <p:cNvPr id="391" name="object 52">
                <a:extLst>
                  <a:ext uri="{FF2B5EF4-FFF2-40B4-BE49-F238E27FC236}">
                    <a16:creationId xmlns:a16="http://schemas.microsoft.com/office/drawing/2014/main" id="{0206582B-7A99-1543-4A78-BC37CE318E91}"/>
                  </a:ext>
                </a:extLst>
              </p:cNvPr>
              <p:cNvPicPr/>
              <p:nvPr/>
            </p:nvPicPr>
            <p:blipFill>
              <a:blip r:embed="rId4" cstate="print"/>
              <a:stretch>
                <a:fillRect/>
              </a:stretch>
            </p:blipFill>
            <p:spPr>
              <a:xfrm>
                <a:off x="734306" y="1752900"/>
                <a:ext cx="337177" cy="337177"/>
              </a:xfrm>
              <a:prstGeom prst="rect">
                <a:avLst/>
              </a:prstGeom>
            </p:spPr>
          </p:pic>
          <p:pic>
            <p:nvPicPr>
              <p:cNvPr id="392" name="object 53">
                <a:extLst>
                  <a:ext uri="{FF2B5EF4-FFF2-40B4-BE49-F238E27FC236}">
                    <a16:creationId xmlns:a16="http://schemas.microsoft.com/office/drawing/2014/main" id="{DD62D28C-9D44-C35E-C794-F1D0B2420DB1}"/>
                  </a:ext>
                </a:extLst>
              </p:cNvPr>
              <p:cNvPicPr/>
              <p:nvPr/>
            </p:nvPicPr>
            <p:blipFill>
              <a:blip r:embed="rId4" cstate="print"/>
              <a:stretch>
                <a:fillRect/>
              </a:stretch>
            </p:blipFill>
            <p:spPr>
              <a:xfrm>
                <a:off x="940711" y="1752900"/>
                <a:ext cx="337177" cy="337177"/>
              </a:xfrm>
              <a:prstGeom prst="rect">
                <a:avLst/>
              </a:prstGeom>
            </p:spPr>
          </p:pic>
          <p:pic>
            <p:nvPicPr>
              <p:cNvPr id="393" name="object 54">
                <a:extLst>
                  <a:ext uri="{FF2B5EF4-FFF2-40B4-BE49-F238E27FC236}">
                    <a16:creationId xmlns:a16="http://schemas.microsoft.com/office/drawing/2014/main" id="{7C923E0D-A43C-7946-0C7D-A3A5CFB44000}"/>
                  </a:ext>
                </a:extLst>
              </p:cNvPr>
              <p:cNvPicPr/>
              <p:nvPr/>
            </p:nvPicPr>
            <p:blipFill>
              <a:blip r:embed="rId4" cstate="print"/>
              <a:stretch>
                <a:fillRect/>
              </a:stretch>
            </p:blipFill>
            <p:spPr>
              <a:xfrm>
                <a:off x="1147134" y="1752900"/>
                <a:ext cx="337177" cy="337177"/>
              </a:xfrm>
              <a:prstGeom prst="rect">
                <a:avLst/>
              </a:prstGeom>
            </p:spPr>
          </p:pic>
          <p:pic>
            <p:nvPicPr>
              <p:cNvPr id="394" name="object 55">
                <a:extLst>
                  <a:ext uri="{FF2B5EF4-FFF2-40B4-BE49-F238E27FC236}">
                    <a16:creationId xmlns:a16="http://schemas.microsoft.com/office/drawing/2014/main" id="{BBD28877-2D7A-0C9E-6C0F-38BC63D367D2}"/>
                  </a:ext>
                </a:extLst>
              </p:cNvPr>
              <p:cNvPicPr/>
              <p:nvPr/>
            </p:nvPicPr>
            <p:blipFill>
              <a:blip r:embed="rId4" cstate="print"/>
              <a:stretch>
                <a:fillRect/>
              </a:stretch>
            </p:blipFill>
            <p:spPr>
              <a:xfrm>
                <a:off x="1353533" y="1752900"/>
                <a:ext cx="337177" cy="337177"/>
              </a:xfrm>
              <a:prstGeom prst="rect">
                <a:avLst/>
              </a:prstGeom>
            </p:spPr>
          </p:pic>
          <p:pic>
            <p:nvPicPr>
              <p:cNvPr id="395" name="object 56">
                <a:extLst>
                  <a:ext uri="{FF2B5EF4-FFF2-40B4-BE49-F238E27FC236}">
                    <a16:creationId xmlns:a16="http://schemas.microsoft.com/office/drawing/2014/main" id="{BBC9F531-C3B6-243E-0B46-6D4B5FEA2014}"/>
                  </a:ext>
                </a:extLst>
              </p:cNvPr>
              <p:cNvPicPr/>
              <p:nvPr/>
            </p:nvPicPr>
            <p:blipFill>
              <a:blip r:embed="rId4" cstate="print"/>
              <a:stretch>
                <a:fillRect/>
              </a:stretch>
            </p:blipFill>
            <p:spPr>
              <a:xfrm>
                <a:off x="1559961" y="1752900"/>
                <a:ext cx="337177" cy="337177"/>
              </a:xfrm>
              <a:prstGeom prst="rect">
                <a:avLst/>
              </a:prstGeom>
            </p:spPr>
          </p:pic>
          <p:pic>
            <p:nvPicPr>
              <p:cNvPr id="396" name="object 57">
                <a:extLst>
                  <a:ext uri="{FF2B5EF4-FFF2-40B4-BE49-F238E27FC236}">
                    <a16:creationId xmlns:a16="http://schemas.microsoft.com/office/drawing/2014/main" id="{C3A97E31-3945-DB4D-2F56-78121862D082}"/>
                  </a:ext>
                </a:extLst>
              </p:cNvPr>
              <p:cNvPicPr/>
              <p:nvPr/>
            </p:nvPicPr>
            <p:blipFill>
              <a:blip r:embed="rId4" cstate="print"/>
              <a:stretch>
                <a:fillRect/>
              </a:stretch>
            </p:blipFill>
            <p:spPr>
              <a:xfrm>
                <a:off x="1766360" y="1752900"/>
                <a:ext cx="337177" cy="337177"/>
              </a:xfrm>
              <a:prstGeom prst="rect">
                <a:avLst/>
              </a:prstGeom>
            </p:spPr>
          </p:pic>
          <p:pic>
            <p:nvPicPr>
              <p:cNvPr id="397" name="object 58">
                <a:extLst>
                  <a:ext uri="{FF2B5EF4-FFF2-40B4-BE49-F238E27FC236}">
                    <a16:creationId xmlns:a16="http://schemas.microsoft.com/office/drawing/2014/main" id="{637A1B68-C675-BF97-5023-6BD973905A87}"/>
                  </a:ext>
                </a:extLst>
              </p:cNvPr>
              <p:cNvPicPr/>
              <p:nvPr/>
            </p:nvPicPr>
            <p:blipFill>
              <a:blip r:embed="rId4" cstate="print"/>
              <a:stretch>
                <a:fillRect/>
              </a:stretch>
            </p:blipFill>
            <p:spPr>
              <a:xfrm>
                <a:off x="1972765" y="1752900"/>
                <a:ext cx="337177" cy="337177"/>
              </a:xfrm>
              <a:prstGeom prst="rect">
                <a:avLst/>
              </a:prstGeom>
            </p:spPr>
          </p:pic>
          <p:pic>
            <p:nvPicPr>
              <p:cNvPr id="398" name="object 59">
                <a:extLst>
                  <a:ext uri="{FF2B5EF4-FFF2-40B4-BE49-F238E27FC236}">
                    <a16:creationId xmlns:a16="http://schemas.microsoft.com/office/drawing/2014/main" id="{E02C7846-6153-6E3E-2899-55C3D9DBD921}"/>
                  </a:ext>
                </a:extLst>
              </p:cNvPr>
              <p:cNvPicPr/>
              <p:nvPr/>
            </p:nvPicPr>
            <p:blipFill>
              <a:blip r:embed="rId4" cstate="print"/>
              <a:stretch>
                <a:fillRect/>
              </a:stretch>
            </p:blipFill>
            <p:spPr>
              <a:xfrm>
                <a:off x="2179188" y="1752900"/>
                <a:ext cx="337177" cy="337177"/>
              </a:xfrm>
              <a:prstGeom prst="rect">
                <a:avLst/>
              </a:prstGeom>
            </p:spPr>
          </p:pic>
          <p:pic>
            <p:nvPicPr>
              <p:cNvPr id="399" name="object 60">
                <a:extLst>
                  <a:ext uri="{FF2B5EF4-FFF2-40B4-BE49-F238E27FC236}">
                    <a16:creationId xmlns:a16="http://schemas.microsoft.com/office/drawing/2014/main" id="{9105968A-E7CF-D6C9-F146-F3376101C752}"/>
                  </a:ext>
                </a:extLst>
              </p:cNvPr>
              <p:cNvPicPr/>
              <p:nvPr/>
            </p:nvPicPr>
            <p:blipFill>
              <a:blip r:embed="rId5" cstate="print"/>
              <a:stretch>
                <a:fillRect/>
              </a:stretch>
            </p:blipFill>
            <p:spPr>
              <a:xfrm>
                <a:off x="734306" y="1959328"/>
                <a:ext cx="337177" cy="311229"/>
              </a:xfrm>
              <a:prstGeom prst="rect">
                <a:avLst/>
              </a:prstGeom>
            </p:spPr>
          </p:pic>
          <p:pic>
            <p:nvPicPr>
              <p:cNvPr id="400" name="object 61">
                <a:extLst>
                  <a:ext uri="{FF2B5EF4-FFF2-40B4-BE49-F238E27FC236}">
                    <a16:creationId xmlns:a16="http://schemas.microsoft.com/office/drawing/2014/main" id="{6CEF1D56-62CA-E236-D361-82BBEBD01143}"/>
                  </a:ext>
                </a:extLst>
              </p:cNvPr>
              <p:cNvPicPr/>
              <p:nvPr/>
            </p:nvPicPr>
            <p:blipFill>
              <a:blip r:embed="rId5" cstate="print"/>
              <a:stretch>
                <a:fillRect/>
              </a:stretch>
            </p:blipFill>
            <p:spPr>
              <a:xfrm>
                <a:off x="940711" y="1959328"/>
                <a:ext cx="337177" cy="311229"/>
              </a:xfrm>
              <a:prstGeom prst="rect">
                <a:avLst/>
              </a:prstGeom>
            </p:spPr>
          </p:pic>
          <p:pic>
            <p:nvPicPr>
              <p:cNvPr id="401" name="object 62">
                <a:extLst>
                  <a:ext uri="{FF2B5EF4-FFF2-40B4-BE49-F238E27FC236}">
                    <a16:creationId xmlns:a16="http://schemas.microsoft.com/office/drawing/2014/main" id="{5A46B1EE-4BCF-F56B-3A07-67360C42BA8A}"/>
                  </a:ext>
                </a:extLst>
              </p:cNvPr>
              <p:cNvPicPr/>
              <p:nvPr/>
            </p:nvPicPr>
            <p:blipFill>
              <a:blip r:embed="rId5" cstate="print"/>
              <a:stretch>
                <a:fillRect/>
              </a:stretch>
            </p:blipFill>
            <p:spPr>
              <a:xfrm>
                <a:off x="1147134" y="1959328"/>
                <a:ext cx="337177" cy="311229"/>
              </a:xfrm>
              <a:prstGeom prst="rect">
                <a:avLst/>
              </a:prstGeom>
            </p:spPr>
          </p:pic>
          <p:pic>
            <p:nvPicPr>
              <p:cNvPr id="402" name="object 63">
                <a:extLst>
                  <a:ext uri="{FF2B5EF4-FFF2-40B4-BE49-F238E27FC236}">
                    <a16:creationId xmlns:a16="http://schemas.microsoft.com/office/drawing/2014/main" id="{ED460CD7-F144-5990-1F25-A0C7F9364723}"/>
                  </a:ext>
                </a:extLst>
              </p:cNvPr>
              <p:cNvPicPr/>
              <p:nvPr/>
            </p:nvPicPr>
            <p:blipFill>
              <a:blip r:embed="rId5" cstate="print"/>
              <a:stretch>
                <a:fillRect/>
              </a:stretch>
            </p:blipFill>
            <p:spPr>
              <a:xfrm>
                <a:off x="1353533" y="1959328"/>
                <a:ext cx="337177" cy="311229"/>
              </a:xfrm>
              <a:prstGeom prst="rect">
                <a:avLst/>
              </a:prstGeom>
            </p:spPr>
          </p:pic>
          <p:pic>
            <p:nvPicPr>
              <p:cNvPr id="403" name="object 64">
                <a:extLst>
                  <a:ext uri="{FF2B5EF4-FFF2-40B4-BE49-F238E27FC236}">
                    <a16:creationId xmlns:a16="http://schemas.microsoft.com/office/drawing/2014/main" id="{3B0D03DC-A5ED-BEBC-3B45-28F16A0B1D15}"/>
                  </a:ext>
                </a:extLst>
              </p:cNvPr>
              <p:cNvPicPr/>
              <p:nvPr/>
            </p:nvPicPr>
            <p:blipFill>
              <a:blip r:embed="rId5" cstate="print"/>
              <a:stretch>
                <a:fillRect/>
              </a:stretch>
            </p:blipFill>
            <p:spPr>
              <a:xfrm>
                <a:off x="1559961" y="1959328"/>
                <a:ext cx="337177" cy="311229"/>
              </a:xfrm>
              <a:prstGeom prst="rect">
                <a:avLst/>
              </a:prstGeom>
            </p:spPr>
          </p:pic>
          <p:pic>
            <p:nvPicPr>
              <p:cNvPr id="404" name="object 65">
                <a:extLst>
                  <a:ext uri="{FF2B5EF4-FFF2-40B4-BE49-F238E27FC236}">
                    <a16:creationId xmlns:a16="http://schemas.microsoft.com/office/drawing/2014/main" id="{486C8CFF-FCE5-FFA0-DA80-2792612B6B19}"/>
                  </a:ext>
                </a:extLst>
              </p:cNvPr>
              <p:cNvPicPr/>
              <p:nvPr/>
            </p:nvPicPr>
            <p:blipFill>
              <a:blip r:embed="rId5" cstate="print"/>
              <a:stretch>
                <a:fillRect/>
              </a:stretch>
            </p:blipFill>
            <p:spPr>
              <a:xfrm>
                <a:off x="1766360" y="1959328"/>
                <a:ext cx="337177" cy="311229"/>
              </a:xfrm>
              <a:prstGeom prst="rect">
                <a:avLst/>
              </a:prstGeom>
            </p:spPr>
          </p:pic>
          <p:pic>
            <p:nvPicPr>
              <p:cNvPr id="405" name="object 66">
                <a:extLst>
                  <a:ext uri="{FF2B5EF4-FFF2-40B4-BE49-F238E27FC236}">
                    <a16:creationId xmlns:a16="http://schemas.microsoft.com/office/drawing/2014/main" id="{E0D35C43-4A72-76B8-62D6-6D670AEE484A}"/>
                  </a:ext>
                </a:extLst>
              </p:cNvPr>
              <p:cNvPicPr/>
              <p:nvPr/>
            </p:nvPicPr>
            <p:blipFill>
              <a:blip r:embed="rId5" cstate="print"/>
              <a:stretch>
                <a:fillRect/>
              </a:stretch>
            </p:blipFill>
            <p:spPr>
              <a:xfrm>
                <a:off x="1972765" y="1959328"/>
                <a:ext cx="337177" cy="311229"/>
              </a:xfrm>
              <a:prstGeom prst="rect">
                <a:avLst/>
              </a:prstGeom>
            </p:spPr>
          </p:pic>
          <p:pic>
            <p:nvPicPr>
              <p:cNvPr id="406" name="object 67">
                <a:extLst>
                  <a:ext uri="{FF2B5EF4-FFF2-40B4-BE49-F238E27FC236}">
                    <a16:creationId xmlns:a16="http://schemas.microsoft.com/office/drawing/2014/main" id="{A7FA494F-5227-9B3F-A3B5-AD0A6BFADAD2}"/>
                  </a:ext>
                </a:extLst>
              </p:cNvPr>
              <p:cNvPicPr/>
              <p:nvPr/>
            </p:nvPicPr>
            <p:blipFill>
              <a:blip r:embed="rId5" cstate="print"/>
              <a:stretch>
                <a:fillRect/>
              </a:stretch>
            </p:blipFill>
            <p:spPr>
              <a:xfrm>
                <a:off x="2179188" y="1959328"/>
                <a:ext cx="337177" cy="311229"/>
              </a:xfrm>
              <a:prstGeom prst="rect">
                <a:avLst/>
              </a:prstGeom>
            </p:spPr>
          </p:pic>
          <p:sp>
            <p:nvSpPr>
              <p:cNvPr id="407" name="object 68">
                <a:extLst>
                  <a:ext uri="{FF2B5EF4-FFF2-40B4-BE49-F238E27FC236}">
                    <a16:creationId xmlns:a16="http://schemas.microsoft.com/office/drawing/2014/main" id="{605AECD6-4F7F-07AE-1975-AD111147F915}"/>
                  </a:ext>
                </a:extLst>
              </p:cNvPr>
              <p:cNvSpPr/>
              <p:nvPr/>
            </p:nvSpPr>
            <p:spPr>
              <a:xfrm>
                <a:off x="798253" y="555134"/>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408" name="object 69">
                <a:extLst>
                  <a:ext uri="{FF2B5EF4-FFF2-40B4-BE49-F238E27FC236}">
                    <a16:creationId xmlns:a16="http://schemas.microsoft.com/office/drawing/2014/main" id="{81805D2A-0761-05A2-4774-5412C53374DA}"/>
                  </a:ext>
                </a:extLst>
              </p:cNvPr>
              <p:cNvSpPr/>
              <p:nvPr/>
            </p:nvSpPr>
            <p:spPr>
              <a:xfrm>
                <a:off x="798253" y="555134"/>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09" name="object 70">
                <a:extLst>
                  <a:ext uri="{FF2B5EF4-FFF2-40B4-BE49-F238E27FC236}">
                    <a16:creationId xmlns:a16="http://schemas.microsoft.com/office/drawing/2014/main" id="{B9FB2E0E-0889-DE61-6C3E-8DC9E9E9AA84}"/>
                  </a:ext>
                </a:extLst>
              </p:cNvPr>
              <p:cNvSpPr/>
              <p:nvPr/>
            </p:nvSpPr>
            <p:spPr>
              <a:xfrm>
                <a:off x="1004659" y="555134"/>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410" name="object 71">
                <a:extLst>
                  <a:ext uri="{FF2B5EF4-FFF2-40B4-BE49-F238E27FC236}">
                    <a16:creationId xmlns:a16="http://schemas.microsoft.com/office/drawing/2014/main" id="{9DC14D71-7476-93D7-691A-4C4EA8C8C62E}"/>
                  </a:ext>
                </a:extLst>
              </p:cNvPr>
              <p:cNvSpPr/>
              <p:nvPr/>
            </p:nvSpPr>
            <p:spPr>
              <a:xfrm>
                <a:off x="1004659" y="555134"/>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11" name="object 72">
                <a:extLst>
                  <a:ext uri="{FF2B5EF4-FFF2-40B4-BE49-F238E27FC236}">
                    <a16:creationId xmlns:a16="http://schemas.microsoft.com/office/drawing/2014/main" id="{1198E24A-6896-F67C-5368-47452E97C74A}"/>
                  </a:ext>
                </a:extLst>
              </p:cNvPr>
              <p:cNvSpPr/>
              <p:nvPr/>
            </p:nvSpPr>
            <p:spPr>
              <a:xfrm>
                <a:off x="1211081" y="555134"/>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412" name="object 73">
                <a:extLst>
                  <a:ext uri="{FF2B5EF4-FFF2-40B4-BE49-F238E27FC236}">
                    <a16:creationId xmlns:a16="http://schemas.microsoft.com/office/drawing/2014/main" id="{F851177B-7C68-8437-FD0B-4FAD2BD8B490}"/>
                  </a:ext>
                </a:extLst>
              </p:cNvPr>
              <p:cNvSpPr/>
              <p:nvPr/>
            </p:nvSpPr>
            <p:spPr>
              <a:xfrm>
                <a:off x="1211081" y="555134"/>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13" name="object 74">
                <a:extLst>
                  <a:ext uri="{FF2B5EF4-FFF2-40B4-BE49-F238E27FC236}">
                    <a16:creationId xmlns:a16="http://schemas.microsoft.com/office/drawing/2014/main" id="{AF4AAC6B-6E29-19DF-98F5-EDA956F01681}"/>
                  </a:ext>
                </a:extLst>
              </p:cNvPr>
              <p:cNvSpPr/>
              <p:nvPr/>
            </p:nvSpPr>
            <p:spPr>
              <a:xfrm>
                <a:off x="1417480" y="555134"/>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414" name="object 75">
                <a:extLst>
                  <a:ext uri="{FF2B5EF4-FFF2-40B4-BE49-F238E27FC236}">
                    <a16:creationId xmlns:a16="http://schemas.microsoft.com/office/drawing/2014/main" id="{278092A1-F5CF-9DEE-5575-4A4210FF8F38}"/>
                  </a:ext>
                </a:extLst>
              </p:cNvPr>
              <p:cNvSpPr/>
              <p:nvPr/>
            </p:nvSpPr>
            <p:spPr>
              <a:xfrm>
                <a:off x="1417480" y="555134"/>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15" name="object 76">
                <a:extLst>
                  <a:ext uri="{FF2B5EF4-FFF2-40B4-BE49-F238E27FC236}">
                    <a16:creationId xmlns:a16="http://schemas.microsoft.com/office/drawing/2014/main" id="{53DFFAEB-84AB-8F18-2E15-189ED5E1D236}"/>
                  </a:ext>
                </a:extLst>
              </p:cNvPr>
              <p:cNvSpPr/>
              <p:nvPr/>
            </p:nvSpPr>
            <p:spPr>
              <a:xfrm>
                <a:off x="1623909" y="555134"/>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416" name="object 77">
                <a:extLst>
                  <a:ext uri="{FF2B5EF4-FFF2-40B4-BE49-F238E27FC236}">
                    <a16:creationId xmlns:a16="http://schemas.microsoft.com/office/drawing/2014/main" id="{371704AC-79B4-6F34-2482-2BE10E29A95D}"/>
                  </a:ext>
                </a:extLst>
              </p:cNvPr>
              <p:cNvSpPr/>
              <p:nvPr/>
            </p:nvSpPr>
            <p:spPr>
              <a:xfrm>
                <a:off x="1623909" y="555134"/>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17" name="object 78">
                <a:extLst>
                  <a:ext uri="{FF2B5EF4-FFF2-40B4-BE49-F238E27FC236}">
                    <a16:creationId xmlns:a16="http://schemas.microsoft.com/office/drawing/2014/main" id="{766FD34E-EAC0-7731-0334-6E9EC789A155}"/>
                  </a:ext>
                </a:extLst>
              </p:cNvPr>
              <p:cNvSpPr/>
              <p:nvPr/>
            </p:nvSpPr>
            <p:spPr>
              <a:xfrm>
                <a:off x="1830308" y="555134"/>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418" name="object 79">
                <a:extLst>
                  <a:ext uri="{FF2B5EF4-FFF2-40B4-BE49-F238E27FC236}">
                    <a16:creationId xmlns:a16="http://schemas.microsoft.com/office/drawing/2014/main" id="{9C0614CA-00C0-1E20-3F56-7CF958FA1C34}"/>
                  </a:ext>
                </a:extLst>
              </p:cNvPr>
              <p:cNvSpPr/>
              <p:nvPr/>
            </p:nvSpPr>
            <p:spPr>
              <a:xfrm>
                <a:off x="1830308" y="555134"/>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19" name="object 80">
                <a:extLst>
                  <a:ext uri="{FF2B5EF4-FFF2-40B4-BE49-F238E27FC236}">
                    <a16:creationId xmlns:a16="http://schemas.microsoft.com/office/drawing/2014/main" id="{4C3F47FC-C60F-836E-1C75-37CDBC54E6B1}"/>
                  </a:ext>
                </a:extLst>
              </p:cNvPr>
              <p:cNvSpPr/>
              <p:nvPr/>
            </p:nvSpPr>
            <p:spPr>
              <a:xfrm>
                <a:off x="2036713" y="555134"/>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420" name="object 81">
                <a:extLst>
                  <a:ext uri="{FF2B5EF4-FFF2-40B4-BE49-F238E27FC236}">
                    <a16:creationId xmlns:a16="http://schemas.microsoft.com/office/drawing/2014/main" id="{A8739072-21AD-81DB-6BAE-160F5F21CA5D}"/>
                  </a:ext>
                </a:extLst>
              </p:cNvPr>
              <p:cNvSpPr/>
              <p:nvPr/>
            </p:nvSpPr>
            <p:spPr>
              <a:xfrm>
                <a:off x="2036713" y="555134"/>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21" name="object 82">
                <a:extLst>
                  <a:ext uri="{FF2B5EF4-FFF2-40B4-BE49-F238E27FC236}">
                    <a16:creationId xmlns:a16="http://schemas.microsoft.com/office/drawing/2014/main" id="{7AA587E9-6227-28D0-ED48-83AE74064DDE}"/>
                  </a:ext>
                </a:extLst>
              </p:cNvPr>
              <p:cNvSpPr/>
              <p:nvPr/>
            </p:nvSpPr>
            <p:spPr>
              <a:xfrm>
                <a:off x="2243135" y="555134"/>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422" name="object 83">
                <a:extLst>
                  <a:ext uri="{FF2B5EF4-FFF2-40B4-BE49-F238E27FC236}">
                    <a16:creationId xmlns:a16="http://schemas.microsoft.com/office/drawing/2014/main" id="{B06DC0AF-F26A-CC9A-7543-3B076B830172}"/>
                  </a:ext>
                </a:extLst>
              </p:cNvPr>
              <p:cNvSpPr/>
              <p:nvPr/>
            </p:nvSpPr>
            <p:spPr>
              <a:xfrm>
                <a:off x="2243135" y="555134"/>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23" name="object 84">
                <a:extLst>
                  <a:ext uri="{FF2B5EF4-FFF2-40B4-BE49-F238E27FC236}">
                    <a16:creationId xmlns:a16="http://schemas.microsoft.com/office/drawing/2014/main" id="{BBBF1E46-ABC3-12D0-E1A1-7856BB8BF68B}"/>
                  </a:ext>
                </a:extLst>
              </p:cNvPr>
              <p:cNvSpPr/>
              <p:nvPr/>
            </p:nvSpPr>
            <p:spPr>
              <a:xfrm>
                <a:off x="798253" y="761539"/>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424" name="object 85">
                <a:extLst>
                  <a:ext uri="{FF2B5EF4-FFF2-40B4-BE49-F238E27FC236}">
                    <a16:creationId xmlns:a16="http://schemas.microsoft.com/office/drawing/2014/main" id="{D431014B-163B-9DCC-F2E1-B715D3A1A25B}"/>
                  </a:ext>
                </a:extLst>
              </p:cNvPr>
              <p:cNvSpPr/>
              <p:nvPr/>
            </p:nvSpPr>
            <p:spPr>
              <a:xfrm>
                <a:off x="798253" y="761539"/>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25" name="object 86">
                <a:extLst>
                  <a:ext uri="{FF2B5EF4-FFF2-40B4-BE49-F238E27FC236}">
                    <a16:creationId xmlns:a16="http://schemas.microsoft.com/office/drawing/2014/main" id="{13EAA36C-65DC-92CE-A9B6-4389D3B7B9BC}"/>
                  </a:ext>
                </a:extLst>
              </p:cNvPr>
              <p:cNvSpPr/>
              <p:nvPr/>
            </p:nvSpPr>
            <p:spPr>
              <a:xfrm>
                <a:off x="1004659" y="761539"/>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426" name="object 87">
                <a:extLst>
                  <a:ext uri="{FF2B5EF4-FFF2-40B4-BE49-F238E27FC236}">
                    <a16:creationId xmlns:a16="http://schemas.microsoft.com/office/drawing/2014/main" id="{6DC6A6A0-49D4-A335-0AC9-5B3B840A10EF}"/>
                  </a:ext>
                </a:extLst>
              </p:cNvPr>
              <p:cNvSpPr/>
              <p:nvPr/>
            </p:nvSpPr>
            <p:spPr>
              <a:xfrm>
                <a:off x="1004659" y="761539"/>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27" name="object 88">
                <a:extLst>
                  <a:ext uri="{FF2B5EF4-FFF2-40B4-BE49-F238E27FC236}">
                    <a16:creationId xmlns:a16="http://schemas.microsoft.com/office/drawing/2014/main" id="{32FD432E-90B0-BE6B-7B8A-7C9D91AD55E3}"/>
                  </a:ext>
                </a:extLst>
              </p:cNvPr>
              <p:cNvSpPr/>
              <p:nvPr/>
            </p:nvSpPr>
            <p:spPr>
              <a:xfrm>
                <a:off x="1211081" y="761539"/>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428" name="object 89">
                <a:extLst>
                  <a:ext uri="{FF2B5EF4-FFF2-40B4-BE49-F238E27FC236}">
                    <a16:creationId xmlns:a16="http://schemas.microsoft.com/office/drawing/2014/main" id="{7B39A9E7-E278-935A-88FE-6E2A310D3B11}"/>
                  </a:ext>
                </a:extLst>
              </p:cNvPr>
              <p:cNvSpPr/>
              <p:nvPr/>
            </p:nvSpPr>
            <p:spPr>
              <a:xfrm>
                <a:off x="1211081" y="761539"/>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29" name="object 90">
                <a:extLst>
                  <a:ext uri="{FF2B5EF4-FFF2-40B4-BE49-F238E27FC236}">
                    <a16:creationId xmlns:a16="http://schemas.microsoft.com/office/drawing/2014/main" id="{859E3369-FF95-17A9-9EDA-456E111E9079}"/>
                  </a:ext>
                </a:extLst>
              </p:cNvPr>
              <p:cNvSpPr/>
              <p:nvPr/>
            </p:nvSpPr>
            <p:spPr>
              <a:xfrm>
                <a:off x="1417480" y="761539"/>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430" name="object 91">
                <a:extLst>
                  <a:ext uri="{FF2B5EF4-FFF2-40B4-BE49-F238E27FC236}">
                    <a16:creationId xmlns:a16="http://schemas.microsoft.com/office/drawing/2014/main" id="{E65F3707-E092-2BD7-56CF-94497EBC7B70}"/>
                  </a:ext>
                </a:extLst>
              </p:cNvPr>
              <p:cNvSpPr/>
              <p:nvPr/>
            </p:nvSpPr>
            <p:spPr>
              <a:xfrm>
                <a:off x="1417480" y="761539"/>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31" name="object 92">
                <a:extLst>
                  <a:ext uri="{FF2B5EF4-FFF2-40B4-BE49-F238E27FC236}">
                    <a16:creationId xmlns:a16="http://schemas.microsoft.com/office/drawing/2014/main" id="{F596E4FF-CF82-C4A5-E139-64C46456A4A4}"/>
                  </a:ext>
                </a:extLst>
              </p:cNvPr>
              <p:cNvSpPr/>
              <p:nvPr/>
            </p:nvSpPr>
            <p:spPr>
              <a:xfrm>
                <a:off x="1623909" y="761539"/>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432" name="object 93">
                <a:extLst>
                  <a:ext uri="{FF2B5EF4-FFF2-40B4-BE49-F238E27FC236}">
                    <a16:creationId xmlns:a16="http://schemas.microsoft.com/office/drawing/2014/main" id="{D4E7E31F-36AE-3A81-EECD-52DEAD23B7D7}"/>
                  </a:ext>
                </a:extLst>
              </p:cNvPr>
              <p:cNvSpPr/>
              <p:nvPr/>
            </p:nvSpPr>
            <p:spPr>
              <a:xfrm>
                <a:off x="1623909" y="761539"/>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33" name="object 94">
                <a:extLst>
                  <a:ext uri="{FF2B5EF4-FFF2-40B4-BE49-F238E27FC236}">
                    <a16:creationId xmlns:a16="http://schemas.microsoft.com/office/drawing/2014/main" id="{60D34256-D3A4-E34A-04E2-C5C0F4566214}"/>
                  </a:ext>
                </a:extLst>
              </p:cNvPr>
              <p:cNvSpPr/>
              <p:nvPr/>
            </p:nvSpPr>
            <p:spPr>
              <a:xfrm>
                <a:off x="1830308" y="761539"/>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434" name="object 95">
                <a:extLst>
                  <a:ext uri="{FF2B5EF4-FFF2-40B4-BE49-F238E27FC236}">
                    <a16:creationId xmlns:a16="http://schemas.microsoft.com/office/drawing/2014/main" id="{0BC75849-8ED0-2A09-66B2-B3BCCD455D53}"/>
                  </a:ext>
                </a:extLst>
              </p:cNvPr>
              <p:cNvSpPr/>
              <p:nvPr/>
            </p:nvSpPr>
            <p:spPr>
              <a:xfrm>
                <a:off x="1830308" y="761539"/>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35" name="object 96">
                <a:extLst>
                  <a:ext uri="{FF2B5EF4-FFF2-40B4-BE49-F238E27FC236}">
                    <a16:creationId xmlns:a16="http://schemas.microsoft.com/office/drawing/2014/main" id="{58B10586-3652-3600-323F-8C755075A1A9}"/>
                  </a:ext>
                </a:extLst>
              </p:cNvPr>
              <p:cNvSpPr/>
              <p:nvPr/>
            </p:nvSpPr>
            <p:spPr>
              <a:xfrm>
                <a:off x="2036713" y="761539"/>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436" name="object 97">
                <a:extLst>
                  <a:ext uri="{FF2B5EF4-FFF2-40B4-BE49-F238E27FC236}">
                    <a16:creationId xmlns:a16="http://schemas.microsoft.com/office/drawing/2014/main" id="{A9C205B1-7EFC-434A-C170-856DC8BE2F39}"/>
                  </a:ext>
                </a:extLst>
              </p:cNvPr>
              <p:cNvSpPr/>
              <p:nvPr/>
            </p:nvSpPr>
            <p:spPr>
              <a:xfrm>
                <a:off x="2036713" y="761539"/>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06" name="object 98">
              <a:extLst>
                <a:ext uri="{FF2B5EF4-FFF2-40B4-BE49-F238E27FC236}">
                  <a16:creationId xmlns:a16="http://schemas.microsoft.com/office/drawing/2014/main" id="{653C236A-A7B2-D6D4-B7CD-E7664A4CC4DE}"/>
                </a:ext>
              </a:extLst>
            </p:cNvPr>
            <p:cNvSpPr txBox="1"/>
            <p:nvPr/>
          </p:nvSpPr>
          <p:spPr>
            <a:xfrm>
              <a:off x="2204925" y="1696363"/>
              <a:ext cx="2407681"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dirty="0">
                  <a:latin typeface="Arial"/>
                  <a:cs typeface="Arial"/>
                </a:rPr>
                <a:t>14</a:t>
              </a:r>
              <a:r>
                <a:rPr sz="1162" spc="528" dirty="0">
                  <a:latin typeface="Arial"/>
                  <a:cs typeface="Arial"/>
                </a:rPr>
                <a:t>  </a:t>
              </a:r>
              <a:r>
                <a:rPr sz="1162" spc="-21" dirty="0">
                  <a:latin typeface="Arial"/>
                  <a:cs typeface="Arial"/>
                </a:rPr>
                <a:t>-</a:t>
              </a:r>
              <a:r>
                <a:rPr sz="1162" dirty="0">
                  <a:latin typeface="Arial"/>
                  <a:cs typeface="Arial"/>
                </a:rPr>
                <a:t>13</a:t>
              </a:r>
              <a:r>
                <a:rPr sz="1162" spc="537" dirty="0">
                  <a:latin typeface="Arial"/>
                  <a:cs typeface="Arial"/>
                </a:rPr>
                <a:t>  </a:t>
              </a:r>
              <a:r>
                <a:rPr sz="1162" spc="-21" dirty="0">
                  <a:latin typeface="Arial"/>
                  <a:cs typeface="Arial"/>
                </a:rPr>
                <a:t>-</a:t>
              </a:r>
              <a:r>
                <a:rPr sz="1162" dirty="0">
                  <a:latin typeface="Arial"/>
                  <a:cs typeface="Arial"/>
                </a:rPr>
                <a:t>12</a:t>
              </a:r>
              <a:r>
                <a:rPr sz="1162" spc="560" dirty="0">
                  <a:latin typeface="Arial"/>
                  <a:cs typeface="Arial"/>
                </a:rPr>
                <a:t>  </a:t>
              </a:r>
              <a:r>
                <a:rPr sz="1162" spc="-21" dirty="0">
                  <a:latin typeface="Arial"/>
                  <a:cs typeface="Arial"/>
                </a:rPr>
                <a:t>-</a:t>
              </a:r>
              <a:r>
                <a:rPr sz="1162" dirty="0">
                  <a:latin typeface="Arial"/>
                  <a:cs typeface="Arial"/>
                </a:rPr>
                <a:t>11</a:t>
              </a:r>
              <a:r>
                <a:rPr sz="1162" spc="560" dirty="0">
                  <a:latin typeface="Arial"/>
                  <a:cs typeface="Arial"/>
                </a:rPr>
                <a:t>  </a:t>
              </a:r>
              <a:r>
                <a:rPr sz="1162" spc="-21" dirty="0">
                  <a:latin typeface="Arial"/>
                  <a:cs typeface="Arial"/>
                </a:rPr>
                <a:t>-</a:t>
              </a:r>
              <a:r>
                <a:rPr sz="1162" dirty="0">
                  <a:latin typeface="Arial"/>
                  <a:cs typeface="Arial"/>
                </a:rPr>
                <a:t>10</a:t>
              </a:r>
              <a:r>
                <a:rPr sz="1162" spc="697" dirty="0">
                  <a:latin typeface="Arial"/>
                  <a:cs typeface="Arial"/>
                </a:rPr>
                <a:t>  </a:t>
              </a:r>
              <a:r>
                <a:rPr sz="1162" spc="-21" dirty="0">
                  <a:latin typeface="Arial"/>
                  <a:cs typeface="Arial"/>
                </a:rPr>
                <a:t>-</a:t>
              </a:r>
              <a:r>
                <a:rPr sz="1162" spc="-106" dirty="0">
                  <a:latin typeface="Arial"/>
                  <a:cs typeface="Arial"/>
                </a:rPr>
                <a:t>9</a:t>
              </a:r>
              <a:endParaRPr sz="1162">
                <a:latin typeface="Arial"/>
                <a:cs typeface="Arial"/>
              </a:endParaRPr>
            </a:p>
          </p:txBody>
        </p:sp>
        <p:grpSp>
          <p:nvGrpSpPr>
            <p:cNvPr id="207" name="object 99">
              <a:extLst>
                <a:ext uri="{FF2B5EF4-FFF2-40B4-BE49-F238E27FC236}">
                  <a16:creationId xmlns:a16="http://schemas.microsoft.com/office/drawing/2014/main" id="{6D2DEE03-E982-4612-601C-8C6EA016E31B}"/>
                </a:ext>
              </a:extLst>
            </p:cNvPr>
            <p:cNvGrpSpPr/>
            <p:nvPr/>
          </p:nvGrpSpPr>
          <p:grpSpPr>
            <a:xfrm>
              <a:off x="1686738" y="1606160"/>
              <a:ext cx="3497446" cy="880399"/>
              <a:chOff x="796666" y="759951"/>
              <a:chExt cx="1654810" cy="416559"/>
            </a:xfrm>
          </p:grpSpPr>
          <p:sp>
            <p:nvSpPr>
              <p:cNvPr id="337" name="object 100">
                <a:extLst>
                  <a:ext uri="{FF2B5EF4-FFF2-40B4-BE49-F238E27FC236}">
                    <a16:creationId xmlns:a16="http://schemas.microsoft.com/office/drawing/2014/main" id="{49378A1D-C827-74CB-E485-42989788637F}"/>
                  </a:ext>
                </a:extLst>
              </p:cNvPr>
              <p:cNvSpPr/>
              <p:nvPr/>
            </p:nvSpPr>
            <p:spPr>
              <a:xfrm>
                <a:off x="2243136" y="761539"/>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38" name="object 101">
                <a:extLst>
                  <a:ext uri="{FF2B5EF4-FFF2-40B4-BE49-F238E27FC236}">
                    <a16:creationId xmlns:a16="http://schemas.microsoft.com/office/drawing/2014/main" id="{FD6625DD-37C4-546F-BCFD-9EAADD5856D2}"/>
                  </a:ext>
                </a:extLst>
              </p:cNvPr>
              <p:cNvSpPr/>
              <p:nvPr/>
            </p:nvSpPr>
            <p:spPr>
              <a:xfrm>
                <a:off x="2243136" y="761539"/>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39" name="object 102">
                <a:extLst>
                  <a:ext uri="{FF2B5EF4-FFF2-40B4-BE49-F238E27FC236}">
                    <a16:creationId xmlns:a16="http://schemas.microsoft.com/office/drawing/2014/main" id="{8CF4C585-82FE-7870-F826-B78A5B973892}"/>
                  </a:ext>
                </a:extLst>
              </p:cNvPr>
              <p:cNvSpPr/>
              <p:nvPr/>
            </p:nvSpPr>
            <p:spPr>
              <a:xfrm>
                <a:off x="798253" y="967961"/>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40" name="object 103">
                <a:extLst>
                  <a:ext uri="{FF2B5EF4-FFF2-40B4-BE49-F238E27FC236}">
                    <a16:creationId xmlns:a16="http://schemas.microsoft.com/office/drawing/2014/main" id="{F84CFD29-B21F-6B1A-838D-ACA17066C3E6}"/>
                  </a:ext>
                </a:extLst>
              </p:cNvPr>
              <p:cNvSpPr/>
              <p:nvPr/>
            </p:nvSpPr>
            <p:spPr>
              <a:xfrm>
                <a:off x="798253" y="967961"/>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41" name="object 104">
                <a:extLst>
                  <a:ext uri="{FF2B5EF4-FFF2-40B4-BE49-F238E27FC236}">
                    <a16:creationId xmlns:a16="http://schemas.microsoft.com/office/drawing/2014/main" id="{3E628A9D-FC22-9FE6-07F8-5A69706105CB}"/>
                  </a:ext>
                </a:extLst>
              </p:cNvPr>
              <p:cNvSpPr/>
              <p:nvPr/>
            </p:nvSpPr>
            <p:spPr>
              <a:xfrm>
                <a:off x="1004659" y="967961"/>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42" name="object 105">
                <a:extLst>
                  <a:ext uri="{FF2B5EF4-FFF2-40B4-BE49-F238E27FC236}">
                    <a16:creationId xmlns:a16="http://schemas.microsoft.com/office/drawing/2014/main" id="{D1134B98-34B3-64FE-3427-207704BECAE8}"/>
                  </a:ext>
                </a:extLst>
              </p:cNvPr>
              <p:cNvSpPr/>
              <p:nvPr/>
            </p:nvSpPr>
            <p:spPr>
              <a:xfrm>
                <a:off x="1004659" y="967961"/>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08" name="object 106">
              <a:extLst>
                <a:ext uri="{FF2B5EF4-FFF2-40B4-BE49-F238E27FC236}">
                  <a16:creationId xmlns:a16="http://schemas.microsoft.com/office/drawing/2014/main" id="{406DC08D-C95B-5F57-2D05-49EEC90CFADA}"/>
                </a:ext>
              </a:extLst>
            </p:cNvPr>
            <p:cNvSpPr txBox="1"/>
            <p:nvPr/>
          </p:nvSpPr>
          <p:spPr>
            <a:xfrm>
              <a:off x="1768685" y="2132639"/>
              <a:ext cx="703247"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dirty="0">
                  <a:latin typeface="Arial"/>
                  <a:cs typeface="Arial"/>
                </a:rPr>
                <a:t>16</a:t>
              </a:r>
              <a:r>
                <a:rPr sz="1162" spc="550" dirty="0">
                  <a:latin typeface="Arial"/>
                  <a:cs typeface="Arial"/>
                </a:rPr>
                <a:t>  </a:t>
              </a:r>
              <a:r>
                <a:rPr sz="1162" spc="-21" dirty="0">
                  <a:latin typeface="Arial"/>
                  <a:cs typeface="Arial"/>
                </a:rPr>
                <a:t>-</a:t>
              </a:r>
              <a:r>
                <a:rPr sz="1162" spc="-53" dirty="0">
                  <a:latin typeface="Arial"/>
                  <a:cs typeface="Arial"/>
                </a:rPr>
                <a:t>15</a:t>
              </a:r>
              <a:endParaRPr sz="1162">
                <a:latin typeface="Arial"/>
                <a:cs typeface="Arial"/>
              </a:endParaRPr>
            </a:p>
          </p:txBody>
        </p:sp>
        <p:grpSp>
          <p:nvGrpSpPr>
            <p:cNvPr id="210" name="object 107">
              <a:extLst>
                <a:ext uri="{FF2B5EF4-FFF2-40B4-BE49-F238E27FC236}">
                  <a16:creationId xmlns:a16="http://schemas.microsoft.com/office/drawing/2014/main" id="{84619FA0-CC44-2E01-EE7C-03D396FAAF33}"/>
                </a:ext>
              </a:extLst>
            </p:cNvPr>
            <p:cNvGrpSpPr/>
            <p:nvPr/>
          </p:nvGrpSpPr>
          <p:grpSpPr>
            <a:xfrm>
              <a:off x="2559253" y="2042435"/>
              <a:ext cx="1316575" cy="444227"/>
              <a:chOff x="1209494" y="966374"/>
              <a:chExt cx="622935" cy="210185"/>
            </a:xfrm>
          </p:grpSpPr>
          <p:sp>
            <p:nvSpPr>
              <p:cNvPr id="331" name="object 108">
                <a:extLst>
                  <a:ext uri="{FF2B5EF4-FFF2-40B4-BE49-F238E27FC236}">
                    <a16:creationId xmlns:a16="http://schemas.microsoft.com/office/drawing/2014/main" id="{2A060DF4-207A-1CF0-F2D6-794188D25D4B}"/>
                  </a:ext>
                </a:extLst>
              </p:cNvPr>
              <p:cNvSpPr/>
              <p:nvPr/>
            </p:nvSpPr>
            <p:spPr>
              <a:xfrm>
                <a:off x="1211081" y="967961"/>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32" name="object 109">
                <a:extLst>
                  <a:ext uri="{FF2B5EF4-FFF2-40B4-BE49-F238E27FC236}">
                    <a16:creationId xmlns:a16="http://schemas.microsoft.com/office/drawing/2014/main" id="{9DDD07BB-6A3C-63F3-D39F-156C8B308B39}"/>
                  </a:ext>
                </a:extLst>
              </p:cNvPr>
              <p:cNvSpPr/>
              <p:nvPr/>
            </p:nvSpPr>
            <p:spPr>
              <a:xfrm>
                <a:off x="1211081" y="967961"/>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33" name="object 110">
                <a:extLst>
                  <a:ext uri="{FF2B5EF4-FFF2-40B4-BE49-F238E27FC236}">
                    <a16:creationId xmlns:a16="http://schemas.microsoft.com/office/drawing/2014/main" id="{ADA408AE-9BEE-2C27-70B3-69EFF975DB3A}"/>
                  </a:ext>
                </a:extLst>
              </p:cNvPr>
              <p:cNvSpPr/>
              <p:nvPr/>
            </p:nvSpPr>
            <p:spPr>
              <a:xfrm>
                <a:off x="1417480" y="967961"/>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34" name="object 111">
                <a:extLst>
                  <a:ext uri="{FF2B5EF4-FFF2-40B4-BE49-F238E27FC236}">
                    <a16:creationId xmlns:a16="http://schemas.microsoft.com/office/drawing/2014/main" id="{B66C2325-5EF1-6D94-4D4B-F65AA6585671}"/>
                  </a:ext>
                </a:extLst>
              </p:cNvPr>
              <p:cNvSpPr/>
              <p:nvPr/>
            </p:nvSpPr>
            <p:spPr>
              <a:xfrm>
                <a:off x="1417480" y="967961"/>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35" name="object 112">
                <a:extLst>
                  <a:ext uri="{FF2B5EF4-FFF2-40B4-BE49-F238E27FC236}">
                    <a16:creationId xmlns:a16="http://schemas.microsoft.com/office/drawing/2014/main" id="{682450EE-9603-EED8-129D-96D7276105A7}"/>
                  </a:ext>
                </a:extLst>
              </p:cNvPr>
              <p:cNvSpPr/>
              <p:nvPr/>
            </p:nvSpPr>
            <p:spPr>
              <a:xfrm>
                <a:off x="1623909" y="967961"/>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36" name="object 113">
                <a:extLst>
                  <a:ext uri="{FF2B5EF4-FFF2-40B4-BE49-F238E27FC236}">
                    <a16:creationId xmlns:a16="http://schemas.microsoft.com/office/drawing/2014/main" id="{11182C78-BE6B-EE0F-DE33-7496F8294954}"/>
                  </a:ext>
                </a:extLst>
              </p:cNvPr>
              <p:cNvSpPr/>
              <p:nvPr/>
            </p:nvSpPr>
            <p:spPr>
              <a:xfrm>
                <a:off x="1623909" y="967961"/>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11" name="object 114">
              <a:extLst>
                <a:ext uri="{FF2B5EF4-FFF2-40B4-BE49-F238E27FC236}">
                  <a16:creationId xmlns:a16="http://schemas.microsoft.com/office/drawing/2014/main" id="{DE3DA9B3-3549-51E3-46F3-FFE9E51B8018}"/>
                </a:ext>
              </a:extLst>
            </p:cNvPr>
            <p:cNvSpPr txBox="1"/>
            <p:nvPr/>
          </p:nvSpPr>
          <p:spPr>
            <a:xfrm>
              <a:off x="3513711" y="2132639"/>
              <a:ext cx="267071"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53" dirty="0">
                  <a:latin typeface="Arial"/>
                  <a:cs typeface="Arial"/>
                </a:rPr>
                <a:t>12</a:t>
              </a:r>
              <a:endParaRPr sz="1162">
                <a:latin typeface="Arial"/>
                <a:cs typeface="Arial"/>
              </a:endParaRPr>
            </a:p>
          </p:txBody>
        </p:sp>
        <p:grpSp>
          <p:nvGrpSpPr>
            <p:cNvPr id="212" name="object 115">
              <a:extLst>
                <a:ext uri="{FF2B5EF4-FFF2-40B4-BE49-F238E27FC236}">
                  <a16:creationId xmlns:a16="http://schemas.microsoft.com/office/drawing/2014/main" id="{A6A6E31B-48B0-244A-4BD2-B0674B637057}"/>
                </a:ext>
              </a:extLst>
            </p:cNvPr>
            <p:cNvGrpSpPr/>
            <p:nvPr/>
          </p:nvGrpSpPr>
          <p:grpSpPr>
            <a:xfrm>
              <a:off x="3867988" y="2042435"/>
              <a:ext cx="880399" cy="444227"/>
              <a:chOff x="1828720" y="966374"/>
              <a:chExt cx="416559" cy="210185"/>
            </a:xfrm>
          </p:grpSpPr>
          <p:sp>
            <p:nvSpPr>
              <p:cNvPr id="327" name="object 116">
                <a:extLst>
                  <a:ext uri="{FF2B5EF4-FFF2-40B4-BE49-F238E27FC236}">
                    <a16:creationId xmlns:a16="http://schemas.microsoft.com/office/drawing/2014/main" id="{FF29626A-D981-4092-AD9E-E73F1A1C8FDC}"/>
                  </a:ext>
                </a:extLst>
              </p:cNvPr>
              <p:cNvSpPr/>
              <p:nvPr/>
            </p:nvSpPr>
            <p:spPr>
              <a:xfrm>
                <a:off x="1830308" y="967961"/>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28" name="object 117">
                <a:extLst>
                  <a:ext uri="{FF2B5EF4-FFF2-40B4-BE49-F238E27FC236}">
                    <a16:creationId xmlns:a16="http://schemas.microsoft.com/office/drawing/2014/main" id="{4D98F6B4-17E7-63D3-E340-791412678906}"/>
                  </a:ext>
                </a:extLst>
              </p:cNvPr>
              <p:cNvSpPr/>
              <p:nvPr/>
            </p:nvSpPr>
            <p:spPr>
              <a:xfrm>
                <a:off x="1830308" y="967961"/>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29" name="object 118">
                <a:extLst>
                  <a:ext uri="{FF2B5EF4-FFF2-40B4-BE49-F238E27FC236}">
                    <a16:creationId xmlns:a16="http://schemas.microsoft.com/office/drawing/2014/main" id="{613650B2-5E28-42DF-A5AE-44B22E403DC4}"/>
                  </a:ext>
                </a:extLst>
              </p:cNvPr>
              <p:cNvSpPr/>
              <p:nvPr/>
            </p:nvSpPr>
            <p:spPr>
              <a:xfrm>
                <a:off x="2036713" y="967961"/>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30" name="object 119">
                <a:extLst>
                  <a:ext uri="{FF2B5EF4-FFF2-40B4-BE49-F238E27FC236}">
                    <a16:creationId xmlns:a16="http://schemas.microsoft.com/office/drawing/2014/main" id="{E6B41901-D61B-DF21-2C19-03FBABB860D0}"/>
                  </a:ext>
                </a:extLst>
              </p:cNvPr>
              <p:cNvSpPr/>
              <p:nvPr/>
            </p:nvSpPr>
            <p:spPr>
              <a:xfrm>
                <a:off x="2036713" y="967961"/>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13" name="object 120">
              <a:extLst>
                <a:ext uri="{FF2B5EF4-FFF2-40B4-BE49-F238E27FC236}">
                  <a16:creationId xmlns:a16="http://schemas.microsoft.com/office/drawing/2014/main" id="{FE284A34-E772-42D1-367A-36F3C52572D2}"/>
                </a:ext>
              </a:extLst>
            </p:cNvPr>
            <p:cNvSpPr txBox="1"/>
            <p:nvPr/>
          </p:nvSpPr>
          <p:spPr>
            <a:xfrm>
              <a:off x="4427174" y="2132639"/>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8</a:t>
              </a:r>
              <a:endParaRPr sz="1162">
                <a:latin typeface="Arial"/>
                <a:cs typeface="Arial"/>
              </a:endParaRPr>
            </a:p>
          </p:txBody>
        </p:sp>
        <p:grpSp>
          <p:nvGrpSpPr>
            <p:cNvPr id="214" name="object 121">
              <a:extLst>
                <a:ext uri="{FF2B5EF4-FFF2-40B4-BE49-F238E27FC236}">
                  <a16:creationId xmlns:a16="http://schemas.microsoft.com/office/drawing/2014/main" id="{264EA8A5-36DD-A1AD-6A83-4683025B546C}"/>
                </a:ext>
              </a:extLst>
            </p:cNvPr>
            <p:cNvGrpSpPr/>
            <p:nvPr/>
          </p:nvGrpSpPr>
          <p:grpSpPr>
            <a:xfrm>
              <a:off x="1686738" y="2042435"/>
              <a:ext cx="3497446" cy="880399"/>
              <a:chOff x="796666" y="966374"/>
              <a:chExt cx="1654810" cy="416559"/>
            </a:xfrm>
          </p:grpSpPr>
          <p:sp>
            <p:nvSpPr>
              <p:cNvPr id="319" name="object 122">
                <a:extLst>
                  <a:ext uri="{FF2B5EF4-FFF2-40B4-BE49-F238E27FC236}">
                    <a16:creationId xmlns:a16="http://schemas.microsoft.com/office/drawing/2014/main" id="{C99A4855-A5C9-F97F-75CF-2E527AA2E6C2}"/>
                  </a:ext>
                </a:extLst>
              </p:cNvPr>
              <p:cNvSpPr/>
              <p:nvPr/>
            </p:nvSpPr>
            <p:spPr>
              <a:xfrm>
                <a:off x="2243136" y="967961"/>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20" name="object 123">
                <a:extLst>
                  <a:ext uri="{FF2B5EF4-FFF2-40B4-BE49-F238E27FC236}">
                    <a16:creationId xmlns:a16="http://schemas.microsoft.com/office/drawing/2014/main" id="{AC24C868-E1BC-376E-00E9-3A1B435BF908}"/>
                  </a:ext>
                </a:extLst>
              </p:cNvPr>
              <p:cNvSpPr/>
              <p:nvPr/>
            </p:nvSpPr>
            <p:spPr>
              <a:xfrm>
                <a:off x="2243136" y="967961"/>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21" name="object 124">
                <a:extLst>
                  <a:ext uri="{FF2B5EF4-FFF2-40B4-BE49-F238E27FC236}">
                    <a16:creationId xmlns:a16="http://schemas.microsoft.com/office/drawing/2014/main" id="{F609D89B-0B7E-1B6B-EEAD-CC2D9CA7D22B}"/>
                  </a:ext>
                </a:extLst>
              </p:cNvPr>
              <p:cNvSpPr/>
              <p:nvPr/>
            </p:nvSpPr>
            <p:spPr>
              <a:xfrm>
                <a:off x="798253" y="1174361"/>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22" name="object 125">
                <a:extLst>
                  <a:ext uri="{FF2B5EF4-FFF2-40B4-BE49-F238E27FC236}">
                    <a16:creationId xmlns:a16="http://schemas.microsoft.com/office/drawing/2014/main" id="{67E8E1CD-AE87-B8E3-660C-F239E1F6614D}"/>
                  </a:ext>
                </a:extLst>
              </p:cNvPr>
              <p:cNvSpPr/>
              <p:nvPr/>
            </p:nvSpPr>
            <p:spPr>
              <a:xfrm>
                <a:off x="798253" y="1174361"/>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23" name="object 126">
                <a:extLst>
                  <a:ext uri="{FF2B5EF4-FFF2-40B4-BE49-F238E27FC236}">
                    <a16:creationId xmlns:a16="http://schemas.microsoft.com/office/drawing/2014/main" id="{A09F8DF2-31CC-2417-9EFB-DF4ABEAD2209}"/>
                  </a:ext>
                </a:extLst>
              </p:cNvPr>
              <p:cNvSpPr/>
              <p:nvPr/>
            </p:nvSpPr>
            <p:spPr>
              <a:xfrm>
                <a:off x="1004659" y="1174361"/>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24" name="object 127">
                <a:extLst>
                  <a:ext uri="{FF2B5EF4-FFF2-40B4-BE49-F238E27FC236}">
                    <a16:creationId xmlns:a16="http://schemas.microsoft.com/office/drawing/2014/main" id="{692A931C-CCC2-1656-E831-57C653FB0E9D}"/>
                  </a:ext>
                </a:extLst>
              </p:cNvPr>
              <p:cNvSpPr/>
              <p:nvPr/>
            </p:nvSpPr>
            <p:spPr>
              <a:xfrm>
                <a:off x="1004659" y="1174361"/>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25" name="object 128">
                <a:extLst>
                  <a:ext uri="{FF2B5EF4-FFF2-40B4-BE49-F238E27FC236}">
                    <a16:creationId xmlns:a16="http://schemas.microsoft.com/office/drawing/2014/main" id="{E95C1EF0-7AB1-9169-9CB2-61F078739C78}"/>
                  </a:ext>
                </a:extLst>
              </p:cNvPr>
              <p:cNvSpPr/>
              <p:nvPr/>
            </p:nvSpPr>
            <p:spPr>
              <a:xfrm>
                <a:off x="1211081" y="1174361"/>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26" name="object 129">
                <a:extLst>
                  <a:ext uri="{FF2B5EF4-FFF2-40B4-BE49-F238E27FC236}">
                    <a16:creationId xmlns:a16="http://schemas.microsoft.com/office/drawing/2014/main" id="{E310B14E-D8AE-0D4A-6B83-591A5F69D48D}"/>
                  </a:ext>
                </a:extLst>
              </p:cNvPr>
              <p:cNvSpPr/>
              <p:nvPr/>
            </p:nvSpPr>
            <p:spPr>
              <a:xfrm>
                <a:off x="1211081" y="1174361"/>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15" name="object 130">
              <a:extLst>
                <a:ext uri="{FF2B5EF4-FFF2-40B4-BE49-F238E27FC236}">
                  <a16:creationId xmlns:a16="http://schemas.microsoft.com/office/drawing/2014/main" id="{CA7D8377-2CD3-263C-326D-C053BE28ADF0}"/>
                </a:ext>
              </a:extLst>
            </p:cNvPr>
            <p:cNvSpPr txBox="1"/>
            <p:nvPr/>
          </p:nvSpPr>
          <p:spPr>
            <a:xfrm>
              <a:off x="2204925" y="2568864"/>
              <a:ext cx="703247"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dirty="0">
                  <a:latin typeface="Arial"/>
                  <a:cs typeface="Arial"/>
                </a:rPr>
                <a:t>16</a:t>
              </a:r>
              <a:r>
                <a:rPr sz="1162" spc="550" dirty="0">
                  <a:latin typeface="Arial"/>
                  <a:cs typeface="Arial"/>
                </a:rPr>
                <a:t>  </a:t>
              </a:r>
              <a:r>
                <a:rPr sz="1162" spc="-21" dirty="0">
                  <a:latin typeface="Arial"/>
                  <a:cs typeface="Arial"/>
                </a:rPr>
                <a:t>-</a:t>
              </a:r>
              <a:r>
                <a:rPr sz="1162" spc="-53" dirty="0">
                  <a:latin typeface="Arial"/>
                  <a:cs typeface="Arial"/>
                </a:rPr>
                <a:t>17</a:t>
              </a:r>
              <a:endParaRPr sz="1162">
                <a:latin typeface="Arial"/>
                <a:cs typeface="Arial"/>
              </a:endParaRPr>
            </a:p>
          </p:txBody>
        </p:sp>
        <p:grpSp>
          <p:nvGrpSpPr>
            <p:cNvPr id="216" name="object 131">
              <a:extLst>
                <a:ext uri="{FF2B5EF4-FFF2-40B4-BE49-F238E27FC236}">
                  <a16:creationId xmlns:a16="http://schemas.microsoft.com/office/drawing/2014/main" id="{6DB48CE0-B554-E3C4-EFD4-2BF3A8D6E649}"/>
                </a:ext>
              </a:extLst>
            </p:cNvPr>
            <p:cNvGrpSpPr/>
            <p:nvPr/>
          </p:nvGrpSpPr>
          <p:grpSpPr>
            <a:xfrm>
              <a:off x="2995477" y="2478660"/>
              <a:ext cx="1316575" cy="444227"/>
              <a:chOff x="1415893" y="1172773"/>
              <a:chExt cx="622935" cy="210185"/>
            </a:xfrm>
          </p:grpSpPr>
          <p:sp>
            <p:nvSpPr>
              <p:cNvPr id="313" name="object 132">
                <a:extLst>
                  <a:ext uri="{FF2B5EF4-FFF2-40B4-BE49-F238E27FC236}">
                    <a16:creationId xmlns:a16="http://schemas.microsoft.com/office/drawing/2014/main" id="{45195783-CB7B-0D66-0BC0-6C80DBBE5D08}"/>
                  </a:ext>
                </a:extLst>
              </p:cNvPr>
              <p:cNvSpPr/>
              <p:nvPr/>
            </p:nvSpPr>
            <p:spPr>
              <a:xfrm>
                <a:off x="1417480" y="1174361"/>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14" name="object 133">
                <a:extLst>
                  <a:ext uri="{FF2B5EF4-FFF2-40B4-BE49-F238E27FC236}">
                    <a16:creationId xmlns:a16="http://schemas.microsoft.com/office/drawing/2014/main" id="{A25E31AC-039B-C613-F21D-E4BE4507D4D5}"/>
                  </a:ext>
                </a:extLst>
              </p:cNvPr>
              <p:cNvSpPr/>
              <p:nvPr/>
            </p:nvSpPr>
            <p:spPr>
              <a:xfrm>
                <a:off x="1417480" y="1174361"/>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15" name="object 134">
                <a:extLst>
                  <a:ext uri="{FF2B5EF4-FFF2-40B4-BE49-F238E27FC236}">
                    <a16:creationId xmlns:a16="http://schemas.microsoft.com/office/drawing/2014/main" id="{5B69D3DF-35D4-090E-F4C2-4DAF2D5FD583}"/>
                  </a:ext>
                </a:extLst>
              </p:cNvPr>
              <p:cNvSpPr/>
              <p:nvPr/>
            </p:nvSpPr>
            <p:spPr>
              <a:xfrm>
                <a:off x="1623909" y="1174361"/>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16" name="object 135">
                <a:extLst>
                  <a:ext uri="{FF2B5EF4-FFF2-40B4-BE49-F238E27FC236}">
                    <a16:creationId xmlns:a16="http://schemas.microsoft.com/office/drawing/2014/main" id="{166ECF11-7470-36CC-7F43-B6148CEEF2BA}"/>
                  </a:ext>
                </a:extLst>
              </p:cNvPr>
              <p:cNvSpPr/>
              <p:nvPr/>
            </p:nvSpPr>
            <p:spPr>
              <a:xfrm>
                <a:off x="1623909" y="1174361"/>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17" name="object 136">
                <a:extLst>
                  <a:ext uri="{FF2B5EF4-FFF2-40B4-BE49-F238E27FC236}">
                    <a16:creationId xmlns:a16="http://schemas.microsoft.com/office/drawing/2014/main" id="{AFF7C1FD-E8E3-5737-16B8-A6EA1E44C618}"/>
                  </a:ext>
                </a:extLst>
              </p:cNvPr>
              <p:cNvSpPr/>
              <p:nvPr/>
            </p:nvSpPr>
            <p:spPr>
              <a:xfrm>
                <a:off x="1830308" y="1174361"/>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18" name="object 137">
                <a:extLst>
                  <a:ext uri="{FF2B5EF4-FFF2-40B4-BE49-F238E27FC236}">
                    <a16:creationId xmlns:a16="http://schemas.microsoft.com/office/drawing/2014/main" id="{A400C011-B171-4CCF-2D4D-0A456BA0C50A}"/>
                  </a:ext>
                </a:extLst>
              </p:cNvPr>
              <p:cNvSpPr/>
              <p:nvPr/>
            </p:nvSpPr>
            <p:spPr>
              <a:xfrm>
                <a:off x="1830308" y="1174361"/>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17" name="object 138">
              <a:extLst>
                <a:ext uri="{FF2B5EF4-FFF2-40B4-BE49-F238E27FC236}">
                  <a16:creationId xmlns:a16="http://schemas.microsoft.com/office/drawing/2014/main" id="{C1E4D769-D94D-34D9-A22D-0C6F0CBF495E}"/>
                </a:ext>
              </a:extLst>
            </p:cNvPr>
            <p:cNvSpPr txBox="1"/>
            <p:nvPr/>
          </p:nvSpPr>
          <p:spPr>
            <a:xfrm>
              <a:off x="3990936" y="2568864"/>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6</a:t>
              </a:r>
              <a:endParaRPr sz="1162">
                <a:latin typeface="Arial"/>
                <a:cs typeface="Arial"/>
              </a:endParaRPr>
            </a:p>
          </p:txBody>
        </p:sp>
        <p:grpSp>
          <p:nvGrpSpPr>
            <p:cNvPr id="218" name="object 139">
              <a:extLst>
                <a:ext uri="{FF2B5EF4-FFF2-40B4-BE49-F238E27FC236}">
                  <a16:creationId xmlns:a16="http://schemas.microsoft.com/office/drawing/2014/main" id="{E0119582-FD12-DAEA-9D9B-804A24D9C86E}"/>
                </a:ext>
              </a:extLst>
            </p:cNvPr>
            <p:cNvGrpSpPr/>
            <p:nvPr/>
          </p:nvGrpSpPr>
          <p:grpSpPr>
            <a:xfrm>
              <a:off x="4304226" y="2478660"/>
              <a:ext cx="444227" cy="444227"/>
              <a:chOff x="2035125" y="1172773"/>
              <a:chExt cx="210185" cy="210185"/>
            </a:xfrm>
          </p:grpSpPr>
          <p:sp>
            <p:nvSpPr>
              <p:cNvPr id="311" name="object 140">
                <a:extLst>
                  <a:ext uri="{FF2B5EF4-FFF2-40B4-BE49-F238E27FC236}">
                    <a16:creationId xmlns:a16="http://schemas.microsoft.com/office/drawing/2014/main" id="{20B975E9-C156-79EB-D3E1-09B52CA953A3}"/>
                  </a:ext>
                </a:extLst>
              </p:cNvPr>
              <p:cNvSpPr/>
              <p:nvPr/>
            </p:nvSpPr>
            <p:spPr>
              <a:xfrm>
                <a:off x="2036713" y="1174361"/>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12" name="object 141">
                <a:extLst>
                  <a:ext uri="{FF2B5EF4-FFF2-40B4-BE49-F238E27FC236}">
                    <a16:creationId xmlns:a16="http://schemas.microsoft.com/office/drawing/2014/main" id="{398DB5E4-D4CA-0739-63BB-BB99FA172B1D}"/>
                  </a:ext>
                </a:extLst>
              </p:cNvPr>
              <p:cNvSpPr/>
              <p:nvPr/>
            </p:nvSpPr>
            <p:spPr>
              <a:xfrm>
                <a:off x="2036713" y="1174361"/>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19" name="object 142">
              <a:extLst>
                <a:ext uri="{FF2B5EF4-FFF2-40B4-BE49-F238E27FC236}">
                  <a16:creationId xmlns:a16="http://schemas.microsoft.com/office/drawing/2014/main" id="{96974210-F354-A5E6-FFC8-1545E7E03FA8}"/>
                </a:ext>
              </a:extLst>
            </p:cNvPr>
            <p:cNvSpPr txBox="1"/>
            <p:nvPr/>
          </p:nvSpPr>
          <p:spPr>
            <a:xfrm>
              <a:off x="4427174" y="2568864"/>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7</a:t>
              </a:r>
              <a:endParaRPr sz="1162">
                <a:latin typeface="Arial"/>
                <a:cs typeface="Arial"/>
              </a:endParaRPr>
            </a:p>
          </p:txBody>
        </p:sp>
        <p:grpSp>
          <p:nvGrpSpPr>
            <p:cNvPr id="220" name="object 143">
              <a:extLst>
                <a:ext uri="{FF2B5EF4-FFF2-40B4-BE49-F238E27FC236}">
                  <a16:creationId xmlns:a16="http://schemas.microsoft.com/office/drawing/2014/main" id="{B46967E0-8FD9-C34E-D2C8-B3222A7194FF}"/>
                </a:ext>
              </a:extLst>
            </p:cNvPr>
            <p:cNvGrpSpPr/>
            <p:nvPr/>
          </p:nvGrpSpPr>
          <p:grpSpPr>
            <a:xfrm>
              <a:off x="1686738" y="2478660"/>
              <a:ext cx="3497446" cy="880399"/>
              <a:chOff x="796666" y="1172773"/>
              <a:chExt cx="1654810" cy="416559"/>
            </a:xfrm>
          </p:grpSpPr>
          <p:sp>
            <p:nvSpPr>
              <p:cNvPr id="301" name="object 144">
                <a:extLst>
                  <a:ext uri="{FF2B5EF4-FFF2-40B4-BE49-F238E27FC236}">
                    <a16:creationId xmlns:a16="http://schemas.microsoft.com/office/drawing/2014/main" id="{1F663744-2E3F-A678-2CB4-5DA3FEC74FD0}"/>
                  </a:ext>
                </a:extLst>
              </p:cNvPr>
              <p:cNvSpPr/>
              <p:nvPr/>
            </p:nvSpPr>
            <p:spPr>
              <a:xfrm>
                <a:off x="2243136" y="1174361"/>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02" name="object 145">
                <a:extLst>
                  <a:ext uri="{FF2B5EF4-FFF2-40B4-BE49-F238E27FC236}">
                    <a16:creationId xmlns:a16="http://schemas.microsoft.com/office/drawing/2014/main" id="{EA52DABE-2B41-2169-6A1C-6995158AF916}"/>
                  </a:ext>
                </a:extLst>
              </p:cNvPr>
              <p:cNvSpPr/>
              <p:nvPr/>
            </p:nvSpPr>
            <p:spPr>
              <a:xfrm>
                <a:off x="2243136" y="1174361"/>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03" name="object 146">
                <a:extLst>
                  <a:ext uri="{FF2B5EF4-FFF2-40B4-BE49-F238E27FC236}">
                    <a16:creationId xmlns:a16="http://schemas.microsoft.com/office/drawing/2014/main" id="{151E18B6-13F1-C3E1-9970-A3DFB27BE1D2}"/>
                  </a:ext>
                </a:extLst>
              </p:cNvPr>
              <p:cNvSpPr/>
              <p:nvPr/>
            </p:nvSpPr>
            <p:spPr>
              <a:xfrm>
                <a:off x="798253" y="1380789"/>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04" name="object 147">
                <a:extLst>
                  <a:ext uri="{FF2B5EF4-FFF2-40B4-BE49-F238E27FC236}">
                    <a16:creationId xmlns:a16="http://schemas.microsoft.com/office/drawing/2014/main" id="{B2C81537-B2A3-2CAC-86D9-CBE18E5DCD5C}"/>
                  </a:ext>
                </a:extLst>
              </p:cNvPr>
              <p:cNvSpPr/>
              <p:nvPr/>
            </p:nvSpPr>
            <p:spPr>
              <a:xfrm>
                <a:off x="798253" y="1380789"/>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05" name="object 148">
                <a:extLst>
                  <a:ext uri="{FF2B5EF4-FFF2-40B4-BE49-F238E27FC236}">
                    <a16:creationId xmlns:a16="http://schemas.microsoft.com/office/drawing/2014/main" id="{B9C6D70D-135E-E40E-4383-AB23EA6E747D}"/>
                  </a:ext>
                </a:extLst>
              </p:cNvPr>
              <p:cNvSpPr/>
              <p:nvPr/>
            </p:nvSpPr>
            <p:spPr>
              <a:xfrm>
                <a:off x="1004659" y="1380789"/>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06" name="object 149">
                <a:extLst>
                  <a:ext uri="{FF2B5EF4-FFF2-40B4-BE49-F238E27FC236}">
                    <a16:creationId xmlns:a16="http://schemas.microsoft.com/office/drawing/2014/main" id="{B7809078-922D-29DE-65F3-E1DAE36356FD}"/>
                  </a:ext>
                </a:extLst>
              </p:cNvPr>
              <p:cNvSpPr/>
              <p:nvPr/>
            </p:nvSpPr>
            <p:spPr>
              <a:xfrm>
                <a:off x="1004659" y="1380789"/>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07" name="object 150">
                <a:extLst>
                  <a:ext uri="{FF2B5EF4-FFF2-40B4-BE49-F238E27FC236}">
                    <a16:creationId xmlns:a16="http://schemas.microsoft.com/office/drawing/2014/main" id="{06D72D17-2F25-5884-2344-9DFB99EA928D}"/>
                  </a:ext>
                </a:extLst>
              </p:cNvPr>
              <p:cNvSpPr/>
              <p:nvPr/>
            </p:nvSpPr>
            <p:spPr>
              <a:xfrm>
                <a:off x="1211081" y="1380789"/>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08" name="object 151">
                <a:extLst>
                  <a:ext uri="{FF2B5EF4-FFF2-40B4-BE49-F238E27FC236}">
                    <a16:creationId xmlns:a16="http://schemas.microsoft.com/office/drawing/2014/main" id="{AB93E0B1-39D1-3DA3-CB14-C708648CDBE4}"/>
                  </a:ext>
                </a:extLst>
              </p:cNvPr>
              <p:cNvSpPr/>
              <p:nvPr/>
            </p:nvSpPr>
            <p:spPr>
              <a:xfrm>
                <a:off x="1211081" y="1380789"/>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09" name="object 152">
                <a:extLst>
                  <a:ext uri="{FF2B5EF4-FFF2-40B4-BE49-F238E27FC236}">
                    <a16:creationId xmlns:a16="http://schemas.microsoft.com/office/drawing/2014/main" id="{1FFC0560-D8B7-E482-175E-CA7A315D688C}"/>
                  </a:ext>
                </a:extLst>
              </p:cNvPr>
              <p:cNvSpPr/>
              <p:nvPr/>
            </p:nvSpPr>
            <p:spPr>
              <a:xfrm>
                <a:off x="1420393" y="1380789"/>
                <a:ext cx="203835" cy="207010"/>
              </a:xfrm>
              <a:custGeom>
                <a:avLst/>
                <a:gdLst/>
                <a:ahLst/>
                <a:cxnLst/>
                <a:rect l="l" t="t" r="r" b="b"/>
                <a:pathLst>
                  <a:path w="203834" h="207009">
                    <a:moveTo>
                      <a:pt x="0" y="206410"/>
                    </a:moveTo>
                    <a:lnTo>
                      <a:pt x="203515" y="206410"/>
                    </a:lnTo>
                    <a:lnTo>
                      <a:pt x="203515" y="0"/>
                    </a:lnTo>
                    <a:lnTo>
                      <a:pt x="0" y="0"/>
                    </a:lnTo>
                    <a:lnTo>
                      <a:pt x="0" y="206410"/>
                    </a:lnTo>
                    <a:close/>
                  </a:path>
                </a:pathLst>
              </a:custGeom>
              <a:solidFill>
                <a:srgbClr val="FFFFFF"/>
              </a:solidFill>
            </p:spPr>
            <p:txBody>
              <a:bodyPr wrap="square" lIns="0" tIns="0" rIns="0" bIns="0" rtlCol="0"/>
              <a:lstStyle/>
              <a:p>
                <a:endParaRPr sz="3804"/>
              </a:p>
            </p:txBody>
          </p:sp>
          <p:sp>
            <p:nvSpPr>
              <p:cNvPr id="310" name="object 153">
                <a:extLst>
                  <a:ext uri="{FF2B5EF4-FFF2-40B4-BE49-F238E27FC236}">
                    <a16:creationId xmlns:a16="http://schemas.microsoft.com/office/drawing/2014/main" id="{C296FFF0-AB0B-029D-AC14-0BC85E99406A}"/>
                  </a:ext>
                </a:extLst>
              </p:cNvPr>
              <p:cNvSpPr/>
              <p:nvPr/>
            </p:nvSpPr>
            <p:spPr>
              <a:xfrm>
                <a:off x="1420393" y="1380789"/>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21" name="object 154">
              <a:extLst>
                <a:ext uri="{FF2B5EF4-FFF2-40B4-BE49-F238E27FC236}">
                  <a16:creationId xmlns:a16="http://schemas.microsoft.com/office/drawing/2014/main" id="{AFFAC886-79DB-06B3-40BD-E38151575D67}"/>
                </a:ext>
              </a:extLst>
            </p:cNvPr>
            <p:cNvSpPr txBox="1"/>
            <p:nvPr/>
          </p:nvSpPr>
          <p:spPr>
            <a:xfrm>
              <a:off x="2641200" y="3005150"/>
              <a:ext cx="709957"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dirty="0">
                  <a:latin typeface="Arial"/>
                  <a:cs typeface="Arial"/>
                </a:rPr>
                <a:t>18</a:t>
              </a:r>
              <a:r>
                <a:rPr sz="1162" spc="571" dirty="0">
                  <a:latin typeface="Arial"/>
                  <a:cs typeface="Arial"/>
                </a:rPr>
                <a:t>  </a:t>
              </a:r>
              <a:r>
                <a:rPr sz="1162" spc="-21" dirty="0">
                  <a:latin typeface="Arial"/>
                  <a:cs typeface="Arial"/>
                </a:rPr>
                <a:t>-</a:t>
              </a:r>
              <a:r>
                <a:rPr sz="1162" spc="-53" dirty="0">
                  <a:latin typeface="Arial"/>
                  <a:cs typeface="Arial"/>
                </a:rPr>
                <a:t>19</a:t>
              </a:r>
              <a:endParaRPr sz="1162">
                <a:latin typeface="Arial"/>
                <a:cs typeface="Arial"/>
              </a:endParaRPr>
            </a:p>
          </p:txBody>
        </p:sp>
        <p:grpSp>
          <p:nvGrpSpPr>
            <p:cNvPr id="222" name="object 155">
              <a:extLst>
                <a:ext uri="{FF2B5EF4-FFF2-40B4-BE49-F238E27FC236}">
                  <a16:creationId xmlns:a16="http://schemas.microsoft.com/office/drawing/2014/main" id="{37A92A0D-E699-ED31-C319-65DE58D8EA36}"/>
                </a:ext>
              </a:extLst>
            </p:cNvPr>
            <p:cNvGrpSpPr/>
            <p:nvPr/>
          </p:nvGrpSpPr>
          <p:grpSpPr>
            <a:xfrm>
              <a:off x="3431763" y="2914948"/>
              <a:ext cx="880399" cy="444227"/>
              <a:chOff x="1622321" y="1379202"/>
              <a:chExt cx="416559" cy="210185"/>
            </a:xfrm>
          </p:grpSpPr>
          <p:sp>
            <p:nvSpPr>
              <p:cNvPr id="297" name="object 156">
                <a:extLst>
                  <a:ext uri="{FF2B5EF4-FFF2-40B4-BE49-F238E27FC236}">
                    <a16:creationId xmlns:a16="http://schemas.microsoft.com/office/drawing/2014/main" id="{F0871273-DED5-CDA0-E4D4-F0917923E72F}"/>
                  </a:ext>
                </a:extLst>
              </p:cNvPr>
              <p:cNvSpPr/>
              <p:nvPr/>
            </p:nvSpPr>
            <p:spPr>
              <a:xfrm>
                <a:off x="1623909" y="1380789"/>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98" name="object 157">
                <a:extLst>
                  <a:ext uri="{FF2B5EF4-FFF2-40B4-BE49-F238E27FC236}">
                    <a16:creationId xmlns:a16="http://schemas.microsoft.com/office/drawing/2014/main" id="{32CAE492-3B77-7C00-7966-34C8A85209FE}"/>
                  </a:ext>
                </a:extLst>
              </p:cNvPr>
              <p:cNvSpPr/>
              <p:nvPr/>
            </p:nvSpPr>
            <p:spPr>
              <a:xfrm>
                <a:off x="1623909" y="1380789"/>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99" name="object 158">
                <a:extLst>
                  <a:ext uri="{FF2B5EF4-FFF2-40B4-BE49-F238E27FC236}">
                    <a16:creationId xmlns:a16="http://schemas.microsoft.com/office/drawing/2014/main" id="{6EC27960-AD9B-18FB-AD48-24A308B51C61}"/>
                  </a:ext>
                </a:extLst>
              </p:cNvPr>
              <p:cNvSpPr/>
              <p:nvPr/>
            </p:nvSpPr>
            <p:spPr>
              <a:xfrm>
                <a:off x="1830308" y="1380789"/>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00" name="object 159">
                <a:extLst>
                  <a:ext uri="{FF2B5EF4-FFF2-40B4-BE49-F238E27FC236}">
                    <a16:creationId xmlns:a16="http://schemas.microsoft.com/office/drawing/2014/main" id="{C8CAB7C2-5AB2-7643-B9C3-85D89B9E1699}"/>
                  </a:ext>
                </a:extLst>
              </p:cNvPr>
              <p:cNvSpPr/>
              <p:nvPr/>
            </p:nvSpPr>
            <p:spPr>
              <a:xfrm>
                <a:off x="1830308" y="1380789"/>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23" name="object 160">
              <a:extLst>
                <a:ext uri="{FF2B5EF4-FFF2-40B4-BE49-F238E27FC236}">
                  <a16:creationId xmlns:a16="http://schemas.microsoft.com/office/drawing/2014/main" id="{114039FC-40CC-C5C4-33CA-B854A6E63A89}"/>
                </a:ext>
              </a:extLst>
            </p:cNvPr>
            <p:cNvSpPr txBox="1"/>
            <p:nvPr/>
          </p:nvSpPr>
          <p:spPr>
            <a:xfrm>
              <a:off x="3990936" y="3005150"/>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5</a:t>
              </a:r>
              <a:endParaRPr sz="1162">
                <a:latin typeface="Arial"/>
                <a:cs typeface="Arial"/>
              </a:endParaRPr>
            </a:p>
          </p:txBody>
        </p:sp>
        <p:grpSp>
          <p:nvGrpSpPr>
            <p:cNvPr id="224" name="object 161">
              <a:extLst>
                <a:ext uri="{FF2B5EF4-FFF2-40B4-BE49-F238E27FC236}">
                  <a16:creationId xmlns:a16="http://schemas.microsoft.com/office/drawing/2014/main" id="{0CC35966-E4BE-1A67-E700-51A73FC49E87}"/>
                </a:ext>
              </a:extLst>
            </p:cNvPr>
            <p:cNvGrpSpPr/>
            <p:nvPr/>
          </p:nvGrpSpPr>
          <p:grpSpPr>
            <a:xfrm>
              <a:off x="1686738" y="2914948"/>
              <a:ext cx="3497446" cy="880399"/>
              <a:chOff x="796666" y="1379202"/>
              <a:chExt cx="1654810" cy="416559"/>
            </a:xfrm>
          </p:grpSpPr>
          <p:sp>
            <p:nvSpPr>
              <p:cNvPr id="289" name="object 162">
                <a:extLst>
                  <a:ext uri="{FF2B5EF4-FFF2-40B4-BE49-F238E27FC236}">
                    <a16:creationId xmlns:a16="http://schemas.microsoft.com/office/drawing/2014/main" id="{5ADC0425-434B-CEA5-3984-1338CA2F31B8}"/>
                  </a:ext>
                </a:extLst>
              </p:cNvPr>
              <p:cNvSpPr/>
              <p:nvPr/>
            </p:nvSpPr>
            <p:spPr>
              <a:xfrm>
                <a:off x="2036713" y="1380789"/>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90" name="object 163">
                <a:extLst>
                  <a:ext uri="{FF2B5EF4-FFF2-40B4-BE49-F238E27FC236}">
                    <a16:creationId xmlns:a16="http://schemas.microsoft.com/office/drawing/2014/main" id="{483560A2-69EA-B676-F9C7-866003D3880E}"/>
                  </a:ext>
                </a:extLst>
              </p:cNvPr>
              <p:cNvSpPr/>
              <p:nvPr/>
            </p:nvSpPr>
            <p:spPr>
              <a:xfrm>
                <a:off x="2036713" y="1380789"/>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91" name="object 164">
                <a:extLst>
                  <a:ext uri="{FF2B5EF4-FFF2-40B4-BE49-F238E27FC236}">
                    <a16:creationId xmlns:a16="http://schemas.microsoft.com/office/drawing/2014/main" id="{9F57B8CA-FBCF-F88F-CA90-97ED26EF3CAF}"/>
                  </a:ext>
                </a:extLst>
              </p:cNvPr>
              <p:cNvSpPr/>
              <p:nvPr/>
            </p:nvSpPr>
            <p:spPr>
              <a:xfrm>
                <a:off x="2243136" y="1380789"/>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92" name="object 165">
                <a:extLst>
                  <a:ext uri="{FF2B5EF4-FFF2-40B4-BE49-F238E27FC236}">
                    <a16:creationId xmlns:a16="http://schemas.microsoft.com/office/drawing/2014/main" id="{0B66B56C-9927-0A13-2E32-D6753A8E79E7}"/>
                  </a:ext>
                </a:extLst>
              </p:cNvPr>
              <p:cNvSpPr/>
              <p:nvPr/>
            </p:nvSpPr>
            <p:spPr>
              <a:xfrm>
                <a:off x="2243136" y="1380789"/>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93" name="object 166">
                <a:extLst>
                  <a:ext uri="{FF2B5EF4-FFF2-40B4-BE49-F238E27FC236}">
                    <a16:creationId xmlns:a16="http://schemas.microsoft.com/office/drawing/2014/main" id="{3640B1D9-F2F2-3AA6-A4FA-B18F41A43C99}"/>
                  </a:ext>
                </a:extLst>
              </p:cNvPr>
              <p:cNvSpPr/>
              <p:nvPr/>
            </p:nvSpPr>
            <p:spPr>
              <a:xfrm>
                <a:off x="798253" y="1587188"/>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94" name="object 167">
                <a:extLst>
                  <a:ext uri="{FF2B5EF4-FFF2-40B4-BE49-F238E27FC236}">
                    <a16:creationId xmlns:a16="http://schemas.microsoft.com/office/drawing/2014/main" id="{D2179F3C-918C-DFBD-8E8C-BBD1DC8421EA}"/>
                  </a:ext>
                </a:extLst>
              </p:cNvPr>
              <p:cNvSpPr/>
              <p:nvPr/>
            </p:nvSpPr>
            <p:spPr>
              <a:xfrm>
                <a:off x="798253" y="1587188"/>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95" name="object 168">
                <a:extLst>
                  <a:ext uri="{FF2B5EF4-FFF2-40B4-BE49-F238E27FC236}">
                    <a16:creationId xmlns:a16="http://schemas.microsoft.com/office/drawing/2014/main" id="{9F7C9703-AEC4-FF4B-BEF5-D93B80B5DDB0}"/>
                  </a:ext>
                </a:extLst>
              </p:cNvPr>
              <p:cNvSpPr/>
              <p:nvPr/>
            </p:nvSpPr>
            <p:spPr>
              <a:xfrm>
                <a:off x="1004659" y="1587188"/>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96" name="object 169">
                <a:extLst>
                  <a:ext uri="{FF2B5EF4-FFF2-40B4-BE49-F238E27FC236}">
                    <a16:creationId xmlns:a16="http://schemas.microsoft.com/office/drawing/2014/main" id="{2B5F0CB0-6AED-3EE6-DF91-2FA5501888F2}"/>
                  </a:ext>
                </a:extLst>
              </p:cNvPr>
              <p:cNvSpPr/>
              <p:nvPr/>
            </p:nvSpPr>
            <p:spPr>
              <a:xfrm>
                <a:off x="1004659" y="1587188"/>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25" name="object 170">
              <a:extLst>
                <a:ext uri="{FF2B5EF4-FFF2-40B4-BE49-F238E27FC236}">
                  <a16:creationId xmlns:a16="http://schemas.microsoft.com/office/drawing/2014/main" id="{EBCDCBEA-B88D-8389-D8CF-69882890DDDA}"/>
                </a:ext>
              </a:extLst>
            </p:cNvPr>
            <p:cNvSpPr txBox="1"/>
            <p:nvPr/>
          </p:nvSpPr>
          <p:spPr>
            <a:xfrm>
              <a:off x="2204925" y="3441375"/>
              <a:ext cx="267071"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53" dirty="0">
                  <a:latin typeface="Arial"/>
                  <a:cs typeface="Arial"/>
                </a:rPr>
                <a:t>24</a:t>
              </a:r>
              <a:endParaRPr sz="1162">
                <a:latin typeface="Arial"/>
                <a:cs typeface="Arial"/>
              </a:endParaRPr>
            </a:p>
          </p:txBody>
        </p:sp>
        <p:grpSp>
          <p:nvGrpSpPr>
            <p:cNvPr id="226" name="object 171">
              <a:extLst>
                <a:ext uri="{FF2B5EF4-FFF2-40B4-BE49-F238E27FC236}">
                  <a16:creationId xmlns:a16="http://schemas.microsoft.com/office/drawing/2014/main" id="{EBC86EBB-CC7C-46A0-D691-56E8014D7737}"/>
                </a:ext>
              </a:extLst>
            </p:cNvPr>
            <p:cNvGrpSpPr/>
            <p:nvPr/>
          </p:nvGrpSpPr>
          <p:grpSpPr>
            <a:xfrm>
              <a:off x="2559252" y="3351173"/>
              <a:ext cx="880399" cy="444227"/>
              <a:chOff x="1209494" y="1585601"/>
              <a:chExt cx="416559" cy="210185"/>
            </a:xfrm>
          </p:grpSpPr>
          <p:sp>
            <p:nvSpPr>
              <p:cNvPr id="285" name="object 172">
                <a:extLst>
                  <a:ext uri="{FF2B5EF4-FFF2-40B4-BE49-F238E27FC236}">
                    <a16:creationId xmlns:a16="http://schemas.microsoft.com/office/drawing/2014/main" id="{78F21053-86CD-C47B-A29B-82BF9D58F43A}"/>
                  </a:ext>
                </a:extLst>
              </p:cNvPr>
              <p:cNvSpPr/>
              <p:nvPr/>
            </p:nvSpPr>
            <p:spPr>
              <a:xfrm>
                <a:off x="1211081" y="1587188"/>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86" name="object 173">
                <a:extLst>
                  <a:ext uri="{FF2B5EF4-FFF2-40B4-BE49-F238E27FC236}">
                    <a16:creationId xmlns:a16="http://schemas.microsoft.com/office/drawing/2014/main" id="{7B5B6178-9AC0-90A1-992B-33E62E8F8149}"/>
                  </a:ext>
                </a:extLst>
              </p:cNvPr>
              <p:cNvSpPr/>
              <p:nvPr/>
            </p:nvSpPr>
            <p:spPr>
              <a:xfrm>
                <a:off x="1211081" y="1587188"/>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87" name="object 174">
                <a:extLst>
                  <a:ext uri="{FF2B5EF4-FFF2-40B4-BE49-F238E27FC236}">
                    <a16:creationId xmlns:a16="http://schemas.microsoft.com/office/drawing/2014/main" id="{B13A27E0-D492-13FF-E2A0-4FCCD4393D1A}"/>
                  </a:ext>
                </a:extLst>
              </p:cNvPr>
              <p:cNvSpPr/>
              <p:nvPr/>
            </p:nvSpPr>
            <p:spPr>
              <a:xfrm>
                <a:off x="1417480" y="1587188"/>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88" name="object 175">
                <a:extLst>
                  <a:ext uri="{FF2B5EF4-FFF2-40B4-BE49-F238E27FC236}">
                    <a16:creationId xmlns:a16="http://schemas.microsoft.com/office/drawing/2014/main" id="{B1CC0DE3-E9A2-AC8E-8C85-8D99AAC69346}"/>
                  </a:ext>
                </a:extLst>
              </p:cNvPr>
              <p:cNvSpPr/>
              <p:nvPr/>
            </p:nvSpPr>
            <p:spPr>
              <a:xfrm>
                <a:off x="1417480" y="1587188"/>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27" name="object 176">
              <a:extLst>
                <a:ext uri="{FF2B5EF4-FFF2-40B4-BE49-F238E27FC236}">
                  <a16:creationId xmlns:a16="http://schemas.microsoft.com/office/drawing/2014/main" id="{54F34441-A5E6-3B0E-A2F0-09F9EF7612DA}"/>
                </a:ext>
              </a:extLst>
            </p:cNvPr>
            <p:cNvSpPr txBox="1"/>
            <p:nvPr/>
          </p:nvSpPr>
          <p:spPr>
            <a:xfrm>
              <a:off x="3077423" y="3441375"/>
              <a:ext cx="267071"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53" dirty="0">
                  <a:latin typeface="Arial"/>
                  <a:cs typeface="Arial"/>
                </a:rPr>
                <a:t>20</a:t>
              </a:r>
              <a:endParaRPr sz="1162">
                <a:latin typeface="Arial"/>
                <a:cs typeface="Arial"/>
              </a:endParaRPr>
            </a:p>
          </p:txBody>
        </p:sp>
        <p:grpSp>
          <p:nvGrpSpPr>
            <p:cNvPr id="228" name="object 177">
              <a:extLst>
                <a:ext uri="{FF2B5EF4-FFF2-40B4-BE49-F238E27FC236}">
                  <a16:creationId xmlns:a16="http://schemas.microsoft.com/office/drawing/2014/main" id="{29A76D6E-A187-A55C-2920-0ADD7FF0B9D2}"/>
                </a:ext>
              </a:extLst>
            </p:cNvPr>
            <p:cNvGrpSpPr/>
            <p:nvPr/>
          </p:nvGrpSpPr>
          <p:grpSpPr>
            <a:xfrm>
              <a:off x="3431763" y="3351173"/>
              <a:ext cx="880399" cy="444227"/>
              <a:chOff x="1622321" y="1585601"/>
              <a:chExt cx="416559" cy="210185"/>
            </a:xfrm>
          </p:grpSpPr>
          <p:sp>
            <p:nvSpPr>
              <p:cNvPr id="281" name="object 178">
                <a:extLst>
                  <a:ext uri="{FF2B5EF4-FFF2-40B4-BE49-F238E27FC236}">
                    <a16:creationId xmlns:a16="http://schemas.microsoft.com/office/drawing/2014/main" id="{7D7EBDCF-4F18-DF40-0465-E72C118B0E01}"/>
                  </a:ext>
                </a:extLst>
              </p:cNvPr>
              <p:cNvSpPr/>
              <p:nvPr/>
            </p:nvSpPr>
            <p:spPr>
              <a:xfrm>
                <a:off x="1623909" y="1587188"/>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82" name="object 179">
                <a:extLst>
                  <a:ext uri="{FF2B5EF4-FFF2-40B4-BE49-F238E27FC236}">
                    <a16:creationId xmlns:a16="http://schemas.microsoft.com/office/drawing/2014/main" id="{A79C8EF6-62E3-8544-CFFE-6F89EE4C881B}"/>
                  </a:ext>
                </a:extLst>
              </p:cNvPr>
              <p:cNvSpPr/>
              <p:nvPr/>
            </p:nvSpPr>
            <p:spPr>
              <a:xfrm>
                <a:off x="1623909" y="1587188"/>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83" name="object 180">
                <a:extLst>
                  <a:ext uri="{FF2B5EF4-FFF2-40B4-BE49-F238E27FC236}">
                    <a16:creationId xmlns:a16="http://schemas.microsoft.com/office/drawing/2014/main" id="{95270FB3-9D17-B1F4-03C9-1E5DCBEC076D}"/>
                  </a:ext>
                </a:extLst>
              </p:cNvPr>
              <p:cNvSpPr/>
              <p:nvPr/>
            </p:nvSpPr>
            <p:spPr>
              <a:xfrm>
                <a:off x="1830308" y="1587188"/>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84" name="object 181">
                <a:extLst>
                  <a:ext uri="{FF2B5EF4-FFF2-40B4-BE49-F238E27FC236}">
                    <a16:creationId xmlns:a16="http://schemas.microsoft.com/office/drawing/2014/main" id="{4D262247-AEA6-7BCD-CE73-74DDA6C681CC}"/>
                  </a:ext>
                </a:extLst>
              </p:cNvPr>
              <p:cNvSpPr/>
              <p:nvPr/>
            </p:nvSpPr>
            <p:spPr>
              <a:xfrm>
                <a:off x="1830308" y="1587188"/>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29" name="object 182">
              <a:extLst>
                <a:ext uri="{FF2B5EF4-FFF2-40B4-BE49-F238E27FC236}">
                  <a16:creationId xmlns:a16="http://schemas.microsoft.com/office/drawing/2014/main" id="{410E6A79-5AEE-2069-AF4E-402F3D4D9282}"/>
                </a:ext>
              </a:extLst>
            </p:cNvPr>
            <p:cNvSpPr txBox="1"/>
            <p:nvPr/>
          </p:nvSpPr>
          <p:spPr>
            <a:xfrm>
              <a:off x="3990936" y="3441375"/>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4</a:t>
              </a:r>
              <a:endParaRPr sz="1162">
                <a:latin typeface="Arial"/>
                <a:cs typeface="Arial"/>
              </a:endParaRPr>
            </a:p>
          </p:txBody>
        </p:sp>
        <p:grpSp>
          <p:nvGrpSpPr>
            <p:cNvPr id="230" name="object 183">
              <a:extLst>
                <a:ext uri="{FF2B5EF4-FFF2-40B4-BE49-F238E27FC236}">
                  <a16:creationId xmlns:a16="http://schemas.microsoft.com/office/drawing/2014/main" id="{69A3E5FE-34C0-9266-E8F7-D958BD8591A4}"/>
                </a:ext>
              </a:extLst>
            </p:cNvPr>
            <p:cNvGrpSpPr/>
            <p:nvPr/>
          </p:nvGrpSpPr>
          <p:grpSpPr>
            <a:xfrm>
              <a:off x="4304226" y="3351173"/>
              <a:ext cx="444227" cy="444227"/>
              <a:chOff x="2035125" y="1585601"/>
              <a:chExt cx="210185" cy="210185"/>
            </a:xfrm>
          </p:grpSpPr>
          <p:sp>
            <p:nvSpPr>
              <p:cNvPr id="279" name="object 184">
                <a:extLst>
                  <a:ext uri="{FF2B5EF4-FFF2-40B4-BE49-F238E27FC236}">
                    <a16:creationId xmlns:a16="http://schemas.microsoft.com/office/drawing/2014/main" id="{C7E2A85C-2F10-5A4E-F2C5-17D5C0F05ED0}"/>
                  </a:ext>
                </a:extLst>
              </p:cNvPr>
              <p:cNvSpPr/>
              <p:nvPr/>
            </p:nvSpPr>
            <p:spPr>
              <a:xfrm>
                <a:off x="2036713" y="1587188"/>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80" name="object 185">
                <a:extLst>
                  <a:ext uri="{FF2B5EF4-FFF2-40B4-BE49-F238E27FC236}">
                    <a16:creationId xmlns:a16="http://schemas.microsoft.com/office/drawing/2014/main" id="{01097093-EB6A-E02D-2E1A-3E42A3713029}"/>
                  </a:ext>
                </a:extLst>
              </p:cNvPr>
              <p:cNvSpPr/>
              <p:nvPr/>
            </p:nvSpPr>
            <p:spPr>
              <a:xfrm>
                <a:off x="2036713" y="1587188"/>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31" name="object 186">
              <a:extLst>
                <a:ext uri="{FF2B5EF4-FFF2-40B4-BE49-F238E27FC236}">
                  <a16:creationId xmlns:a16="http://schemas.microsoft.com/office/drawing/2014/main" id="{BDF16AC1-6E0F-9FB9-7BED-C01E1892C585}"/>
                </a:ext>
              </a:extLst>
            </p:cNvPr>
            <p:cNvSpPr txBox="1"/>
            <p:nvPr/>
          </p:nvSpPr>
          <p:spPr>
            <a:xfrm>
              <a:off x="4427174" y="3441375"/>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3</a:t>
              </a:r>
              <a:endParaRPr sz="1162">
                <a:latin typeface="Arial"/>
                <a:cs typeface="Arial"/>
              </a:endParaRPr>
            </a:p>
          </p:txBody>
        </p:sp>
        <p:grpSp>
          <p:nvGrpSpPr>
            <p:cNvPr id="232" name="object 187">
              <a:extLst>
                <a:ext uri="{FF2B5EF4-FFF2-40B4-BE49-F238E27FC236}">
                  <a16:creationId xmlns:a16="http://schemas.microsoft.com/office/drawing/2014/main" id="{F7484E49-20BE-587C-582E-1033B8471588}"/>
                </a:ext>
              </a:extLst>
            </p:cNvPr>
            <p:cNvGrpSpPr/>
            <p:nvPr/>
          </p:nvGrpSpPr>
          <p:grpSpPr>
            <a:xfrm>
              <a:off x="1686738" y="3351173"/>
              <a:ext cx="3497446" cy="880399"/>
              <a:chOff x="796666" y="1585601"/>
              <a:chExt cx="1654810" cy="416559"/>
            </a:xfrm>
          </p:grpSpPr>
          <p:sp>
            <p:nvSpPr>
              <p:cNvPr id="267" name="object 188">
                <a:extLst>
                  <a:ext uri="{FF2B5EF4-FFF2-40B4-BE49-F238E27FC236}">
                    <a16:creationId xmlns:a16="http://schemas.microsoft.com/office/drawing/2014/main" id="{CFCEE6DB-BBEA-8AB2-AC2B-C064B0389271}"/>
                  </a:ext>
                </a:extLst>
              </p:cNvPr>
              <p:cNvSpPr/>
              <p:nvPr/>
            </p:nvSpPr>
            <p:spPr>
              <a:xfrm>
                <a:off x="2243136" y="1587188"/>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68" name="object 189">
                <a:extLst>
                  <a:ext uri="{FF2B5EF4-FFF2-40B4-BE49-F238E27FC236}">
                    <a16:creationId xmlns:a16="http://schemas.microsoft.com/office/drawing/2014/main" id="{C22046D7-1A64-80FF-5A9E-3D5646B22D7D}"/>
                  </a:ext>
                </a:extLst>
              </p:cNvPr>
              <p:cNvSpPr/>
              <p:nvPr/>
            </p:nvSpPr>
            <p:spPr>
              <a:xfrm>
                <a:off x="2243136" y="1587188"/>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69" name="object 190">
                <a:extLst>
                  <a:ext uri="{FF2B5EF4-FFF2-40B4-BE49-F238E27FC236}">
                    <a16:creationId xmlns:a16="http://schemas.microsoft.com/office/drawing/2014/main" id="{46DED749-3A23-AF04-9193-54A4B14C4A29}"/>
                  </a:ext>
                </a:extLst>
              </p:cNvPr>
              <p:cNvSpPr/>
              <p:nvPr/>
            </p:nvSpPr>
            <p:spPr>
              <a:xfrm>
                <a:off x="798253" y="1793593"/>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70" name="object 191">
                <a:extLst>
                  <a:ext uri="{FF2B5EF4-FFF2-40B4-BE49-F238E27FC236}">
                    <a16:creationId xmlns:a16="http://schemas.microsoft.com/office/drawing/2014/main" id="{ABA1A3AC-5A2E-6108-DCB4-AA3D1C94F35B}"/>
                  </a:ext>
                </a:extLst>
              </p:cNvPr>
              <p:cNvSpPr/>
              <p:nvPr/>
            </p:nvSpPr>
            <p:spPr>
              <a:xfrm>
                <a:off x="798253" y="1793593"/>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71" name="object 192">
                <a:extLst>
                  <a:ext uri="{FF2B5EF4-FFF2-40B4-BE49-F238E27FC236}">
                    <a16:creationId xmlns:a16="http://schemas.microsoft.com/office/drawing/2014/main" id="{F60F9F57-5C50-2E8C-1324-40C9A812FC23}"/>
                  </a:ext>
                </a:extLst>
              </p:cNvPr>
              <p:cNvSpPr/>
              <p:nvPr/>
            </p:nvSpPr>
            <p:spPr>
              <a:xfrm>
                <a:off x="1004659" y="1793593"/>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72" name="object 193">
                <a:extLst>
                  <a:ext uri="{FF2B5EF4-FFF2-40B4-BE49-F238E27FC236}">
                    <a16:creationId xmlns:a16="http://schemas.microsoft.com/office/drawing/2014/main" id="{7DD5F9FC-7F5B-E76E-B5E8-E89DE095920C}"/>
                  </a:ext>
                </a:extLst>
              </p:cNvPr>
              <p:cNvSpPr/>
              <p:nvPr/>
            </p:nvSpPr>
            <p:spPr>
              <a:xfrm>
                <a:off x="1004659" y="1793593"/>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73" name="object 194">
                <a:extLst>
                  <a:ext uri="{FF2B5EF4-FFF2-40B4-BE49-F238E27FC236}">
                    <a16:creationId xmlns:a16="http://schemas.microsoft.com/office/drawing/2014/main" id="{47E2E96D-1863-33C0-564E-161BB31F9A95}"/>
                  </a:ext>
                </a:extLst>
              </p:cNvPr>
              <p:cNvSpPr/>
              <p:nvPr/>
            </p:nvSpPr>
            <p:spPr>
              <a:xfrm>
                <a:off x="1211081" y="1793593"/>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74" name="object 195">
                <a:extLst>
                  <a:ext uri="{FF2B5EF4-FFF2-40B4-BE49-F238E27FC236}">
                    <a16:creationId xmlns:a16="http://schemas.microsoft.com/office/drawing/2014/main" id="{584A4853-D356-C40C-B5B4-1A4B8EDD2589}"/>
                  </a:ext>
                </a:extLst>
              </p:cNvPr>
              <p:cNvSpPr/>
              <p:nvPr/>
            </p:nvSpPr>
            <p:spPr>
              <a:xfrm>
                <a:off x="1211081" y="1793593"/>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75" name="object 196">
                <a:extLst>
                  <a:ext uri="{FF2B5EF4-FFF2-40B4-BE49-F238E27FC236}">
                    <a16:creationId xmlns:a16="http://schemas.microsoft.com/office/drawing/2014/main" id="{6436A8D1-169F-0398-A61B-97DE10F6C3C7}"/>
                  </a:ext>
                </a:extLst>
              </p:cNvPr>
              <p:cNvSpPr/>
              <p:nvPr/>
            </p:nvSpPr>
            <p:spPr>
              <a:xfrm>
                <a:off x="1417480" y="1793593"/>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76" name="object 197">
                <a:extLst>
                  <a:ext uri="{FF2B5EF4-FFF2-40B4-BE49-F238E27FC236}">
                    <a16:creationId xmlns:a16="http://schemas.microsoft.com/office/drawing/2014/main" id="{18B058DC-8FA3-10FD-973B-CDCDE945EE5E}"/>
                  </a:ext>
                </a:extLst>
              </p:cNvPr>
              <p:cNvSpPr/>
              <p:nvPr/>
            </p:nvSpPr>
            <p:spPr>
              <a:xfrm>
                <a:off x="1417480" y="1793593"/>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77" name="object 198">
                <a:extLst>
                  <a:ext uri="{FF2B5EF4-FFF2-40B4-BE49-F238E27FC236}">
                    <a16:creationId xmlns:a16="http://schemas.microsoft.com/office/drawing/2014/main" id="{94BE43B9-288A-6D88-A879-BFAE9BD18443}"/>
                  </a:ext>
                </a:extLst>
              </p:cNvPr>
              <p:cNvSpPr/>
              <p:nvPr/>
            </p:nvSpPr>
            <p:spPr>
              <a:xfrm>
                <a:off x="1623909" y="1793593"/>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78" name="object 199">
                <a:extLst>
                  <a:ext uri="{FF2B5EF4-FFF2-40B4-BE49-F238E27FC236}">
                    <a16:creationId xmlns:a16="http://schemas.microsoft.com/office/drawing/2014/main" id="{00454B32-8912-57FC-1508-58B66FEB18A5}"/>
                  </a:ext>
                </a:extLst>
              </p:cNvPr>
              <p:cNvSpPr/>
              <p:nvPr/>
            </p:nvSpPr>
            <p:spPr>
              <a:xfrm>
                <a:off x="1623909" y="1793593"/>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33" name="object 200">
              <a:extLst>
                <a:ext uri="{FF2B5EF4-FFF2-40B4-BE49-F238E27FC236}">
                  <a16:creationId xmlns:a16="http://schemas.microsoft.com/office/drawing/2014/main" id="{F77D8E3D-D76A-8075-9B5A-298B9146F8F8}"/>
                </a:ext>
              </a:extLst>
            </p:cNvPr>
            <p:cNvSpPr txBox="1"/>
            <p:nvPr/>
          </p:nvSpPr>
          <p:spPr>
            <a:xfrm>
              <a:off x="2204925" y="3877612"/>
              <a:ext cx="1575595"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dirty="0">
                  <a:latin typeface="Arial"/>
                  <a:cs typeface="Arial"/>
                </a:rPr>
                <a:t>23</a:t>
              </a:r>
              <a:r>
                <a:rPr sz="1162" spc="537" dirty="0">
                  <a:latin typeface="Arial"/>
                  <a:cs typeface="Arial"/>
                </a:rPr>
                <a:t>  </a:t>
              </a:r>
              <a:r>
                <a:rPr sz="1162" spc="-21" dirty="0">
                  <a:latin typeface="Arial"/>
                  <a:cs typeface="Arial"/>
                </a:rPr>
                <a:t>-</a:t>
              </a:r>
              <a:r>
                <a:rPr sz="1162" dirty="0">
                  <a:latin typeface="Arial"/>
                  <a:cs typeface="Arial"/>
                </a:rPr>
                <a:t>22</a:t>
              </a:r>
              <a:r>
                <a:rPr sz="1162" spc="550" dirty="0">
                  <a:latin typeface="Arial"/>
                  <a:cs typeface="Arial"/>
                </a:rPr>
                <a:t>  </a:t>
              </a:r>
              <a:r>
                <a:rPr sz="1162" spc="-21" dirty="0">
                  <a:latin typeface="Arial"/>
                  <a:cs typeface="Arial"/>
                </a:rPr>
                <a:t>-</a:t>
              </a:r>
              <a:r>
                <a:rPr sz="1162" dirty="0">
                  <a:latin typeface="Arial"/>
                  <a:cs typeface="Arial"/>
                </a:rPr>
                <a:t>21</a:t>
              </a:r>
              <a:r>
                <a:rPr sz="1162" spc="550" dirty="0">
                  <a:latin typeface="Arial"/>
                  <a:cs typeface="Arial"/>
                </a:rPr>
                <a:t>  </a:t>
              </a:r>
              <a:r>
                <a:rPr sz="1162" spc="-21" dirty="0">
                  <a:latin typeface="Arial"/>
                  <a:cs typeface="Arial"/>
                </a:rPr>
                <a:t>-</a:t>
              </a:r>
              <a:r>
                <a:rPr sz="1162" spc="-53" dirty="0">
                  <a:latin typeface="Arial"/>
                  <a:cs typeface="Arial"/>
                </a:rPr>
                <a:t>22</a:t>
              </a:r>
              <a:endParaRPr sz="1162">
                <a:latin typeface="Arial"/>
                <a:cs typeface="Arial"/>
              </a:endParaRPr>
            </a:p>
          </p:txBody>
        </p:sp>
        <p:grpSp>
          <p:nvGrpSpPr>
            <p:cNvPr id="234" name="object 201">
              <a:extLst>
                <a:ext uri="{FF2B5EF4-FFF2-40B4-BE49-F238E27FC236}">
                  <a16:creationId xmlns:a16="http://schemas.microsoft.com/office/drawing/2014/main" id="{69FDCBCD-C5A2-C4E4-5DB7-D5F85F8F12CC}"/>
                </a:ext>
              </a:extLst>
            </p:cNvPr>
            <p:cNvGrpSpPr/>
            <p:nvPr/>
          </p:nvGrpSpPr>
          <p:grpSpPr>
            <a:xfrm>
              <a:off x="3867988" y="3787411"/>
              <a:ext cx="880399" cy="444227"/>
              <a:chOff x="1828720" y="1792006"/>
              <a:chExt cx="416559" cy="210185"/>
            </a:xfrm>
          </p:grpSpPr>
          <p:sp>
            <p:nvSpPr>
              <p:cNvPr id="263" name="object 202">
                <a:extLst>
                  <a:ext uri="{FF2B5EF4-FFF2-40B4-BE49-F238E27FC236}">
                    <a16:creationId xmlns:a16="http://schemas.microsoft.com/office/drawing/2014/main" id="{820940D1-992F-4015-90FF-CA1A26725384}"/>
                  </a:ext>
                </a:extLst>
              </p:cNvPr>
              <p:cNvSpPr/>
              <p:nvPr/>
            </p:nvSpPr>
            <p:spPr>
              <a:xfrm>
                <a:off x="1830308" y="1793593"/>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64" name="object 203">
                <a:extLst>
                  <a:ext uri="{FF2B5EF4-FFF2-40B4-BE49-F238E27FC236}">
                    <a16:creationId xmlns:a16="http://schemas.microsoft.com/office/drawing/2014/main" id="{8B761F1A-1CF3-6077-C6F7-A261BEB7B614}"/>
                  </a:ext>
                </a:extLst>
              </p:cNvPr>
              <p:cNvSpPr/>
              <p:nvPr/>
            </p:nvSpPr>
            <p:spPr>
              <a:xfrm>
                <a:off x="1830308" y="1793593"/>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65" name="object 204">
                <a:extLst>
                  <a:ext uri="{FF2B5EF4-FFF2-40B4-BE49-F238E27FC236}">
                    <a16:creationId xmlns:a16="http://schemas.microsoft.com/office/drawing/2014/main" id="{100734A8-0E5C-DD16-9F18-5BAFC9601013}"/>
                  </a:ext>
                </a:extLst>
              </p:cNvPr>
              <p:cNvSpPr/>
              <p:nvPr/>
            </p:nvSpPr>
            <p:spPr>
              <a:xfrm>
                <a:off x="2036713" y="1793593"/>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66" name="object 205">
                <a:extLst>
                  <a:ext uri="{FF2B5EF4-FFF2-40B4-BE49-F238E27FC236}">
                    <a16:creationId xmlns:a16="http://schemas.microsoft.com/office/drawing/2014/main" id="{98DEC2FC-AA2E-3F90-71EE-454493814744}"/>
                  </a:ext>
                </a:extLst>
              </p:cNvPr>
              <p:cNvSpPr/>
              <p:nvPr/>
            </p:nvSpPr>
            <p:spPr>
              <a:xfrm>
                <a:off x="2036713" y="1793593"/>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35" name="object 206">
              <a:extLst>
                <a:ext uri="{FF2B5EF4-FFF2-40B4-BE49-F238E27FC236}">
                  <a16:creationId xmlns:a16="http://schemas.microsoft.com/office/drawing/2014/main" id="{F5777792-B32F-E467-9FBA-1225BBA08185}"/>
                </a:ext>
              </a:extLst>
            </p:cNvPr>
            <p:cNvSpPr txBox="1"/>
            <p:nvPr/>
          </p:nvSpPr>
          <p:spPr>
            <a:xfrm>
              <a:off x="4427174" y="3877612"/>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2</a:t>
              </a:r>
              <a:endParaRPr sz="1162">
                <a:latin typeface="Arial"/>
                <a:cs typeface="Arial"/>
              </a:endParaRPr>
            </a:p>
          </p:txBody>
        </p:sp>
        <p:grpSp>
          <p:nvGrpSpPr>
            <p:cNvPr id="236" name="object 207">
              <a:extLst>
                <a:ext uri="{FF2B5EF4-FFF2-40B4-BE49-F238E27FC236}">
                  <a16:creationId xmlns:a16="http://schemas.microsoft.com/office/drawing/2014/main" id="{C51C294C-FD42-0462-1B60-70AAAA691E25}"/>
                </a:ext>
              </a:extLst>
            </p:cNvPr>
            <p:cNvGrpSpPr/>
            <p:nvPr/>
          </p:nvGrpSpPr>
          <p:grpSpPr>
            <a:xfrm>
              <a:off x="4740502" y="3787411"/>
              <a:ext cx="444227" cy="444227"/>
              <a:chOff x="2241548" y="1792006"/>
              <a:chExt cx="210185" cy="210185"/>
            </a:xfrm>
          </p:grpSpPr>
          <p:sp>
            <p:nvSpPr>
              <p:cNvPr id="261" name="object 208">
                <a:extLst>
                  <a:ext uri="{FF2B5EF4-FFF2-40B4-BE49-F238E27FC236}">
                    <a16:creationId xmlns:a16="http://schemas.microsoft.com/office/drawing/2014/main" id="{4C357E81-265C-17FC-5F67-D2D51E927181}"/>
                  </a:ext>
                </a:extLst>
              </p:cNvPr>
              <p:cNvSpPr/>
              <p:nvPr/>
            </p:nvSpPr>
            <p:spPr>
              <a:xfrm>
                <a:off x="2243135" y="1793593"/>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62" name="object 209">
                <a:extLst>
                  <a:ext uri="{FF2B5EF4-FFF2-40B4-BE49-F238E27FC236}">
                    <a16:creationId xmlns:a16="http://schemas.microsoft.com/office/drawing/2014/main" id="{8F857BF3-729B-76F1-A05F-8E44C6C71A27}"/>
                  </a:ext>
                </a:extLst>
              </p:cNvPr>
              <p:cNvSpPr/>
              <p:nvPr/>
            </p:nvSpPr>
            <p:spPr>
              <a:xfrm>
                <a:off x="2243135" y="1793593"/>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37" name="object 210">
              <a:extLst>
                <a:ext uri="{FF2B5EF4-FFF2-40B4-BE49-F238E27FC236}">
                  <a16:creationId xmlns:a16="http://schemas.microsoft.com/office/drawing/2014/main" id="{0B401C0E-956F-11C8-CB65-6B8D6A99F91E}"/>
                </a:ext>
              </a:extLst>
            </p:cNvPr>
            <p:cNvSpPr txBox="1"/>
            <p:nvPr/>
          </p:nvSpPr>
          <p:spPr>
            <a:xfrm>
              <a:off x="4863447" y="3877612"/>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1</a:t>
              </a:r>
              <a:endParaRPr sz="1162">
                <a:latin typeface="Arial"/>
                <a:cs typeface="Arial"/>
              </a:endParaRPr>
            </a:p>
          </p:txBody>
        </p:sp>
        <p:grpSp>
          <p:nvGrpSpPr>
            <p:cNvPr id="238" name="object 211">
              <a:extLst>
                <a:ext uri="{FF2B5EF4-FFF2-40B4-BE49-F238E27FC236}">
                  <a16:creationId xmlns:a16="http://schemas.microsoft.com/office/drawing/2014/main" id="{B614BC3B-092A-7A77-FEC8-6746F14D3DA2}"/>
                </a:ext>
              </a:extLst>
            </p:cNvPr>
            <p:cNvGrpSpPr/>
            <p:nvPr/>
          </p:nvGrpSpPr>
          <p:grpSpPr>
            <a:xfrm>
              <a:off x="1683951" y="1167133"/>
              <a:ext cx="3502814" cy="3502814"/>
              <a:chOff x="795347" y="552227"/>
              <a:chExt cx="1657350" cy="1657350"/>
            </a:xfrm>
          </p:grpSpPr>
          <p:sp>
            <p:nvSpPr>
              <p:cNvPr id="241" name="object 212">
                <a:extLst>
                  <a:ext uri="{FF2B5EF4-FFF2-40B4-BE49-F238E27FC236}">
                    <a16:creationId xmlns:a16="http://schemas.microsoft.com/office/drawing/2014/main" id="{35AED10B-A7A5-C81F-3FF0-B458ABAF4F01}"/>
                  </a:ext>
                </a:extLst>
              </p:cNvPr>
              <p:cNvSpPr/>
              <p:nvPr/>
            </p:nvSpPr>
            <p:spPr>
              <a:xfrm>
                <a:off x="798253" y="2000022"/>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42" name="object 213">
                <a:extLst>
                  <a:ext uri="{FF2B5EF4-FFF2-40B4-BE49-F238E27FC236}">
                    <a16:creationId xmlns:a16="http://schemas.microsoft.com/office/drawing/2014/main" id="{18B1BF91-C80F-4362-0226-8A6F1DDEEC89}"/>
                  </a:ext>
                </a:extLst>
              </p:cNvPr>
              <p:cNvSpPr/>
              <p:nvPr/>
            </p:nvSpPr>
            <p:spPr>
              <a:xfrm>
                <a:off x="798253" y="2000022"/>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43" name="object 214">
                <a:extLst>
                  <a:ext uri="{FF2B5EF4-FFF2-40B4-BE49-F238E27FC236}">
                    <a16:creationId xmlns:a16="http://schemas.microsoft.com/office/drawing/2014/main" id="{B2A6B51F-D781-70E0-6418-ED93964A6AAD}"/>
                  </a:ext>
                </a:extLst>
              </p:cNvPr>
              <p:cNvSpPr/>
              <p:nvPr/>
            </p:nvSpPr>
            <p:spPr>
              <a:xfrm>
                <a:off x="1004659" y="2000022"/>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44" name="object 215">
                <a:extLst>
                  <a:ext uri="{FF2B5EF4-FFF2-40B4-BE49-F238E27FC236}">
                    <a16:creationId xmlns:a16="http://schemas.microsoft.com/office/drawing/2014/main" id="{33782803-99B6-9440-F1D6-4F428704BCE2}"/>
                  </a:ext>
                </a:extLst>
              </p:cNvPr>
              <p:cNvSpPr/>
              <p:nvPr/>
            </p:nvSpPr>
            <p:spPr>
              <a:xfrm>
                <a:off x="1004659" y="2000022"/>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45" name="object 216">
                <a:extLst>
                  <a:ext uri="{FF2B5EF4-FFF2-40B4-BE49-F238E27FC236}">
                    <a16:creationId xmlns:a16="http://schemas.microsoft.com/office/drawing/2014/main" id="{6B034202-2094-E707-7EBE-5FFC863642A8}"/>
                  </a:ext>
                </a:extLst>
              </p:cNvPr>
              <p:cNvSpPr/>
              <p:nvPr/>
            </p:nvSpPr>
            <p:spPr>
              <a:xfrm>
                <a:off x="1211081" y="2000022"/>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46" name="object 217">
                <a:extLst>
                  <a:ext uri="{FF2B5EF4-FFF2-40B4-BE49-F238E27FC236}">
                    <a16:creationId xmlns:a16="http://schemas.microsoft.com/office/drawing/2014/main" id="{FD428523-0E49-9EC8-B883-7A63284A7085}"/>
                  </a:ext>
                </a:extLst>
              </p:cNvPr>
              <p:cNvSpPr/>
              <p:nvPr/>
            </p:nvSpPr>
            <p:spPr>
              <a:xfrm>
                <a:off x="1211081" y="2000022"/>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47" name="object 218">
                <a:extLst>
                  <a:ext uri="{FF2B5EF4-FFF2-40B4-BE49-F238E27FC236}">
                    <a16:creationId xmlns:a16="http://schemas.microsoft.com/office/drawing/2014/main" id="{94CC9693-8E68-7110-6DA7-991239F59EE7}"/>
                  </a:ext>
                </a:extLst>
              </p:cNvPr>
              <p:cNvSpPr/>
              <p:nvPr/>
            </p:nvSpPr>
            <p:spPr>
              <a:xfrm>
                <a:off x="1417480" y="2000022"/>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48" name="object 219">
                <a:extLst>
                  <a:ext uri="{FF2B5EF4-FFF2-40B4-BE49-F238E27FC236}">
                    <a16:creationId xmlns:a16="http://schemas.microsoft.com/office/drawing/2014/main" id="{D975293D-CFAF-CDDF-EC72-C76AD7D8E105}"/>
                  </a:ext>
                </a:extLst>
              </p:cNvPr>
              <p:cNvSpPr/>
              <p:nvPr/>
            </p:nvSpPr>
            <p:spPr>
              <a:xfrm>
                <a:off x="1417480" y="2000022"/>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49" name="object 220">
                <a:extLst>
                  <a:ext uri="{FF2B5EF4-FFF2-40B4-BE49-F238E27FC236}">
                    <a16:creationId xmlns:a16="http://schemas.microsoft.com/office/drawing/2014/main" id="{6FE7C87D-B646-61EC-09A9-8EA1EFC75D6B}"/>
                  </a:ext>
                </a:extLst>
              </p:cNvPr>
              <p:cNvSpPr/>
              <p:nvPr/>
            </p:nvSpPr>
            <p:spPr>
              <a:xfrm>
                <a:off x="1623909" y="2000022"/>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50" name="object 221">
                <a:extLst>
                  <a:ext uri="{FF2B5EF4-FFF2-40B4-BE49-F238E27FC236}">
                    <a16:creationId xmlns:a16="http://schemas.microsoft.com/office/drawing/2014/main" id="{410E33C9-81A2-A8F0-3CDD-171487C45D1F}"/>
                  </a:ext>
                </a:extLst>
              </p:cNvPr>
              <p:cNvSpPr/>
              <p:nvPr/>
            </p:nvSpPr>
            <p:spPr>
              <a:xfrm>
                <a:off x="1623909" y="2000022"/>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51" name="object 222">
                <a:extLst>
                  <a:ext uri="{FF2B5EF4-FFF2-40B4-BE49-F238E27FC236}">
                    <a16:creationId xmlns:a16="http://schemas.microsoft.com/office/drawing/2014/main" id="{73AF0C4D-D930-0770-4E8E-ACA23EB71F03}"/>
                  </a:ext>
                </a:extLst>
              </p:cNvPr>
              <p:cNvSpPr/>
              <p:nvPr/>
            </p:nvSpPr>
            <p:spPr>
              <a:xfrm>
                <a:off x="1830308" y="2000022"/>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52" name="object 223">
                <a:extLst>
                  <a:ext uri="{FF2B5EF4-FFF2-40B4-BE49-F238E27FC236}">
                    <a16:creationId xmlns:a16="http://schemas.microsoft.com/office/drawing/2014/main" id="{028D940D-E7E8-B0C9-B930-408BA495F74A}"/>
                  </a:ext>
                </a:extLst>
              </p:cNvPr>
              <p:cNvSpPr/>
              <p:nvPr/>
            </p:nvSpPr>
            <p:spPr>
              <a:xfrm>
                <a:off x="1830308" y="2000022"/>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53" name="object 224">
                <a:extLst>
                  <a:ext uri="{FF2B5EF4-FFF2-40B4-BE49-F238E27FC236}">
                    <a16:creationId xmlns:a16="http://schemas.microsoft.com/office/drawing/2014/main" id="{A53870E5-81C0-541F-04EB-C58A343EBF1E}"/>
                  </a:ext>
                </a:extLst>
              </p:cNvPr>
              <p:cNvSpPr/>
              <p:nvPr/>
            </p:nvSpPr>
            <p:spPr>
              <a:xfrm>
                <a:off x="2036713" y="2000022"/>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54" name="object 225">
                <a:extLst>
                  <a:ext uri="{FF2B5EF4-FFF2-40B4-BE49-F238E27FC236}">
                    <a16:creationId xmlns:a16="http://schemas.microsoft.com/office/drawing/2014/main" id="{3FAC4A9A-9E7A-A416-068B-44C05558C46D}"/>
                  </a:ext>
                </a:extLst>
              </p:cNvPr>
              <p:cNvSpPr/>
              <p:nvPr/>
            </p:nvSpPr>
            <p:spPr>
              <a:xfrm>
                <a:off x="2036713" y="2000022"/>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55" name="object 226">
                <a:extLst>
                  <a:ext uri="{FF2B5EF4-FFF2-40B4-BE49-F238E27FC236}">
                    <a16:creationId xmlns:a16="http://schemas.microsoft.com/office/drawing/2014/main" id="{E87AAF87-5E50-A05F-38B2-7EC0A1A05230}"/>
                  </a:ext>
                </a:extLst>
              </p:cNvPr>
              <p:cNvSpPr/>
              <p:nvPr/>
            </p:nvSpPr>
            <p:spPr>
              <a:xfrm>
                <a:off x="2243136" y="2000022"/>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56" name="object 227">
                <a:extLst>
                  <a:ext uri="{FF2B5EF4-FFF2-40B4-BE49-F238E27FC236}">
                    <a16:creationId xmlns:a16="http://schemas.microsoft.com/office/drawing/2014/main" id="{82E88A1D-BBDD-C303-DD50-41233A319E0F}"/>
                  </a:ext>
                </a:extLst>
              </p:cNvPr>
              <p:cNvSpPr/>
              <p:nvPr/>
            </p:nvSpPr>
            <p:spPr>
              <a:xfrm>
                <a:off x="2243136" y="2000022"/>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57" name="object 228">
                <a:extLst>
                  <a:ext uri="{FF2B5EF4-FFF2-40B4-BE49-F238E27FC236}">
                    <a16:creationId xmlns:a16="http://schemas.microsoft.com/office/drawing/2014/main" id="{87E8B89D-4643-22DE-59D8-A45D00C7FA14}"/>
                  </a:ext>
                </a:extLst>
              </p:cNvPr>
              <p:cNvSpPr/>
              <p:nvPr/>
            </p:nvSpPr>
            <p:spPr>
              <a:xfrm>
                <a:off x="2449541" y="555134"/>
                <a:ext cx="0" cy="1651635"/>
              </a:xfrm>
              <a:custGeom>
                <a:avLst/>
                <a:gdLst/>
                <a:ahLst/>
                <a:cxnLst/>
                <a:rect l="l" t="t" r="r" b="b"/>
                <a:pathLst>
                  <a:path h="1651635">
                    <a:moveTo>
                      <a:pt x="0" y="0"/>
                    </a:moveTo>
                    <a:lnTo>
                      <a:pt x="0" y="1651287"/>
                    </a:lnTo>
                  </a:path>
                </a:pathLst>
              </a:custGeom>
              <a:ln w="5813">
                <a:solidFill>
                  <a:srgbClr val="000000"/>
                </a:solidFill>
              </a:ln>
            </p:spPr>
            <p:txBody>
              <a:bodyPr wrap="square" lIns="0" tIns="0" rIns="0" bIns="0" rtlCol="0"/>
              <a:lstStyle/>
              <a:p>
                <a:endParaRPr sz="3804"/>
              </a:p>
            </p:txBody>
          </p:sp>
          <p:sp>
            <p:nvSpPr>
              <p:cNvPr id="258" name="object 229">
                <a:extLst>
                  <a:ext uri="{FF2B5EF4-FFF2-40B4-BE49-F238E27FC236}">
                    <a16:creationId xmlns:a16="http://schemas.microsoft.com/office/drawing/2014/main" id="{3022BE84-CCDA-46AC-1939-EF6E009B2912}"/>
                  </a:ext>
                </a:extLst>
              </p:cNvPr>
              <p:cNvSpPr/>
              <p:nvPr/>
            </p:nvSpPr>
            <p:spPr>
              <a:xfrm>
                <a:off x="798253" y="555134"/>
                <a:ext cx="0" cy="1651635"/>
              </a:xfrm>
              <a:custGeom>
                <a:avLst/>
                <a:gdLst/>
                <a:ahLst/>
                <a:cxnLst/>
                <a:rect l="l" t="t" r="r" b="b"/>
                <a:pathLst>
                  <a:path h="1651635">
                    <a:moveTo>
                      <a:pt x="0" y="0"/>
                    </a:moveTo>
                    <a:lnTo>
                      <a:pt x="0" y="1651287"/>
                    </a:lnTo>
                  </a:path>
                </a:pathLst>
              </a:custGeom>
              <a:ln w="5813">
                <a:solidFill>
                  <a:srgbClr val="000000"/>
                </a:solidFill>
              </a:ln>
            </p:spPr>
            <p:txBody>
              <a:bodyPr wrap="square" lIns="0" tIns="0" rIns="0" bIns="0" rtlCol="0"/>
              <a:lstStyle/>
              <a:p>
                <a:endParaRPr sz="3804"/>
              </a:p>
            </p:txBody>
          </p:sp>
          <p:sp>
            <p:nvSpPr>
              <p:cNvPr id="259" name="object 230">
                <a:extLst>
                  <a:ext uri="{FF2B5EF4-FFF2-40B4-BE49-F238E27FC236}">
                    <a16:creationId xmlns:a16="http://schemas.microsoft.com/office/drawing/2014/main" id="{10451DB1-82CB-B16F-267C-EAA28D71E6EC}"/>
                  </a:ext>
                </a:extLst>
              </p:cNvPr>
              <p:cNvSpPr/>
              <p:nvPr/>
            </p:nvSpPr>
            <p:spPr>
              <a:xfrm>
                <a:off x="798254" y="2206421"/>
                <a:ext cx="1651635" cy="0"/>
              </a:xfrm>
              <a:custGeom>
                <a:avLst/>
                <a:gdLst/>
                <a:ahLst/>
                <a:cxnLst/>
                <a:rect l="l" t="t" r="r" b="b"/>
                <a:pathLst>
                  <a:path w="1651635">
                    <a:moveTo>
                      <a:pt x="1651287" y="0"/>
                    </a:moveTo>
                    <a:lnTo>
                      <a:pt x="0" y="0"/>
                    </a:lnTo>
                  </a:path>
                </a:pathLst>
              </a:custGeom>
              <a:ln w="5813">
                <a:solidFill>
                  <a:srgbClr val="000000"/>
                </a:solidFill>
              </a:ln>
            </p:spPr>
            <p:txBody>
              <a:bodyPr wrap="square" lIns="0" tIns="0" rIns="0" bIns="0" rtlCol="0"/>
              <a:lstStyle/>
              <a:p>
                <a:endParaRPr sz="3804"/>
              </a:p>
            </p:txBody>
          </p:sp>
          <p:sp>
            <p:nvSpPr>
              <p:cNvPr id="260" name="object 231">
                <a:extLst>
                  <a:ext uri="{FF2B5EF4-FFF2-40B4-BE49-F238E27FC236}">
                    <a16:creationId xmlns:a16="http://schemas.microsoft.com/office/drawing/2014/main" id="{D67C7263-19D7-1B95-4971-FAC273D45E1C}"/>
                  </a:ext>
                </a:extLst>
              </p:cNvPr>
              <p:cNvSpPr/>
              <p:nvPr/>
            </p:nvSpPr>
            <p:spPr>
              <a:xfrm>
                <a:off x="798254" y="555133"/>
                <a:ext cx="1651635" cy="0"/>
              </a:xfrm>
              <a:custGeom>
                <a:avLst/>
                <a:gdLst/>
                <a:ahLst/>
                <a:cxnLst/>
                <a:rect l="l" t="t" r="r" b="b"/>
                <a:pathLst>
                  <a:path w="1651635">
                    <a:moveTo>
                      <a:pt x="1651287" y="0"/>
                    </a:moveTo>
                    <a:lnTo>
                      <a:pt x="0" y="0"/>
                    </a:lnTo>
                  </a:path>
                </a:pathLst>
              </a:custGeom>
              <a:ln w="5813">
                <a:solidFill>
                  <a:srgbClr val="000000"/>
                </a:solidFill>
              </a:ln>
            </p:spPr>
            <p:txBody>
              <a:bodyPr wrap="square" lIns="0" tIns="0" rIns="0" bIns="0" rtlCol="0"/>
              <a:lstStyle/>
              <a:p>
                <a:endParaRPr sz="3804"/>
              </a:p>
            </p:txBody>
          </p:sp>
        </p:grpSp>
        <p:sp>
          <p:nvSpPr>
            <p:cNvPr id="239" name="object 232">
              <a:extLst>
                <a:ext uri="{FF2B5EF4-FFF2-40B4-BE49-F238E27FC236}">
                  <a16:creationId xmlns:a16="http://schemas.microsoft.com/office/drawing/2014/main" id="{D9C47CBE-8492-884A-A1B0-8B5DA1A9CF0D}"/>
                </a:ext>
              </a:extLst>
            </p:cNvPr>
            <p:cNvSpPr txBox="1"/>
            <p:nvPr/>
          </p:nvSpPr>
          <p:spPr>
            <a:xfrm>
              <a:off x="1155316" y="2120352"/>
              <a:ext cx="444227" cy="248058"/>
            </a:xfrm>
            <a:prstGeom prst="rect">
              <a:avLst/>
            </a:prstGeom>
          </p:spPr>
          <p:txBody>
            <a:bodyPr vert="horz" wrap="square" lIns="0" tIns="36236" rIns="0" bIns="0" rtlCol="0">
              <a:spAutoFit/>
            </a:bodyPr>
            <a:lstStyle/>
            <a:p>
              <a:pPr marL="26841">
                <a:spcBef>
                  <a:spcPts val="285"/>
                </a:spcBef>
              </a:pPr>
              <a:r>
                <a:rPr sz="1374" spc="-42" dirty="0">
                  <a:latin typeface="Arial"/>
                  <a:cs typeface="Arial"/>
                </a:rPr>
                <a:t>Start</a:t>
              </a:r>
              <a:endParaRPr sz="1374">
                <a:latin typeface="Arial"/>
                <a:cs typeface="Arial"/>
              </a:endParaRPr>
            </a:p>
          </p:txBody>
        </p:sp>
        <p:sp>
          <p:nvSpPr>
            <p:cNvPr id="240" name="object 233">
              <a:extLst>
                <a:ext uri="{FF2B5EF4-FFF2-40B4-BE49-F238E27FC236}">
                  <a16:creationId xmlns:a16="http://schemas.microsoft.com/office/drawing/2014/main" id="{56FCC23F-FED5-7AB6-7095-7583911B75F0}"/>
                </a:ext>
              </a:extLst>
            </p:cNvPr>
            <p:cNvSpPr txBox="1"/>
            <p:nvPr/>
          </p:nvSpPr>
          <p:spPr>
            <a:xfrm>
              <a:off x="5246771" y="3889628"/>
              <a:ext cx="442885" cy="248058"/>
            </a:xfrm>
            <a:prstGeom prst="rect">
              <a:avLst/>
            </a:prstGeom>
          </p:spPr>
          <p:txBody>
            <a:bodyPr vert="horz" wrap="square" lIns="0" tIns="36236" rIns="0" bIns="0" rtlCol="0">
              <a:spAutoFit/>
            </a:bodyPr>
            <a:lstStyle/>
            <a:p>
              <a:pPr marL="26841">
                <a:spcBef>
                  <a:spcPts val="285"/>
                </a:spcBef>
              </a:pPr>
              <a:r>
                <a:rPr sz="1374" spc="-42" dirty="0">
                  <a:latin typeface="Arial"/>
                  <a:cs typeface="Arial"/>
                </a:rPr>
                <a:t>Goal</a:t>
              </a:r>
              <a:endParaRPr sz="1374">
                <a:latin typeface="Arial"/>
                <a:cs typeface="Arial"/>
              </a:endParaRPr>
            </a:p>
          </p:txBody>
        </p:sp>
      </p:grpSp>
    </p:spTree>
    <p:extLst>
      <p:ext uri="{BB962C8B-B14F-4D97-AF65-F5344CB8AC3E}">
        <p14:creationId xmlns:p14="http://schemas.microsoft.com/office/powerpoint/2010/main" val="32474000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94CE0-5DAB-0B58-8D63-D6630F7D6B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402C5B-A49D-1185-8D97-399C60E50661}"/>
              </a:ext>
            </a:extLst>
          </p:cNvPr>
          <p:cNvSpPr>
            <a:spLocks noGrp="1"/>
          </p:cNvSpPr>
          <p:nvPr>
            <p:ph type="title"/>
          </p:nvPr>
        </p:nvSpPr>
        <p:spPr/>
        <p:txBody>
          <a:bodyPr/>
          <a:lstStyle/>
          <a:p>
            <a:r>
              <a:rPr lang="en-US" dirty="0"/>
              <a:t>Maze example: RL-solution by model evaluation</a:t>
            </a:r>
          </a:p>
        </p:txBody>
      </p:sp>
      <mc:AlternateContent xmlns:mc="http://schemas.openxmlformats.org/markup-compatibility/2006">
        <mc:Choice xmlns:a14="http://schemas.microsoft.com/office/drawing/2010/main" Requires="a14">
          <p:sp>
            <p:nvSpPr>
              <p:cNvPr id="203" name="object 202">
                <a:extLst>
                  <a:ext uri="{FF2B5EF4-FFF2-40B4-BE49-F238E27FC236}">
                    <a16:creationId xmlns:a16="http://schemas.microsoft.com/office/drawing/2014/main" id="{AE2CDD03-1A6A-3A56-07D5-E5EAEF22D5EF}"/>
                  </a:ext>
                </a:extLst>
              </p:cNvPr>
              <p:cNvSpPr txBox="1"/>
              <p:nvPr/>
            </p:nvSpPr>
            <p:spPr>
              <a:xfrm>
                <a:off x="186550" y="5213332"/>
                <a:ext cx="5762867" cy="957157"/>
              </a:xfrm>
              <a:prstGeom prst="rect">
                <a:avLst/>
              </a:prstGeom>
            </p:spPr>
            <p:txBody>
              <a:bodyPr vert="horz" wrap="square" lIns="0" tIns="25499" rIns="0" bIns="0" rtlCol="0">
                <a:spAutoFit/>
              </a:bodyPr>
              <a:lstStyle/>
              <a:p>
                <a:pPr marL="1342" algn="ctr">
                  <a:lnSpc>
                    <a:spcPts val="2536"/>
                  </a:lnSpc>
                  <a:spcBef>
                    <a:spcPts val="201"/>
                  </a:spcBef>
                </a:pPr>
                <a:r>
                  <a:rPr lang="en-US" sz="1400" dirty="0"/>
                  <a:t>Grid layout represents the explored part of the state transition model </a:t>
                </a:r>
                <a14:m>
                  <m:oMath xmlns:m="http://schemas.openxmlformats.org/officeDocument/2006/math">
                    <m:r>
                      <a:rPr lang="en-US" sz="1400" i="1" dirty="0" smtClean="0">
                        <a:latin typeface="Cambria Math" panose="02040503050406030204" pitchFamily="18" charset="0"/>
                        <a:ea typeface="Cambria Math" panose="02040503050406030204" pitchFamily="18" charset="0"/>
                      </a:rPr>
                      <m:t>𝒫</m:t>
                    </m:r>
                  </m:oMath>
                </a14:m>
                <a:r>
                  <a:rPr lang="en-US" sz="1400" dirty="0"/>
                  <a:t> </a:t>
                </a:r>
                <a:br>
                  <a:rPr lang="en-US" sz="1400" dirty="0"/>
                </a:br>
                <a:r>
                  <a:rPr lang="en-US" sz="1400" dirty="0"/>
                  <a:t>and numbers depict the estimate by the reward model </a:t>
                </a:r>
                <a14:m>
                  <m:oMath xmlns:m="http://schemas.openxmlformats.org/officeDocument/2006/math">
                    <m:r>
                      <a:rPr lang="en-US" sz="1400" i="1" dirty="0" smtClean="0">
                        <a:latin typeface="Cambria Math" panose="02040503050406030204" pitchFamily="18" charset="0"/>
                        <a:ea typeface="Cambria Math" panose="02040503050406030204" pitchFamily="18" charset="0"/>
                      </a:rPr>
                      <m:t>ℛ</m:t>
                    </m:r>
                  </m:oMath>
                </a14:m>
                <a:br>
                  <a:rPr lang="en-US" sz="1400" dirty="0"/>
                </a:br>
                <a:r>
                  <a:rPr sz="1400" dirty="0"/>
                  <a:t>(source: D. Silver, “Reinforcement learning”, 2015.</a:t>
                </a:r>
                <a:r>
                  <a:rPr lang="en-US" sz="1400" dirty="0"/>
                  <a:t> </a:t>
                </a:r>
                <a:r>
                  <a:rPr sz="1400" dirty="0">
                    <a:hlinkClick r:id="rId2"/>
                  </a:rPr>
                  <a:t>CC BY-NC 4.0</a:t>
                </a:r>
                <a:r>
                  <a:rPr sz="1400" dirty="0"/>
                  <a:t>)</a:t>
                </a:r>
              </a:p>
            </p:txBody>
          </p:sp>
        </mc:Choice>
        <mc:Fallback>
          <p:sp>
            <p:nvSpPr>
              <p:cNvPr id="203" name="object 202">
                <a:extLst>
                  <a:ext uri="{FF2B5EF4-FFF2-40B4-BE49-F238E27FC236}">
                    <a16:creationId xmlns:a16="http://schemas.microsoft.com/office/drawing/2014/main" id="{AE2CDD03-1A6A-3A56-07D5-E5EAEF22D5EF}"/>
                  </a:ext>
                </a:extLst>
              </p:cNvPr>
              <p:cNvSpPr txBox="1">
                <a:spLocks noRot="1" noChangeAspect="1" noMove="1" noResize="1" noEditPoints="1" noAdjustHandles="1" noChangeArrowheads="1" noChangeShapeType="1" noTextEdit="1"/>
              </p:cNvSpPr>
              <p:nvPr/>
            </p:nvSpPr>
            <p:spPr>
              <a:xfrm>
                <a:off x="186550" y="5213332"/>
                <a:ext cx="5762867" cy="957157"/>
              </a:xfrm>
              <a:prstGeom prst="rect">
                <a:avLst/>
              </a:prstGeom>
              <a:blipFill>
                <a:blip r:embed="rId3"/>
                <a:stretch>
                  <a:fillRect b="-10191"/>
                </a:stretch>
              </a:blipFill>
            </p:spPr>
            <p:txBody>
              <a:bodyPr/>
              <a:lstStyle/>
              <a:p>
                <a:r>
                  <a:rPr lang="en-US">
                    <a:noFill/>
                  </a:rPr>
                  <a:t> </a:t>
                </a:r>
              </a:p>
            </p:txBody>
          </p:sp>
        </mc:Fallback>
      </mc:AlternateContent>
      <p:sp>
        <p:nvSpPr>
          <p:cNvPr id="204" name="TextBox 203">
            <a:extLst>
              <a:ext uri="{FF2B5EF4-FFF2-40B4-BE49-F238E27FC236}">
                <a16:creationId xmlns:a16="http://schemas.microsoft.com/office/drawing/2014/main" id="{E24AC183-3605-E304-2D0C-54428A6465B5}"/>
              </a:ext>
            </a:extLst>
          </p:cNvPr>
          <p:cNvSpPr txBox="1"/>
          <p:nvPr/>
        </p:nvSpPr>
        <p:spPr>
          <a:xfrm>
            <a:off x="6563671" y="2339755"/>
            <a:ext cx="3417947" cy="258532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dirty="0"/>
              <a:t>Key characteristics</a:t>
            </a:r>
          </a:p>
          <a:p>
            <a:pPr marL="285750" indent="-285750">
              <a:buFont typeface="Arial" panose="020B0604020202020204" pitchFamily="34" charset="0"/>
              <a:buChar char="•"/>
            </a:pPr>
            <a:r>
              <a:rPr lang="en-US" dirty="0"/>
              <a:t>Agent uses internal model of the environment.</a:t>
            </a:r>
          </a:p>
          <a:p>
            <a:pPr marL="285750" indent="-285750">
              <a:buFont typeface="Arial" panose="020B0604020202020204" pitchFamily="34" charset="0"/>
              <a:buChar char="•"/>
            </a:pPr>
            <a:r>
              <a:rPr lang="en-US" dirty="0"/>
              <a:t>The model is only an estimate (inaccurate, incomplete).</a:t>
            </a:r>
          </a:p>
          <a:p>
            <a:pPr marL="285750" indent="-285750">
              <a:buFont typeface="Arial" panose="020B0604020202020204" pitchFamily="34" charset="0"/>
              <a:buChar char="•"/>
            </a:pPr>
            <a:r>
              <a:rPr lang="en-US" dirty="0"/>
              <a:t>The agent interacts with the model before taking the next action (e.g., by numerical optimizers).</a:t>
            </a:r>
          </a:p>
        </p:txBody>
      </p:sp>
      <p:grpSp>
        <p:nvGrpSpPr>
          <p:cNvPr id="3" name="Group 2">
            <a:extLst>
              <a:ext uri="{FF2B5EF4-FFF2-40B4-BE49-F238E27FC236}">
                <a16:creationId xmlns:a16="http://schemas.microsoft.com/office/drawing/2014/main" id="{675700B6-6D82-6DFB-E8D2-925B4111A38C}"/>
              </a:ext>
            </a:extLst>
          </p:cNvPr>
          <p:cNvGrpSpPr/>
          <p:nvPr/>
        </p:nvGrpSpPr>
        <p:grpSpPr>
          <a:xfrm>
            <a:off x="903113" y="1546785"/>
            <a:ext cx="4543896" cy="3666547"/>
            <a:chOff x="1154399" y="857216"/>
            <a:chExt cx="4543896" cy="3666547"/>
          </a:xfrm>
        </p:grpSpPr>
        <p:grpSp>
          <p:nvGrpSpPr>
            <p:cNvPr id="205" name="object 3">
              <a:extLst>
                <a:ext uri="{FF2B5EF4-FFF2-40B4-BE49-F238E27FC236}">
                  <a16:creationId xmlns:a16="http://schemas.microsoft.com/office/drawing/2014/main" id="{821E834B-2D6C-3371-66DA-C2A2F82FC3CC}"/>
                </a:ext>
              </a:extLst>
            </p:cNvPr>
            <p:cNvGrpSpPr/>
            <p:nvPr/>
          </p:nvGrpSpPr>
          <p:grpSpPr>
            <a:xfrm>
              <a:off x="1554772" y="857216"/>
              <a:ext cx="3775255" cy="3666547"/>
              <a:chOff x="734226" y="405590"/>
              <a:chExt cx="1786255" cy="1734820"/>
            </a:xfrm>
          </p:grpSpPr>
          <p:pic>
            <p:nvPicPr>
              <p:cNvPr id="357" name="object 4">
                <a:extLst>
                  <a:ext uri="{FF2B5EF4-FFF2-40B4-BE49-F238E27FC236}">
                    <a16:creationId xmlns:a16="http://schemas.microsoft.com/office/drawing/2014/main" id="{46890E42-A19D-D61D-8E7C-C09B4501A437}"/>
                  </a:ext>
                </a:extLst>
              </p:cNvPr>
              <p:cNvPicPr/>
              <p:nvPr/>
            </p:nvPicPr>
            <p:blipFill>
              <a:blip r:embed="rId4" cstate="print"/>
              <a:stretch>
                <a:fillRect/>
              </a:stretch>
            </p:blipFill>
            <p:spPr>
              <a:xfrm>
                <a:off x="734226" y="405590"/>
                <a:ext cx="337854" cy="316673"/>
              </a:xfrm>
              <a:prstGeom prst="rect">
                <a:avLst/>
              </a:prstGeom>
            </p:spPr>
          </p:pic>
          <p:pic>
            <p:nvPicPr>
              <p:cNvPr id="358" name="object 5">
                <a:extLst>
                  <a:ext uri="{FF2B5EF4-FFF2-40B4-BE49-F238E27FC236}">
                    <a16:creationId xmlns:a16="http://schemas.microsoft.com/office/drawing/2014/main" id="{46E140AA-4EEC-EAE3-985E-0BB7D2317509}"/>
                  </a:ext>
                </a:extLst>
              </p:cNvPr>
              <p:cNvPicPr/>
              <p:nvPr/>
            </p:nvPicPr>
            <p:blipFill>
              <a:blip r:embed="rId4" cstate="print"/>
              <a:stretch>
                <a:fillRect/>
              </a:stretch>
            </p:blipFill>
            <p:spPr>
              <a:xfrm>
                <a:off x="941046" y="405590"/>
                <a:ext cx="337854" cy="316673"/>
              </a:xfrm>
              <a:prstGeom prst="rect">
                <a:avLst/>
              </a:prstGeom>
            </p:spPr>
          </p:pic>
          <p:pic>
            <p:nvPicPr>
              <p:cNvPr id="359" name="object 6">
                <a:extLst>
                  <a:ext uri="{FF2B5EF4-FFF2-40B4-BE49-F238E27FC236}">
                    <a16:creationId xmlns:a16="http://schemas.microsoft.com/office/drawing/2014/main" id="{7850A8C4-EB72-A06E-2542-85FC51D3DDC2}"/>
                  </a:ext>
                </a:extLst>
              </p:cNvPr>
              <p:cNvPicPr/>
              <p:nvPr/>
            </p:nvPicPr>
            <p:blipFill>
              <a:blip r:embed="rId4" cstate="print"/>
              <a:stretch>
                <a:fillRect/>
              </a:stretch>
            </p:blipFill>
            <p:spPr>
              <a:xfrm>
                <a:off x="1147883" y="405590"/>
                <a:ext cx="337854" cy="316673"/>
              </a:xfrm>
              <a:prstGeom prst="rect">
                <a:avLst/>
              </a:prstGeom>
            </p:spPr>
          </p:pic>
          <p:pic>
            <p:nvPicPr>
              <p:cNvPr id="360" name="object 7">
                <a:extLst>
                  <a:ext uri="{FF2B5EF4-FFF2-40B4-BE49-F238E27FC236}">
                    <a16:creationId xmlns:a16="http://schemas.microsoft.com/office/drawing/2014/main" id="{8914A263-AAB7-8948-8B85-E6EE67158D34}"/>
                  </a:ext>
                </a:extLst>
              </p:cNvPr>
              <p:cNvPicPr/>
              <p:nvPr/>
            </p:nvPicPr>
            <p:blipFill>
              <a:blip r:embed="rId4" cstate="print"/>
              <a:stretch>
                <a:fillRect/>
              </a:stretch>
            </p:blipFill>
            <p:spPr>
              <a:xfrm>
                <a:off x="1354696" y="405590"/>
                <a:ext cx="337854" cy="316673"/>
              </a:xfrm>
              <a:prstGeom prst="rect">
                <a:avLst/>
              </a:prstGeom>
            </p:spPr>
          </p:pic>
          <p:pic>
            <p:nvPicPr>
              <p:cNvPr id="361" name="object 8">
                <a:extLst>
                  <a:ext uri="{FF2B5EF4-FFF2-40B4-BE49-F238E27FC236}">
                    <a16:creationId xmlns:a16="http://schemas.microsoft.com/office/drawing/2014/main" id="{A35C092F-ACC5-5E0B-FA1F-EEC1FB7B44BA}"/>
                  </a:ext>
                </a:extLst>
              </p:cNvPr>
              <p:cNvPicPr/>
              <p:nvPr/>
            </p:nvPicPr>
            <p:blipFill>
              <a:blip r:embed="rId4" cstate="print"/>
              <a:stretch>
                <a:fillRect/>
              </a:stretch>
            </p:blipFill>
            <p:spPr>
              <a:xfrm>
                <a:off x="1561539" y="405590"/>
                <a:ext cx="337854" cy="316673"/>
              </a:xfrm>
              <a:prstGeom prst="rect">
                <a:avLst/>
              </a:prstGeom>
            </p:spPr>
          </p:pic>
          <p:pic>
            <p:nvPicPr>
              <p:cNvPr id="362" name="object 9">
                <a:extLst>
                  <a:ext uri="{FF2B5EF4-FFF2-40B4-BE49-F238E27FC236}">
                    <a16:creationId xmlns:a16="http://schemas.microsoft.com/office/drawing/2014/main" id="{925ECCE6-B73B-B374-1104-7EC124DD05B0}"/>
                  </a:ext>
                </a:extLst>
              </p:cNvPr>
              <p:cNvPicPr/>
              <p:nvPr/>
            </p:nvPicPr>
            <p:blipFill>
              <a:blip r:embed="rId4" cstate="print"/>
              <a:stretch>
                <a:fillRect/>
              </a:stretch>
            </p:blipFill>
            <p:spPr>
              <a:xfrm>
                <a:off x="1768353" y="405590"/>
                <a:ext cx="337854" cy="316673"/>
              </a:xfrm>
              <a:prstGeom prst="rect">
                <a:avLst/>
              </a:prstGeom>
            </p:spPr>
          </p:pic>
          <p:pic>
            <p:nvPicPr>
              <p:cNvPr id="363" name="object 10">
                <a:extLst>
                  <a:ext uri="{FF2B5EF4-FFF2-40B4-BE49-F238E27FC236}">
                    <a16:creationId xmlns:a16="http://schemas.microsoft.com/office/drawing/2014/main" id="{42A82797-D966-FAA0-682E-D54C095F181E}"/>
                  </a:ext>
                </a:extLst>
              </p:cNvPr>
              <p:cNvPicPr/>
              <p:nvPr/>
            </p:nvPicPr>
            <p:blipFill>
              <a:blip r:embed="rId4" cstate="print"/>
              <a:stretch>
                <a:fillRect/>
              </a:stretch>
            </p:blipFill>
            <p:spPr>
              <a:xfrm>
                <a:off x="1975172" y="405590"/>
                <a:ext cx="337854" cy="316673"/>
              </a:xfrm>
              <a:prstGeom prst="rect">
                <a:avLst/>
              </a:prstGeom>
            </p:spPr>
          </p:pic>
          <p:pic>
            <p:nvPicPr>
              <p:cNvPr id="364" name="object 11">
                <a:extLst>
                  <a:ext uri="{FF2B5EF4-FFF2-40B4-BE49-F238E27FC236}">
                    <a16:creationId xmlns:a16="http://schemas.microsoft.com/office/drawing/2014/main" id="{753AA86D-74DC-36F0-BDB7-FD4E10F7F27D}"/>
                  </a:ext>
                </a:extLst>
              </p:cNvPr>
              <p:cNvPicPr/>
              <p:nvPr/>
            </p:nvPicPr>
            <p:blipFill>
              <a:blip r:embed="rId4" cstate="print"/>
              <a:stretch>
                <a:fillRect/>
              </a:stretch>
            </p:blipFill>
            <p:spPr>
              <a:xfrm>
                <a:off x="2182009" y="405590"/>
                <a:ext cx="337854" cy="316673"/>
              </a:xfrm>
              <a:prstGeom prst="rect">
                <a:avLst/>
              </a:prstGeom>
            </p:spPr>
          </p:pic>
          <p:pic>
            <p:nvPicPr>
              <p:cNvPr id="365" name="object 12">
                <a:extLst>
                  <a:ext uri="{FF2B5EF4-FFF2-40B4-BE49-F238E27FC236}">
                    <a16:creationId xmlns:a16="http://schemas.microsoft.com/office/drawing/2014/main" id="{72709ADB-8DAA-8B8B-112A-D801B39284D7}"/>
                  </a:ext>
                </a:extLst>
              </p:cNvPr>
              <p:cNvPicPr/>
              <p:nvPr/>
            </p:nvPicPr>
            <p:blipFill>
              <a:blip r:embed="rId5" cstate="print"/>
              <a:stretch>
                <a:fillRect/>
              </a:stretch>
            </p:blipFill>
            <p:spPr>
              <a:xfrm>
                <a:off x="734226" y="591228"/>
                <a:ext cx="337854" cy="337854"/>
              </a:xfrm>
              <a:prstGeom prst="rect">
                <a:avLst/>
              </a:prstGeom>
            </p:spPr>
          </p:pic>
          <p:pic>
            <p:nvPicPr>
              <p:cNvPr id="366" name="object 13">
                <a:extLst>
                  <a:ext uri="{FF2B5EF4-FFF2-40B4-BE49-F238E27FC236}">
                    <a16:creationId xmlns:a16="http://schemas.microsoft.com/office/drawing/2014/main" id="{6997BD44-964D-9074-AD22-4E00DAC97B28}"/>
                  </a:ext>
                </a:extLst>
              </p:cNvPr>
              <p:cNvPicPr/>
              <p:nvPr/>
            </p:nvPicPr>
            <p:blipFill>
              <a:blip r:embed="rId5" cstate="print"/>
              <a:stretch>
                <a:fillRect/>
              </a:stretch>
            </p:blipFill>
            <p:spPr>
              <a:xfrm>
                <a:off x="941046" y="591228"/>
                <a:ext cx="337854" cy="337854"/>
              </a:xfrm>
              <a:prstGeom prst="rect">
                <a:avLst/>
              </a:prstGeom>
            </p:spPr>
          </p:pic>
          <p:pic>
            <p:nvPicPr>
              <p:cNvPr id="367" name="object 14">
                <a:extLst>
                  <a:ext uri="{FF2B5EF4-FFF2-40B4-BE49-F238E27FC236}">
                    <a16:creationId xmlns:a16="http://schemas.microsoft.com/office/drawing/2014/main" id="{3110D0A1-5E17-F3D9-FEB7-2905B5AAEBDB}"/>
                  </a:ext>
                </a:extLst>
              </p:cNvPr>
              <p:cNvPicPr/>
              <p:nvPr/>
            </p:nvPicPr>
            <p:blipFill>
              <a:blip r:embed="rId5" cstate="print"/>
              <a:stretch>
                <a:fillRect/>
              </a:stretch>
            </p:blipFill>
            <p:spPr>
              <a:xfrm>
                <a:off x="1147883" y="591228"/>
                <a:ext cx="337854" cy="337854"/>
              </a:xfrm>
              <a:prstGeom prst="rect">
                <a:avLst/>
              </a:prstGeom>
            </p:spPr>
          </p:pic>
          <p:pic>
            <p:nvPicPr>
              <p:cNvPr id="368" name="object 15">
                <a:extLst>
                  <a:ext uri="{FF2B5EF4-FFF2-40B4-BE49-F238E27FC236}">
                    <a16:creationId xmlns:a16="http://schemas.microsoft.com/office/drawing/2014/main" id="{E0443F43-D0B3-1AE0-C3A8-F3FEC617EBF9}"/>
                  </a:ext>
                </a:extLst>
              </p:cNvPr>
              <p:cNvPicPr/>
              <p:nvPr/>
            </p:nvPicPr>
            <p:blipFill>
              <a:blip r:embed="rId5" cstate="print"/>
              <a:stretch>
                <a:fillRect/>
              </a:stretch>
            </p:blipFill>
            <p:spPr>
              <a:xfrm>
                <a:off x="1354696" y="591228"/>
                <a:ext cx="337854" cy="337854"/>
              </a:xfrm>
              <a:prstGeom prst="rect">
                <a:avLst/>
              </a:prstGeom>
            </p:spPr>
          </p:pic>
          <p:pic>
            <p:nvPicPr>
              <p:cNvPr id="369" name="object 16">
                <a:extLst>
                  <a:ext uri="{FF2B5EF4-FFF2-40B4-BE49-F238E27FC236}">
                    <a16:creationId xmlns:a16="http://schemas.microsoft.com/office/drawing/2014/main" id="{84A0ED19-AA8D-2509-D60E-1C0234438C7F}"/>
                  </a:ext>
                </a:extLst>
              </p:cNvPr>
              <p:cNvPicPr/>
              <p:nvPr/>
            </p:nvPicPr>
            <p:blipFill>
              <a:blip r:embed="rId5" cstate="print"/>
              <a:stretch>
                <a:fillRect/>
              </a:stretch>
            </p:blipFill>
            <p:spPr>
              <a:xfrm>
                <a:off x="1561539" y="591228"/>
                <a:ext cx="337854" cy="337854"/>
              </a:xfrm>
              <a:prstGeom prst="rect">
                <a:avLst/>
              </a:prstGeom>
            </p:spPr>
          </p:pic>
          <p:pic>
            <p:nvPicPr>
              <p:cNvPr id="370" name="object 17">
                <a:extLst>
                  <a:ext uri="{FF2B5EF4-FFF2-40B4-BE49-F238E27FC236}">
                    <a16:creationId xmlns:a16="http://schemas.microsoft.com/office/drawing/2014/main" id="{83A195B0-5C0B-4A68-3EFA-4E40EF73956C}"/>
                  </a:ext>
                </a:extLst>
              </p:cNvPr>
              <p:cNvPicPr/>
              <p:nvPr/>
            </p:nvPicPr>
            <p:blipFill>
              <a:blip r:embed="rId5" cstate="print"/>
              <a:stretch>
                <a:fillRect/>
              </a:stretch>
            </p:blipFill>
            <p:spPr>
              <a:xfrm>
                <a:off x="1768353" y="591228"/>
                <a:ext cx="337854" cy="337854"/>
              </a:xfrm>
              <a:prstGeom prst="rect">
                <a:avLst/>
              </a:prstGeom>
            </p:spPr>
          </p:pic>
          <p:pic>
            <p:nvPicPr>
              <p:cNvPr id="371" name="object 18">
                <a:extLst>
                  <a:ext uri="{FF2B5EF4-FFF2-40B4-BE49-F238E27FC236}">
                    <a16:creationId xmlns:a16="http://schemas.microsoft.com/office/drawing/2014/main" id="{C8C87139-0FDE-94F7-6524-951711C3F324}"/>
                  </a:ext>
                </a:extLst>
              </p:cNvPr>
              <p:cNvPicPr/>
              <p:nvPr/>
            </p:nvPicPr>
            <p:blipFill>
              <a:blip r:embed="rId5" cstate="print"/>
              <a:stretch>
                <a:fillRect/>
              </a:stretch>
            </p:blipFill>
            <p:spPr>
              <a:xfrm>
                <a:off x="1975172" y="591228"/>
                <a:ext cx="337854" cy="337854"/>
              </a:xfrm>
              <a:prstGeom prst="rect">
                <a:avLst/>
              </a:prstGeom>
            </p:spPr>
          </p:pic>
          <p:pic>
            <p:nvPicPr>
              <p:cNvPr id="372" name="object 19">
                <a:extLst>
                  <a:ext uri="{FF2B5EF4-FFF2-40B4-BE49-F238E27FC236}">
                    <a16:creationId xmlns:a16="http://schemas.microsoft.com/office/drawing/2014/main" id="{6FFEEB16-7FBA-305E-77C7-7559E38F163A}"/>
                  </a:ext>
                </a:extLst>
              </p:cNvPr>
              <p:cNvPicPr/>
              <p:nvPr/>
            </p:nvPicPr>
            <p:blipFill>
              <a:blip r:embed="rId5" cstate="print"/>
              <a:stretch>
                <a:fillRect/>
              </a:stretch>
            </p:blipFill>
            <p:spPr>
              <a:xfrm>
                <a:off x="2182009" y="591228"/>
                <a:ext cx="337854" cy="337854"/>
              </a:xfrm>
              <a:prstGeom prst="rect">
                <a:avLst/>
              </a:prstGeom>
            </p:spPr>
          </p:pic>
          <p:pic>
            <p:nvPicPr>
              <p:cNvPr id="373" name="object 20">
                <a:extLst>
                  <a:ext uri="{FF2B5EF4-FFF2-40B4-BE49-F238E27FC236}">
                    <a16:creationId xmlns:a16="http://schemas.microsoft.com/office/drawing/2014/main" id="{44157769-562C-863C-85A5-C969923CE6A4}"/>
                  </a:ext>
                </a:extLst>
              </p:cNvPr>
              <p:cNvPicPr/>
              <p:nvPr/>
            </p:nvPicPr>
            <p:blipFill>
              <a:blip r:embed="rId5" cstate="print"/>
              <a:stretch>
                <a:fillRect/>
              </a:stretch>
            </p:blipFill>
            <p:spPr>
              <a:xfrm>
                <a:off x="734226" y="798065"/>
                <a:ext cx="337854" cy="337854"/>
              </a:xfrm>
              <a:prstGeom prst="rect">
                <a:avLst/>
              </a:prstGeom>
            </p:spPr>
          </p:pic>
          <p:pic>
            <p:nvPicPr>
              <p:cNvPr id="374" name="object 21">
                <a:extLst>
                  <a:ext uri="{FF2B5EF4-FFF2-40B4-BE49-F238E27FC236}">
                    <a16:creationId xmlns:a16="http://schemas.microsoft.com/office/drawing/2014/main" id="{7344380A-9BBF-20BF-5617-BDB68BC543B2}"/>
                  </a:ext>
                </a:extLst>
              </p:cNvPr>
              <p:cNvPicPr/>
              <p:nvPr/>
            </p:nvPicPr>
            <p:blipFill>
              <a:blip r:embed="rId5" cstate="print"/>
              <a:stretch>
                <a:fillRect/>
              </a:stretch>
            </p:blipFill>
            <p:spPr>
              <a:xfrm>
                <a:off x="941046" y="798065"/>
                <a:ext cx="337854" cy="337854"/>
              </a:xfrm>
              <a:prstGeom prst="rect">
                <a:avLst/>
              </a:prstGeom>
            </p:spPr>
          </p:pic>
          <p:pic>
            <p:nvPicPr>
              <p:cNvPr id="375" name="object 22">
                <a:extLst>
                  <a:ext uri="{FF2B5EF4-FFF2-40B4-BE49-F238E27FC236}">
                    <a16:creationId xmlns:a16="http://schemas.microsoft.com/office/drawing/2014/main" id="{09106244-AE80-5281-9BD4-89DDAF9E2548}"/>
                  </a:ext>
                </a:extLst>
              </p:cNvPr>
              <p:cNvPicPr/>
              <p:nvPr/>
            </p:nvPicPr>
            <p:blipFill>
              <a:blip r:embed="rId5" cstate="print"/>
              <a:stretch>
                <a:fillRect/>
              </a:stretch>
            </p:blipFill>
            <p:spPr>
              <a:xfrm>
                <a:off x="1147883" y="798065"/>
                <a:ext cx="337854" cy="337854"/>
              </a:xfrm>
              <a:prstGeom prst="rect">
                <a:avLst/>
              </a:prstGeom>
            </p:spPr>
          </p:pic>
          <p:pic>
            <p:nvPicPr>
              <p:cNvPr id="376" name="object 23">
                <a:extLst>
                  <a:ext uri="{FF2B5EF4-FFF2-40B4-BE49-F238E27FC236}">
                    <a16:creationId xmlns:a16="http://schemas.microsoft.com/office/drawing/2014/main" id="{BD262CCE-73E1-0A84-8BA4-47D3DADD06A8}"/>
                  </a:ext>
                </a:extLst>
              </p:cNvPr>
              <p:cNvPicPr/>
              <p:nvPr/>
            </p:nvPicPr>
            <p:blipFill>
              <a:blip r:embed="rId5" cstate="print"/>
              <a:stretch>
                <a:fillRect/>
              </a:stretch>
            </p:blipFill>
            <p:spPr>
              <a:xfrm>
                <a:off x="1354696" y="798065"/>
                <a:ext cx="337854" cy="337854"/>
              </a:xfrm>
              <a:prstGeom prst="rect">
                <a:avLst/>
              </a:prstGeom>
            </p:spPr>
          </p:pic>
          <p:pic>
            <p:nvPicPr>
              <p:cNvPr id="377" name="object 24">
                <a:extLst>
                  <a:ext uri="{FF2B5EF4-FFF2-40B4-BE49-F238E27FC236}">
                    <a16:creationId xmlns:a16="http://schemas.microsoft.com/office/drawing/2014/main" id="{4D818BB5-7FF6-FAFA-6BDE-A35329E082C1}"/>
                  </a:ext>
                </a:extLst>
              </p:cNvPr>
              <p:cNvPicPr/>
              <p:nvPr/>
            </p:nvPicPr>
            <p:blipFill>
              <a:blip r:embed="rId5" cstate="print"/>
              <a:stretch>
                <a:fillRect/>
              </a:stretch>
            </p:blipFill>
            <p:spPr>
              <a:xfrm>
                <a:off x="1561539" y="798065"/>
                <a:ext cx="337854" cy="337854"/>
              </a:xfrm>
              <a:prstGeom prst="rect">
                <a:avLst/>
              </a:prstGeom>
            </p:spPr>
          </p:pic>
          <p:pic>
            <p:nvPicPr>
              <p:cNvPr id="378" name="object 25">
                <a:extLst>
                  <a:ext uri="{FF2B5EF4-FFF2-40B4-BE49-F238E27FC236}">
                    <a16:creationId xmlns:a16="http://schemas.microsoft.com/office/drawing/2014/main" id="{FE438211-124F-BB57-E2AC-ABF60B10A90D}"/>
                  </a:ext>
                </a:extLst>
              </p:cNvPr>
              <p:cNvPicPr/>
              <p:nvPr/>
            </p:nvPicPr>
            <p:blipFill>
              <a:blip r:embed="rId5" cstate="print"/>
              <a:stretch>
                <a:fillRect/>
              </a:stretch>
            </p:blipFill>
            <p:spPr>
              <a:xfrm>
                <a:off x="1768353" y="798065"/>
                <a:ext cx="337854" cy="337854"/>
              </a:xfrm>
              <a:prstGeom prst="rect">
                <a:avLst/>
              </a:prstGeom>
            </p:spPr>
          </p:pic>
          <p:pic>
            <p:nvPicPr>
              <p:cNvPr id="379" name="object 26">
                <a:extLst>
                  <a:ext uri="{FF2B5EF4-FFF2-40B4-BE49-F238E27FC236}">
                    <a16:creationId xmlns:a16="http://schemas.microsoft.com/office/drawing/2014/main" id="{18FBAD14-D4D3-6EE4-0102-4033C0C2F15B}"/>
                  </a:ext>
                </a:extLst>
              </p:cNvPr>
              <p:cNvPicPr/>
              <p:nvPr/>
            </p:nvPicPr>
            <p:blipFill>
              <a:blip r:embed="rId5" cstate="print"/>
              <a:stretch>
                <a:fillRect/>
              </a:stretch>
            </p:blipFill>
            <p:spPr>
              <a:xfrm>
                <a:off x="1975172" y="798065"/>
                <a:ext cx="337854" cy="337854"/>
              </a:xfrm>
              <a:prstGeom prst="rect">
                <a:avLst/>
              </a:prstGeom>
            </p:spPr>
          </p:pic>
          <p:pic>
            <p:nvPicPr>
              <p:cNvPr id="380" name="object 27">
                <a:extLst>
                  <a:ext uri="{FF2B5EF4-FFF2-40B4-BE49-F238E27FC236}">
                    <a16:creationId xmlns:a16="http://schemas.microsoft.com/office/drawing/2014/main" id="{EB78DCFA-10FD-B8A6-367B-8A2C22A28881}"/>
                  </a:ext>
                </a:extLst>
              </p:cNvPr>
              <p:cNvPicPr/>
              <p:nvPr/>
            </p:nvPicPr>
            <p:blipFill>
              <a:blip r:embed="rId5" cstate="print"/>
              <a:stretch>
                <a:fillRect/>
              </a:stretch>
            </p:blipFill>
            <p:spPr>
              <a:xfrm>
                <a:off x="2182009" y="798065"/>
                <a:ext cx="337854" cy="337854"/>
              </a:xfrm>
              <a:prstGeom prst="rect">
                <a:avLst/>
              </a:prstGeom>
            </p:spPr>
          </p:pic>
          <p:pic>
            <p:nvPicPr>
              <p:cNvPr id="381" name="object 28">
                <a:extLst>
                  <a:ext uri="{FF2B5EF4-FFF2-40B4-BE49-F238E27FC236}">
                    <a16:creationId xmlns:a16="http://schemas.microsoft.com/office/drawing/2014/main" id="{11B166DF-8E02-17DE-3438-9E196E1F969F}"/>
                  </a:ext>
                </a:extLst>
              </p:cNvPr>
              <p:cNvPicPr/>
              <p:nvPr/>
            </p:nvPicPr>
            <p:blipFill>
              <a:blip r:embed="rId5" cstate="print"/>
              <a:stretch>
                <a:fillRect/>
              </a:stretch>
            </p:blipFill>
            <p:spPr>
              <a:xfrm>
                <a:off x="734226" y="1004879"/>
                <a:ext cx="337854" cy="337854"/>
              </a:xfrm>
              <a:prstGeom prst="rect">
                <a:avLst/>
              </a:prstGeom>
            </p:spPr>
          </p:pic>
          <p:pic>
            <p:nvPicPr>
              <p:cNvPr id="382" name="object 29">
                <a:extLst>
                  <a:ext uri="{FF2B5EF4-FFF2-40B4-BE49-F238E27FC236}">
                    <a16:creationId xmlns:a16="http://schemas.microsoft.com/office/drawing/2014/main" id="{FF85B6E8-FFD7-48E5-8941-7F3269E47E68}"/>
                  </a:ext>
                </a:extLst>
              </p:cNvPr>
              <p:cNvPicPr/>
              <p:nvPr/>
            </p:nvPicPr>
            <p:blipFill>
              <a:blip r:embed="rId5" cstate="print"/>
              <a:stretch>
                <a:fillRect/>
              </a:stretch>
            </p:blipFill>
            <p:spPr>
              <a:xfrm>
                <a:off x="941046" y="1004879"/>
                <a:ext cx="337854" cy="337854"/>
              </a:xfrm>
              <a:prstGeom prst="rect">
                <a:avLst/>
              </a:prstGeom>
            </p:spPr>
          </p:pic>
          <p:pic>
            <p:nvPicPr>
              <p:cNvPr id="383" name="object 30">
                <a:extLst>
                  <a:ext uri="{FF2B5EF4-FFF2-40B4-BE49-F238E27FC236}">
                    <a16:creationId xmlns:a16="http://schemas.microsoft.com/office/drawing/2014/main" id="{B212D31C-5EB2-2435-D1C2-3C13637A6F7C}"/>
                  </a:ext>
                </a:extLst>
              </p:cNvPr>
              <p:cNvPicPr/>
              <p:nvPr/>
            </p:nvPicPr>
            <p:blipFill>
              <a:blip r:embed="rId5" cstate="print"/>
              <a:stretch>
                <a:fillRect/>
              </a:stretch>
            </p:blipFill>
            <p:spPr>
              <a:xfrm>
                <a:off x="1147883" y="1004879"/>
                <a:ext cx="337854" cy="337854"/>
              </a:xfrm>
              <a:prstGeom prst="rect">
                <a:avLst/>
              </a:prstGeom>
            </p:spPr>
          </p:pic>
          <p:pic>
            <p:nvPicPr>
              <p:cNvPr id="384" name="object 31">
                <a:extLst>
                  <a:ext uri="{FF2B5EF4-FFF2-40B4-BE49-F238E27FC236}">
                    <a16:creationId xmlns:a16="http://schemas.microsoft.com/office/drawing/2014/main" id="{409DAE25-B9A6-D2F1-9D21-9D16CBE76625}"/>
                  </a:ext>
                </a:extLst>
              </p:cNvPr>
              <p:cNvPicPr/>
              <p:nvPr/>
            </p:nvPicPr>
            <p:blipFill>
              <a:blip r:embed="rId5" cstate="print"/>
              <a:stretch>
                <a:fillRect/>
              </a:stretch>
            </p:blipFill>
            <p:spPr>
              <a:xfrm>
                <a:off x="1354696" y="1004879"/>
                <a:ext cx="337854" cy="337854"/>
              </a:xfrm>
              <a:prstGeom prst="rect">
                <a:avLst/>
              </a:prstGeom>
            </p:spPr>
          </p:pic>
          <p:pic>
            <p:nvPicPr>
              <p:cNvPr id="385" name="object 32">
                <a:extLst>
                  <a:ext uri="{FF2B5EF4-FFF2-40B4-BE49-F238E27FC236}">
                    <a16:creationId xmlns:a16="http://schemas.microsoft.com/office/drawing/2014/main" id="{E6934916-79BC-3869-E96A-57538C1619A0}"/>
                  </a:ext>
                </a:extLst>
              </p:cNvPr>
              <p:cNvPicPr/>
              <p:nvPr/>
            </p:nvPicPr>
            <p:blipFill>
              <a:blip r:embed="rId5" cstate="print"/>
              <a:stretch>
                <a:fillRect/>
              </a:stretch>
            </p:blipFill>
            <p:spPr>
              <a:xfrm>
                <a:off x="1561539" y="1004879"/>
                <a:ext cx="337854" cy="337854"/>
              </a:xfrm>
              <a:prstGeom prst="rect">
                <a:avLst/>
              </a:prstGeom>
            </p:spPr>
          </p:pic>
          <p:pic>
            <p:nvPicPr>
              <p:cNvPr id="386" name="object 33">
                <a:extLst>
                  <a:ext uri="{FF2B5EF4-FFF2-40B4-BE49-F238E27FC236}">
                    <a16:creationId xmlns:a16="http://schemas.microsoft.com/office/drawing/2014/main" id="{9407284D-E003-A613-B3D9-533D72DEE897}"/>
                  </a:ext>
                </a:extLst>
              </p:cNvPr>
              <p:cNvPicPr/>
              <p:nvPr/>
            </p:nvPicPr>
            <p:blipFill>
              <a:blip r:embed="rId5" cstate="print"/>
              <a:stretch>
                <a:fillRect/>
              </a:stretch>
            </p:blipFill>
            <p:spPr>
              <a:xfrm>
                <a:off x="1768353" y="1004879"/>
                <a:ext cx="337854" cy="337854"/>
              </a:xfrm>
              <a:prstGeom prst="rect">
                <a:avLst/>
              </a:prstGeom>
            </p:spPr>
          </p:pic>
          <p:pic>
            <p:nvPicPr>
              <p:cNvPr id="387" name="object 34">
                <a:extLst>
                  <a:ext uri="{FF2B5EF4-FFF2-40B4-BE49-F238E27FC236}">
                    <a16:creationId xmlns:a16="http://schemas.microsoft.com/office/drawing/2014/main" id="{9ADAF439-CF5F-C271-908B-8BA190BB39F2}"/>
                  </a:ext>
                </a:extLst>
              </p:cNvPr>
              <p:cNvPicPr/>
              <p:nvPr/>
            </p:nvPicPr>
            <p:blipFill>
              <a:blip r:embed="rId5" cstate="print"/>
              <a:stretch>
                <a:fillRect/>
              </a:stretch>
            </p:blipFill>
            <p:spPr>
              <a:xfrm>
                <a:off x="1975172" y="1004879"/>
                <a:ext cx="337854" cy="337854"/>
              </a:xfrm>
              <a:prstGeom prst="rect">
                <a:avLst/>
              </a:prstGeom>
            </p:spPr>
          </p:pic>
          <p:pic>
            <p:nvPicPr>
              <p:cNvPr id="388" name="object 35">
                <a:extLst>
                  <a:ext uri="{FF2B5EF4-FFF2-40B4-BE49-F238E27FC236}">
                    <a16:creationId xmlns:a16="http://schemas.microsoft.com/office/drawing/2014/main" id="{50D0C0EF-9167-58D9-39B2-552CC9F9F0B5}"/>
                  </a:ext>
                </a:extLst>
              </p:cNvPr>
              <p:cNvPicPr/>
              <p:nvPr/>
            </p:nvPicPr>
            <p:blipFill>
              <a:blip r:embed="rId5" cstate="print"/>
              <a:stretch>
                <a:fillRect/>
              </a:stretch>
            </p:blipFill>
            <p:spPr>
              <a:xfrm>
                <a:off x="2182009" y="1004879"/>
                <a:ext cx="337854" cy="337854"/>
              </a:xfrm>
              <a:prstGeom prst="rect">
                <a:avLst/>
              </a:prstGeom>
            </p:spPr>
          </p:pic>
          <p:pic>
            <p:nvPicPr>
              <p:cNvPr id="389" name="object 36">
                <a:extLst>
                  <a:ext uri="{FF2B5EF4-FFF2-40B4-BE49-F238E27FC236}">
                    <a16:creationId xmlns:a16="http://schemas.microsoft.com/office/drawing/2014/main" id="{BC0A82F5-F6EE-C5CA-1446-377EA75ED1E8}"/>
                  </a:ext>
                </a:extLst>
              </p:cNvPr>
              <p:cNvPicPr/>
              <p:nvPr/>
            </p:nvPicPr>
            <p:blipFill>
              <a:blip r:embed="rId5" cstate="print"/>
              <a:stretch>
                <a:fillRect/>
              </a:stretch>
            </p:blipFill>
            <p:spPr>
              <a:xfrm>
                <a:off x="734226" y="1211721"/>
                <a:ext cx="337854" cy="337854"/>
              </a:xfrm>
              <a:prstGeom prst="rect">
                <a:avLst/>
              </a:prstGeom>
            </p:spPr>
          </p:pic>
          <p:pic>
            <p:nvPicPr>
              <p:cNvPr id="390" name="object 37">
                <a:extLst>
                  <a:ext uri="{FF2B5EF4-FFF2-40B4-BE49-F238E27FC236}">
                    <a16:creationId xmlns:a16="http://schemas.microsoft.com/office/drawing/2014/main" id="{C98B56E6-5DF3-2083-DCFE-505EF0A13AAC}"/>
                  </a:ext>
                </a:extLst>
              </p:cNvPr>
              <p:cNvPicPr/>
              <p:nvPr/>
            </p:nvPicPr>
            <p:blipFill>
              <a:blip r:embed="rId5" cstate="print"/>
              <a:stretch>
                <a:fillRect/>
              </a:stretch>
            </p:blipFill>
            <p:spPr>
              <a:xfrm>
                <a:off x="941046" y="1211721"/>
                <a:ext cx="337854" cy="337854"/>
              </a:xfrm>
              <a:prstGeom prst="rect">
                <a:avLst/>
              </a:prstGeom>
            </p:spPr>
          </p:pic>
          <p:pic>
            <p:nvPicPr>
              <p:cNvPr id="391" name="object 38">
                <a:extLst>
                  <a:ext uri="{FF2B5EF4-FFF2-40B4-BE49-F238E27FC236}">
                    <a16:creationId xmlns:a16="http://schemas.microsoft.com/office/drawing/2014/main" id="{803DBA38-2EA0-9017-A3B2-26C06353E74E}"/>
                  </a:ext>
                </a:extLst>
              </p:cNvPr>
              <p:cNvPicPr/>
              <p:nvPr/>
            </p:nvPicPr>
            <p:blipFill>
              <a:blip r:embed="rId5" cstate="print"/>
              <a:stretch>
                <a:fillRect/>
              </a:stretch>
            </p:blipFill>
            <p:spPr>
              <a:xfrm>
                <a:off x="1147883" y="1211721"/>
                <a:ext cx="337854" cy="337854"/>
              </a:xfrm>
              <a:prstGeom prst="rect">
                <a:avLst/>
              </a:prstGeom>
            </p:spPr>
          </p:pic>
          <p:pic>
            <p:nvPicPr>
              <p:cNvPr id="392" name="object 39">
                <a:extLst>
                  <a:ext uri="{FF2B5EF4-FFF2-40B4-BE49-F238E27FC236}">
                    <a16:creationId xmlns:a16="http://schemas.microsoft.com/office/drawing/2014/main" id="{525FFE4B-CFBF-1289-E495-20FA00FBD1C5}"/>
                  </a:ext>
                </a:extLst>
              </p:cNvPr>
              <p:cNvPicPr/>
              <p:nvPr/>
            </p:nvPicPr>
            <p:blipFill>
              <a:blip r:embed="rId5" cstate="print"/>
              <a:stretch>
                <a:fillRect/>
              </a:stretch>
            </p:blipFill>
            <p:spPr>
              <a:xfrm>
                <a:off x="1354696" y="1211721"/>
                <a:ext cx="337854" cy="337854"/>
              </a:xfrm>
              <a:prstGeom prst="rect">
                <a:avLst/>
              </a:prstGeom>
            </p:spPr>
          </p:pic>
          <p:pic>
            <p:nvPicPr>
              <p:cNvPr id="393" name="object 40">
                <a:extLst>
                  <a:ext uri="{FF2B5EF4-FFF2-40B4-BE49-F238E27FC236}">
                    <a16:creationId xmlns:a16="http://schemas.microsoft.com/office/drawing/2014/main" id="{17F8528F-EAEC-7E60-E077-7D8FDFADC155}"/>
                  </a:ext>
                </a:extLst>
              </p:cNvPr>
              <p:cNvPicPr/>
              <p:nvPr/>
            </p:nvPicPr>
            <p:blipFill>
              <a:blip r:embed="rId5" cstate="print"/>
              <a:stretch>
                <a:fillRect/>
              </a:stretch>
            </p:blipFill>
            <p:spPr>
              <a:xfrm>
                <a:off x="1561539" y="1211721"/>
                <a:ext cx="337854" cy="337854"/>
              </a:xfrm>
              <a:prstGeom prst="rect">
                <a:avLst/>
              </a:prstGeom>
            </p:spPr>
          </p:pic>
          <p:pic>
            <p:nvPicPr>
              <p:cNvPr id="394" name="object 41">
                <a:extLst>
                  <a:ext uri="{FF2B5EF4-FFF2-40B4-BE49-F238E27FC236}">
                    <a16:creationId xmlns:a16="http://schemas.microsoft.com/office/drawing/2014/main" id="{026BB982-E7BE-9A87-E795-3062071DB986}"/>
                  </a:ext>
                </a:extLst>
              </p:cNvPr>
              <p:cNvPicPr/>
              <p:nvPr/>
            </p:nvPicPr>
            <p:blipFill>
              <a:blip r:embed="rId5" cstate="print"/>
              <a:stretch>
                <a:fillRect/>
              </a:stretch>
            </p:blipFill>
            <p:spPr>
              <a:xfrm>
                <a:off x="1768353" y="1211721"/>
                <a:ext cx="337854" cy="337854"/>
              </a:xfrm>
              <a:prstGeom prst="rect">
                <a:avLst/>
              </a:prstGeom>
            </p:spPr>
          </p:pic>
          <p:pic>
            <p:nvPicPr>
              <p:cNvPr id="395" name="object 42">
                <a:extLst>
                  <a:ext uri="{FF2B5EF4-FFF2-40B4-BE49-F238E27FC236}">
                    <a16:creationId xmlns:a16="http://schemas.microsoft.com/office/drawing/2014/main" id="{DE3ADE3E-D818-9F56-B46C-395CB7167F24}"/>
                  </a:ext>
                </a:extLst>
              </p:cNvPr>
              <p:cNvPicPr/>
              <p:nvPr/>
            </p:nvPicPr>
            <p:blipFill>
              <a:blip r:embed="rId5" cstate="print"/>
              <a:stretch>
                <a:fillRect/>
              </a:stretch>
            </p:blipFill>
            <p:spPr>
              <a:xfrm>
                <a:off x="1975172" y="1211721"/>
                <a:ext cx="337854" cy="337854"/>
              </a:xfrm>
              <a:prstGeom prst="rect">
                <a:avLst/>
              </a:prstGeom>
            </p:spPr>
          </p:pic>
          <p:pic>
            <p:nvPicPr>
              <p:cNvPr id="396" name="object 43">
                <a:extLst>
                  <a:ext uri="{FF2B5EF4-FFF2-40B4-BE49-F238E27FC236}">
                    <a16:creationId xmlns:a16="http://schemas.microsoft.com/office/drawing/2014/main" id="{EE1559D2-F168-9D2A-F579-2F7194D83D20}"/>
                  </a:ext>
                </a:extLst>
              </p:cNvPr>
              <p:cNvPicPr/>
              <p:nvPr/>
            </p:nvPicPr>
            <p:blipFill>
              <a:blip r:embed="rId5" cstate="print"/>
              <a:stretch>
                <a:fillRect/>
              </a:stretch>
            </p:blipFill>
            <p:spPr>
              <a:xfrm>
                <a:off x="2182009" y="1211721"/>
                <a:ext cx="337854" cy="337854"/>
              </a:xfrm>
              <a:prstGeom prst="rect">
                <a:avLst/>
              </a:prstGeom>
            </p:spPr>
          </p:pic>
          <p:pic>
            <p:nvPicPr>
              <p:cNvPr id="397" name="object 44">
                <a:extLst>
                  <a:ext uri="{FF2B5EF4-FFF2-40B4-BE49-F238E27FC236}">
                    <a16:creationId xmlns:a16="http://schemas.microsoft.com/office/drawing/2014/main" id="{FF8722D2-6E75-5931-5C29-F080883530FC}"/>
                  </a:ext>
                </a:extLst>
              </p:cNvPr>
              <p:cNvPicPr/>
              <p:nvPr/>
            </p:nvPicPr>
            <p:blipFill>
              <a:blip r:embed="rId5" cstate="print"/>
              <a:stretch>
                <a:fillRect/>
              </a:stretch>
            </p:blipFill>
            <p:spPr>
              <a:xfrm>
                <a:off x="734226" y="1418535"/>
                <a:ext cx="337854" cy="337854"/>
              </a:xfrm>
              <a:prstGeom prst="rect">
                <a:avLst/>
              </a:prstGeom>
            </p:spPr>
          </p:pic>
          <p:pic>
            <p:nvPicPr>
              <p:cNvPr id="398" name="object 45">
                <a:extLst>
                  <a:ext uri="{FF2B5EF4-FFF2-40B4-BE49-F238E27FC236}">
                    <a16:creationId xmlns:a16="http://schemas.microsoft.com/office/drawing/2014/main" id="{EA6AD5B3-531F-617E-8F47-0E889F8FE92F}"/>
                  </a:ext>
                </a:extLst>
              </p:cNvPr>
              <p:cNvPicPr/>
              <p:nvPr/>
            </p:nvPicPr>
            <p:blipFill>
              <a:blip r:embed="rId5" cstate="print"/>
              <a:stretch>
                <a:fillRect/>
              </a:stretch>
            </p:blipFill>
            <p:spPr>
              <a:xfrm>
                <a:off x="941046" y="1418535"/>
                <a:ext cx="337854" cy="337854"/>
              </a:xfrm>
              <a:prstGeom prst="rect">
                <a:avLst/>
              </a:prstGeom>
            </p:spPr>
          </p:pic>
          <p:pic>
            <p:nvPicPr>
              <p:cNvPr id="399" name="object 46">
                <a:extLst>
                  <a:ext uri="{FF2B5EF4-FFF2-40B4-BE49-F238E27FC236}">
                    <a16:creationId xmlns:a16="http://schemas.microsoft.com/office/drawing/2014/main" id="{2091B8AF-2361-6675-CE4E-5F8EA4C7F3C0}"/>
                  </a:ext>
                </a:extLst>
              </p:cNvPr>
              <p:cNvPicPr/>
              <p:nvPr/>
            </p:nvPicPr>
            <p:blipFill>
              <a:blip r:embed="rId5" cstate="print"/>
              <a:stretch>
                <a:fillRect/>
              </a:stretch>
            </p:blipFill>
            <p:spPr>
              <a:xfrm>
                <a:off x="1147883" y="1418535"/>
                <a:ext cx="337854" cy="337854"/>
              </a:xfrm>
              <a:prstGeom prst="rect">
                <a:avLst/>
              </a:prstGeom>
            </p:spPr>
          </p:pic>
          <p:pic>
            <p:nvPicPr>
              <p:cNvPr id="400" name="object 47">
                <a:extLst>
                  <a:ext uri="{FF2B5EF4-FFF2-40B4-BE49-F238E27FC236}">
                    <a16:creationId xmlns:a16="http://schemas.microsoft.com/office/drawing/2014/main" id="{98C816F8-23FF-C128-EC27-D6BA3EC86432}"/>
                  </a:ext>
                </a:extLst>
              </p:cNvPr>
              <p:cNvPicPr/>
              <p:nvPr/>
            </p:nvPicPr>
            <p:blipFill>
              <a:blip r:embed="rId5" cstate="print"/>
              <a:stretch>
                <a:fillRect/>
              </a:stretch>
            </p:blipFill>
            <p:spPr>
              <a:xfrm>
                <a:off x="1354696" y="1418535"/>
                <a:ext cx="337854" cy="337854"/>
              </a:xfrm>
              <a:prstGeom prst="rect">
                <a:avLst/>
              </a:prstGeom>
            </p:spPr>
          </p:pic>
          <p:pic>
            <p:nvPicPr>
              <p:cNvPr id="401" name="object 48">
                <a:extLst>
                  <a:ext uri="{FF2B5EF4-FFF2-40B4-BE49-F238E27FC236}">
                    <a16:creationId xmlns:a16="http://schemas.microsoft.com/office/drawing/2014/main" id="{2CC0A41B-06D3-FB9E-B0AB-A5472D3AF0DB}"/>
                  </a:ext>
                </a:extLst>
              </p:cNvPr>
              <p:cNvPicPr/>
              <p:nvPr/>
            </p:nvPicPr>
            <p:blipFill>
              <a:blip r:embed="rId5" cstate="print"/>
              <a:stretch>
                <a:fillRect/>
              </a:stretch>
            </p:blipFill>
            <p:spPr>
              <a:xfrm>
                <a:off x="1561539" y="1418535"/>
                <a:ext cx="337854" cy="337854"/>
              </a:xfrm>
              <a:prstGeom prst="rect">
                <a:avLst/>
              </a:prstGeom>
            </p:spPr>
          </p:pic>
          <p:pic>
            <p:nvPicPr>
              <p:cNvPr id="402" name="object 49">
                <a:extLst>
                  <a:ext uri="{FF2B5EF4-FFF2-40B4-BE49-F238E27FC236}">
                    <a16:creationId xmlns:a16="http://schemas.microsoft.com/office/drawing/2014/main" id="{B0C9DEFB-B076-C1F4-0B15-A7EF47200141}"/>
                  </a:ext>
                </a:extLst>
              </p:cNvPr>
              <p:cNvPicPr/>
              <p:nvPr/>
            </p:nvPicPr>
            <p:blipFill>
              <a:blip r:embed="rId5" cstate="print"/>
              <a:stretch>
                <a:fillRect/>
              </a:stretch>
            </p:blipFill>
            <p:spPr>
              <a:xfrm>
                <a:off x="1768353" y="1418535"/>
                <a:ext cx="337854" cy="337854"/>
              </a:xfrm>
              <a:prstGeom prst="rect">
                <a:avLst/>
              </a:prstGeom>
            </p:spPr>
          </p:pic>
          <p:pic>
            <p:nvPicPr>
              <p:cNvPr id="403" name="object 50">
                <a:extLst>
                  <a:ext uri="{FF2B5EF4-FFF2-40B4-BE49-F238E27FC236}">
                    <a16:creationId xmlns:a16="http://schemas.microsoft.com/office/drawing/2014/main" id="{6C949393-2CC7-3224-0017-D703A23D3A06}"/>
                  </a:ext>
                </a:extLst>
              </p:cNvPr>
              <p:cNvPicPr/>
              <p:nvPr/>
            </p:nvPicPr>
            <p:blipFill>
              <a:blip r:embed="rId5" cstate="print"/>
              <a:stretch>
                <a:fillRect/>
              </a:stretch>
            </p:blipFill>
            <p:spPr>
              <a:xfrm>
                <a:off x="1975172" y="1418535"/>
                <a:ext cx="337854" cy="337854"/>
              </a:xfrm>
              <a:prstGeom prst="rect">
                <a:avLst/>
              </a:prstGeom>
            </p:spPr>
          </p:pic>
          <p:pic>
            <p:nvPicPr>
              <p:cNvPr id="404" name="object 51">
                <a:extLst>
                  <a:ext uri="{FF2B5EF4-FFF2-40B4-BE49-F238E27FC236}">
                    <a16:creationId xmlns:a16="http://schemas.microsoft.com/office/drawing/2014/main" id="{48DA4EC1-A094-FF8E-F96B-A9038E1400CE}"/>
                  </a:ext>
                </a:extLst>
              </p:cNvPr>
              <p:cNvPicPr/>
              <p:nvPr/>
            </p:nvPicPr>
            <p:blipFill>
              <a:blip r:embed="rId5" cstate="print"/>
              <a:stretch>
                <a:fillRect/>
              </a:stretch>
            </p:blipFill>
            <p:spPr>
              <a:xfrm>
                <a:off x="2182009" y="1418535"/>
                <a:ext cx="337854" cy="337854"/>
              </a:xfrm>
              <a:prstGeom prst="rect">
                <a:avLst/>
              </a:prstGeom>
            </p:spPr>
          </p:pic>
          <p:pic>
            <p:nvPicPr>
              <p:cNvPr id="405" name="object 52">
                <a:extLst>
                  <a:ext uri="{FF2B5EF4-FFF2-40B4-BE49-F238E27FC236}">
                    <a16:creationId xmlns:a16="http://schemas.microsoft.com/office/drawing/2014/main" id="{1E0B9A95-5E2F-5A14-3628-060BE46BA15C}"/>
                  </a:ext>
                </a:extLst>
              </p:cNvPr>
              <p:cNvPicPr/>
              <p:nvPr/>
            </p:nvPicPr>
            <p:blipFill>
              <a:blip r:embed="rId5" cstate="print"/>
              <a:stretch>
                <a:fillRect/>
              </a:stretch>
            </p:blipFill>
            <p:spPr>
              <a:xfrm>
                <a:off x="734226" y="1625354"/>
                <a:ext cx="337854" cy="337854"/>
              </a:xfrm>
              <a:prstGeom prst="rect">
                <a:avLst/>
              </a:prstGeom>
            </p:spPr>
          </p:pic>
          <p:pic>
            <p:nvPicPr>
              <p:cNvPr id="406" name="object 53">
                <a:extLst>
                  <a:ext uri="{FF2B5EF4-FFF2-40B4-BE49-F238E27FC236}">
                    <a16:creationId xmlns:a16="http://schemas.microsoft.com/office/drawing/2014/main" id="{93A4D2B2-9E01-B3DE-89AB-8C075EF9C94A}"/>
                  </a:ext>
                </a:extLst>
              </p:cNvPr>
              <p:cNvPicPr/>
              <p:nvPr/>
            </p:nvPicPr>
            <p:blipFill>
              <a:blip r:embed="rId5" cstate="print"/>
              <a:stretch>
                <a:fillRect/>
              </a:stretch>
            </p:blipFill>
            <p:spPr>
              <a:xfrm>
                <a:off x="941046" y="1625354"/>
                <a:ext cx="337854" cy="337854"/>
              </a:xfrm>
              <a:prstGeom prst="rect">
                <a:avLst/>
              </a:prstGeom>
            </p:spPr>
          </p:pic>
          <p:pic>
            <p:nvPicPr>
              <p:cNvPr id="407" name="object 54">
                <a:extLst>
                  <a:ext uri="{FF2B5EF4-FFF2-40B4-BE49-F238E27FC236}">
                    <a16:creationId xmlns:a16="http://schemas.microsoft.com/office/drawing/2014/main" id="{CACFE308-FC58-B581-8473-A609F56162D9}"/>
                  </a:ext>
                </a:extLst>
              </p:cNvPr>
              <p:cNvPicPr/>
              <p:nvPr/>
            </p:nvPicPr>
            <p:blipFill>
              <a:blip r:embed="rId5" cstate="print"/>
              <a:stretch>
                <a:fillRect/>
              </a:stretch>
            </p:blipFill>
            <p:spPr>
              <a:xfrm>
                <a:off x="1147883" y="1625354"/>
                <a:ext cx="337854" cy="337854"/>
              </a:xfrm>
              <a:prstGeom prst="rect">
                <a:avLst/>
              </a:prstGeom>
            </p:spPr>
          </p:pic>
          <p:pic>
            <p:nvPicPr>
              <p:cNvPr id="408" name="object 55">
                <a:extLst>
                  <a:ext uri="{FF2B5EF4-FFF2-40B4-BE49-F238E27FC236}">
                    <a16:creationId xmlns:a16="http://schemas.microsoft.com/office/drawing/2014/main" id="{7BC145C5-E0B8-6D05-E28D-C67E1F33FA02}"/>
                  </a:ext>
                </a:extLst>
              </p:cNvPr>
              <p:cNvPicPr/>
              <p:nvPr/>
            </p:nvPicPr>
            <p:blipFill>
              <a:blip r:embed="rId5" cstate="print"/>
              <a:stretch>
                <a:fillRect/>
              </a:stretch>
            </p:blipFill>
            <p:spPr>
              <a:xfrm>
                <a:off x="1354696" y="1625354"/>
                <a:ext cx="337854" cy="337854"/>
              </a:xfrm>
              <a:prstGeom prst="rect">
                <a:avLst/>
              </a:prstGeom>
            </p:spPr>
          </p:pic>
          <p:pic>
            <p:nvPicPr>
              <p:cNvPr id="409" name="object 56">
                <a:extLst>
                  <a:ext uri="{FF2B5EF4-FFF2-40B4-BE49-F238E27FC236}">
                    <a16:creationId xmlns:a16="http://schemas.microsoft.com/office/drawing/2014/main" id="{63FBE2F5-A4F5-AC8C-0708-69C1AACC16F2}"/>
                  </a:ext>
                </a:extLst>
              </p:cNvPr>
              <p:cNvPicPr/>
              <p:nvPr/>
            </p:nvPicPr>
            <p:blipFill>
              <a:blip r:embed="rId5" cstate="print"/>
              <a:stretch>
                <a:fillRect/>
              </a:stretch>
            </p:blipFill>
            <p:spPr>
              <a:xfrm>
                <a:off x="1561539" y="1625354"/>
                <a:ext cx="337854" cy="337854"/>
              </a:xfrm>
              <a:prstGeom prst="rect">
                <a:avLst/>
              </a:prstGeom>
            </p:spPr>
          </p:pic>
          <p:pic>
            <p:nvPicPr>
              <p:cNvPr id="410" name="object 57">
                <a:extLst>
                  <a:ext uri="{FF2B5EF4-FFF2-40B4-BE49-F238E27FC236}">
                    <a16:creationId xmlns:a16="http://schemas.microsoft.com/office/drawing/2014/main" id="{48E0D865-FD16-7259-BB69-CC566E7B52B6}"/>
                  </a:ext>
                </a:extLst>
              </p:cNvPr>
              <p:cNvPicPr/>
              <p:nvPr/>
            </p:nvPicPr>
            <p:blipFill>
              <a:blip r:embed="rId5" cstate="print"/>
              <a:stretch>
                <a:fillRect/>
              </a:stretch>
            </p:blipFill>
            <p:spPr>
              <a:xfrm>
                <a:off x="1768353" y="1625354"/>
                <a:ext cx="337854" cy="337854"/>
              </a:xfrm>
              <a:prstGeom prst="rect">
                <a:avLst/>
              </a:prstGeom>
            </p:spPr>
          </p:pic>
          <p:pic>
            <p:nvPicPr>
              <p:cNvPr id="411" name="object 58">
                <a:extLst>
                  <a:ext uri="{FF2B5EF4-FFF2-40B4-BE49-F238E27FC236}">
                    <a16:creationId xmlns:a16="http://schemas.microsoft.com/office/drawing/2014/main" id="{78250E77-A753-C01C-895B-A4A52C1E7038}"/>
                  </a:ext>
                </a:extLst>
              </p:cNvPr>
              <p:cNvPicPr/>
              <p:nvPr/>
            </p:nvPicPr>
            <p:blipFill>
              <a:blip r:embed="rId5" cstate="print"/>
              <a:stretch>
                <a:fillRect/>
              </a:stretch>
            </p:blipFill>
            <p:spPr>
              <a:xfrm>
                <a:off x="1975172" y="1625354"/>
                <a:ext cx="337854" cy="337854"/>
              </a:xfrm>
              <a:prstGeom prst="rect">
                <a:avLst/>
              </a:prstGeom>
            </p:spPr>
          </p:pic>
          <p:pic>
            <p:nvPicPr>
              <p:cNvPr id="412" name="object 59">
                <a:extLst>
                  <a:ext uri="{FF2B5EF4-FFF2-40B4-BE49-F238E27FC236}">
                    <a16:creationId xmlns:a16="http://schemas.microsoft.com/office/drawing/2014/main" id="{D417ED5A-5524-56ED-EEC0-F3BEF3586650}"/>
                  </a:ext>
                </a:extLst>
              </p:cNvPr>
              <p:cNvPicPr/>
              <p:nvPr/>
            </p:nvPicPr>
            <p:blipFill>
              <a:blip r:embed="rId5" cstate="print"/>
              <a:stretch>
                <a:fillRect/>
              </a:stretch>
            </p:blipFill>
            <p:spPr>
              <a:xfrm>
                <a:off x="2182009" y="1625354"/>
                <a:ext cx="337854" cy="337854"/>
              </a:xfrm>
              <a:prstGeom prst="rect">
                <a:avLst/>
              </a:prstGeom>
            </p:spPr>
          </p:pic>
          <p:pic>
            <p:nvPicPr>
              <p:cNvPr id="413" name="object 60">
                <a:extLst>
                  <a:ext uri="{FF2B5EF4-FFF2-40B4-BE49-F238E27FC236}">
                    <a16:creationId xmlns:a16="http://schemas.microsoft.com/office/drawing/2014/main" id="{5E1BBD89-E471-F3AF-AC3C-61F538B63AE8}"/>
                  </a:ext>
                </a:extLst>
              </p:cNvPr>
              <p:cNvPicPr/>
              <p:nvPr/>
            </p:nvPicPr>
            <p:blipFill>
              <a:blip r:embed="rId6" cstate="print"/>
              <a:stretch>
                <a:fillRect/>
              </a:stretch>
            </p:blipFill>
            <p:spPr>
              <a:xfrm>
                <a:off x="734226" y="1832197"/>
                <a:ext cx="337854" cy="307764"/>
              </a:xfrm>
              <a:prstGeom prst="rect">
                <a:avLst/>
              </a:prstGeom>
            </p:spPr>
          </p:pic>
          <p:pic>
            <p:nvPicPr>
              <p:cNvPr id="414" name="object 61">
                <a:extLst>
                  <a:ext uri="{FF2B5EF4-FFF2-40B4-BE49-F238E27FC236}">
                    <a16:creationId xmlns:a16="http://schemas.microsoft.com/office/drawing/2014/main" id="{3FCD139D-C0D8-1F93-57E1-E12B47DE9A0D}"/>
                  </a:ext>
                </a:extLst>
              </p:cNvPr>
              <p:cNvPicPr/>
              <p:nvPr/>
            </p:nvPicPr>
            <p:blipFill>
              <a:blip r:embed="rId6" cstate="print"/>
              <a:stretch>
                <a:fillRect/>
              </a:stretch>
            </p:blipFill>
            <p:spPr>
              <a:xfrm>
                <a:off x="941046" y="1832197"/>
                <a:ext cx="337854" cy="307764"/>
              </a:xfrm>
              <a:prstGeom prst="rect">
                <a:avLst/>
              </a:prstGeom>
            </p:spPr>
          </p:pic>
          <p:pic>
            <p:nvPicPr>
              <p:cNvPr id="415" name="object 62">
                <a:extLst>
                  <a:ext uri="{FF2B5EF4-FFF2-40B4-BE49-F238E27FC236}">
                    <a16:creationId xmlns:a16="http://schemas.microsoft.com/office/drawing/2014/main" id="{D40264C1-E7FE-F68A-D27D-3999FAE2DAF4}"/>
                  </a:ext>
                </a:extLst>
              </p:cNvPr>
              <p:cNvPicPr/>
              <p:nvPr/>
            </p:nvPicPr>
            <p:blipFill>
              <a:blip r:embed="rId6" cstate="print"/>
              <a:stretch>
                <a:fillRect/>
              </a:stretch>
            </p:blipFill>
            <p:spPr>
              <a:xfrm>
                <a:off x="1147883" y="1832197"/>
                <a:ext cx="337854" cy="307764"/>
              </a:xfrm>
              <a:prstGeom prst="rect">
                <a:avLst/>
              </a:prstGeom>
            </p:spPr>
          </p:pic>
          <p:pic>
            <p:nvPicPr>
              <p:cNvPr id="416" name="object 63">
                <a:extLst>
                  <a:ext uri="{FF2B5EF4-FFF2-40B4-BE49-F238E27FC236}">
                    <a16:creationId xmlns:a16="http://schemas.microsoft.com/office/drawing/2014/main" id="{B49427ED-8CA5-49DE-E2A9-E43D5D6A4AE3}"/>
                  </a:ext>
                </a:extLst>
              </p:cNvPr>
              <p:cNvPicPr/>
              <p:nvPr/>
            </p:nvPicPr>
            <p:blipFill>
              <a:blip r:embed="rId6" cstate="print"/>
              <a:stretch>
                <a:fillRect/>
              </a:stretch>
            </p:blipFill>
            <p:spPr>
              <a:xfrm>
                <a:off x="1354696" y="1832197"/>
                <a:ext cx="337854" cy="307764"/>
              </a:xfrm>
              <a:prstGeom prst="rect">
                <a:avLst/>
              </a:prstGeom>
            </p:spPr>
          </p:pic>
          <p:pic>
            <p:nvPicPr>
              <p:cNvPr id="417" name="object 64">
                <a:extLst>
                  <a:ext uri="{FF2B5EF4-FFF2-40B4-BE49-F238E27FC236}">
                    <a16:creationId xmlns:a16="http://schemas.microsoft.com/office/drawing/2014/main" id="{717676FE-B88B-D9F8-7E37-377CBE8B9645}"/>
                  </a:ext>
                </a:extLst>
              </p:cNvPr>
              <p:cNvPicPr/>
              <p:nvPr/>
            </p:nvPicPr>
            <p:blipFill>
              <a:blip r:embed="rId6" cstate="print"/>
              <a:stretch>
                <a:fillRect/>
              </a:stretch>
            </p:blipFill>
            <p:spPr>
              <a:xfrm>
                <a:off x="1561539" y="1832197"/>
                <a:ext cx="337854" cy="307764"/>
              </a:xfrm>
              <a:prstGeom prst="rect">
                <a:avLst/>
              </a:prstGeom>
            </p:spPr>
          </p:pic>
          <p:pic>
            <p:nvPicPr>
              <p:cNvPr id="418" name="object 65">
                <a:extLst>
                  <a:ext uri="{FF2B5EF4-FFF2-40B4-BE49-F238E27FC236}">
                    <a16:creationId xmlns:a16="http://schemas.microsoft.com/office/drawing/2014/main" id="{A923ED00-8B29-C192-8250-54E5C315425E}"/>
                  </a:ext>
                </a:extLst>
              </p:cNvPr>
              <p:cNvPicPr/>
              <p:nvPr/>
            </p:nvPicPr>
            <p:blipFill>
              <a:blip r:embed="rId6" cstate="print"/>
              <a:stretch>
                <a:fillRect/>
              </a:stretch>
            </p:blipFill>
            <p:spPr>
              <a:xfrm>
                <a:off x="1768353" y="1832197"/>
                <a:ext cx="337854" cy="307764"/>
              </a:xfrm>
              <a:prstGeom prst="rect">
                <a:avLst/>
              </a:prstGeom>
            </p:spPr>
          </p:pic>
          <p:pic>
            <p:nvPicPr>
              <p:cNvPr id="419" name="object 66">
                <a:extLst>
                  <a:ext uri="{FF2B5EF4-FFF2-40B4-BE49-F238E27FC236}">
                    <a16:creationId xmlns:a16="http://schemas.microsoft.com/office/drawing/2014/main" id="{8FA8F71D-14A0-9063-92FC-62B172F6C683}"/>
                  </a:ext>
                </a:extLst>
              </p:cNvPr>
              <p:cNvPicPr/>
              <p:nvPr/>
            </p:nvPicPr>
            <p:blipFill>
              <a:blip r:embed="rId6" cstate="print"/>
              <a:stretch>
                <a:fillRect/>
              </a:stretch>
            </p:blipFill>
            <p:spPr>
              <a:xfrm>
                <a:off x="1975172" y="1832197"/>
                <a:ext cx="337854" cy="307764"/>
              </a:xfrm>
              <a:prstGeom prst="rect">
                <a:avLst/>
              </a:prstGeom>
            </p:spPr>
          </p:pic>
          <p:pic>
            <p:nvPicPr>
              <p:cNvPr id="420" name="object 67">
                <a:extLst>
                  <a:ext uri="{FF2B5EF4-FFF2-40B4-BE49-F238E27FC236}">
                    <a16:creationId xmlns:a16="http://schemas.microsoft.com/office/drawing/2014/main" id="{C226F2EC-841E-EA81-1EA6-6A53525617AF}"/>
                  </a:ext>
                </a:extLst>
              </p:cNvPr>
              <p:cNvPicPr/>
              <p:nvPr/>
            </p:nvPicPr>
            <p:blipFill>
              <a:blip r:embed="rId6" cstate="print"/>
              <a:stretch>
                <a:fillRect/>
              </a:stretch>
            </p:blipFill>
            <p:spPr>
              <a:xfrm>
                <a:off x="2182009" y="1832197"/>
                <a:ext cx="337854" cy="307764"/>
              </a:xfrm>
              <a:prstGeom prst="rect">
                <a:avLst/>
              </a:prstGeom>
            </p:spPr>
          </p:pic>
          <p:sp>
            <p:nvSpPr>
              <p:cNvPr id="421" name="object 68">
                <a:extLst>
                  <a:ext uri="{FF2B5EF4-FFF2-40B4-BE49-F238E27FC236}">
                    <a16:creationId xmlns:a16="http://schemas.microsoft.com/office/drawing/2014/main" id="{460F71A4-627D-5DC9-C648-EEA8493A0ECC}"/>
                  </a:ext>
                </a:extLst>
              </p:cNvPr>
              <p:cNvSpPr/>
              <p:nvPr/>
            </p:nvSpPr>
            <p:spPr>
              <a:xfrm>
                <a:off x="798302" y="425184"/>
                <a:ext cx="207010" cy="207010"/>
              </a:xfrm>
              <a:custGeom>
                <a:avLst/>
                <a:gdLst/>
                <a:ahLst/>
                <a:cxnLst/>
                <a:rect l="l" t="t" r="r" b="b"/>
                <a:pathLst>
                  <a:path w="207009"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422" name="object 69">
                <a:extLst>
                  <a:ext uri="{FF2B5EF4-FFF2-40B4-BE49-F238E27FC236}">
                    <a16:creationId xmlns:a16="http://schemas.microsoft.com/office/drawing/2014/main" id="{C481569D-B020-3783-31A8-C20DE66ADCF4}"/>
                  </a:ext>
                </a:extLst>
              </p:cNvPr>
              <p:cNvSpPr/>
              <p:nvPr/>
            </p:nvSpPr>
            <p:spPr>
              <a:xfrm>
                <a:off x="798302" y="425184"/>
                <a:ext cx="207010" cy="207010"/>
              </a:xfrm>
              <a:custGeom>
                <a:avLst/>
                <a:gdLst/>
                <a:ahLst/>
                <a:cxnLst/>
                <a:rect l="l" t="t" r="r" b="b"/>
                <a:pathLst>
                  <a:path w="207009"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423" name="object 70">
                <a:extLst>
                  <a:ext uri="{FF2B5EF4-FFF2-40B4-BE49-F238E27FC236}">
                    <a16:creationId xmlns:a16="http://schemas.microsoft.com/office/drawing/2014/main" id="{A3DC0E00-0A2F-BA5B-B908-75E307E0D63E}"/>
                  </a:ext>
                </a:extLst>
              </p:cNvPr>
              <p:cNvSpPr/>
              <p:nvPr/>
            </p:nvSpPr>
            <p:spPr>
              <a:xfrm>
                <a:off x="1005122" y="425184"/>
                <a:ext cx="207010" cy="207010"/>
              </a:xfrm>
              <a:custGeom>
                <a:avLst/>
                <a:gdLst/>
                <a:ahLst/>
                <a:cxnLst/>
                <a:rect l="l" t="t" r="r" b="b"/>
                <a:pathLst>
                  <a:path w="207009"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424" name="object 71">
                <a:extLst>
                  <a:ext uri="{FF2B5EF4-FFF2-40B4-BE49-F238E27FC236}">
                    <a16:creationId xmlns:a16="http://schemas.microsoft.com/office/drawing/2014/main" id="{C34BF867-A767-16F0-A47E-5018390B7A45}"/>
                  </a:ext>
                </a:extLst>
              </p:cNvPr>
              <p:cNvSpPr/>
              <p:nvPr/>
            </p:nvSpPr>
            <p:spPr>
              <a:xfrm>
                <a:off x="1005122" y="425184"/>
                <a:ext cx="207010" cy="207010"/>
              </a:xfrm>
              <a:custGeom>
                <a:avLst/>
                <a:gdLst/>
                <a:ahLst/>
                <a:cxnLst/>
                <a:rect l="l" t="t" r="r" b="b"/>
                <a:pathLst>
                  <a:path w="207009"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425" name="object 72">
                <a:extLst>
                  <a:ext uri="{FF2B5EF4-FFF2-40B4-BE49-F238E27FC236}">
                    <a16:creationId xmlns:a16="http://schemas.microsoft.com/office/drawing/2014/main" id="{8E2B1A0A-1AD0-70A1-9EA8-A8D0A5E159C3}"/>
                  </a:ext>
                </a:extLst>
              </p:cNvPr>
              <p:cNvSpPr/>
              <p:nvPr/>
            </p:nvSpPr>
            <p:spPr>
              <a:xfrm>
                <a:off x="1211959" y="425184"/>
                <a:ext cx="207010" cy="207010"/>
              </a:xfrm>
              <a:custGeom>
                <a:avLst/>
                <a:gdLst/>
                <a:ahLst/>
                <a:cxnLst/>
                <a:rect l="l" t="t" r="r" b="b"/>
                <a:pathLst>
                  <a:path w="207009"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426" name="object 73">
                <a:extLst>
                  <a:ext uri="{FF2B5EF4-FFF2-40B4-BE49-F238E27FC236}">
                    <a16:creationId xmlns:a16="http://schemas.microsoft.com/office/drawing/2014/main" id="{D66FA41E-53DC-BACC-DE75-B08E472C6751}"/>
                  </a:ext>
                </a:extLst>
              </p:cNvPr>
              <p:cNvSpPr/>
              <p:nvPr/>
            </p:nvSpPr>
            <p:spPr>
              <a:xfrm>
                <a:off x="1211959" y="425184"/>
                <a:ext cx="207010" cy="207010"/>
              </a:xfrm>
              <a:custGeom>
                <a:avLst/>
                <a:gdLst/>
                <a:ahLst/>
                <a:cxnLst/>
                <a:rect l="l" t="t" r="r" b="b"/>
                <a:pathLst>
                  <a:path w="207009"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427" name="object 74">
                <a:extLst>
                  <a:ext uri="{FF2B5EF4-FFF2-40B4-BE49-F238E27FC236}">
                    <a16:creationId xmlns:a16="http://schemas.microsoft.com/office/drawing/2014/main" id="{53CB48AC-6178-9173-D223-7EB6C23F2074}"/>
                  </a:ext>
                </a:extLst>
              </p:cNvPr>
              <p:cNvSpPr/>
              <p:nvPr/>
            </p:nvSpPr>
            <p:spPr>
              <a:xfrm>
                <a:off x="1418772" y="425184"/>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428" name="object 75">
                <a:extLst>
                  <a:ext uri="{FF2B5EF4-FFF2-40B4-BE49-F238E27FC236}">
                    <a16:creationId xmlns:a16="http://schemas.microsoft.com/office/drawing/2014/main" id="{DB20F650-1C6A-8F9C-7038-E3BF6495C939}"/>
                  </a:ext>
                </a:extLst>
              </p:cNvPr>
              <p:cNvSpPr/>
              <p:nvPr/>
            </p:nvSpPr>
            <p:spPr>
              <a:xfrm>
                <a:off x="1418772" y="425184"/>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429" name="object 76">
                <a:extLst>
                  <a:ext uri="{FF2B5EF4-FFF2-40B4-BE49-F238E27FC236}">
                    <a16:creationId xmlns:a16="http://schemas.microsoft.com/office/drawing/2014/main" id="{8A746B24-0048-6C28-A9C1-E5816366F99E}"/>
                  </a:ext>
                </a:extLst>
              </p:cNvPr>
              <p:cNvSpPr/>
              <p:nvPr/>
            </p:nvSpPr>
            <p:spPr>
              <a:xfrm>
                <a:off x="1625615" y="425184"/>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430" name="object 77">
                <a:extLst>
                  <a:ext uri="{FF2B5EF4-FFF2-40B4-BE49-F238E27FC236}">
                    <a16:creationId xmlns:a16="http://schemas.microsoft.com/office/drawing/2014/main" id="{3D16D18C-3A7F-01FE-F2A1-318725050DEF}"/>
                  </a:ext>
                </a:extLst>
              </p:cNvPr>
              <p:cNvSpPr/>
              <p:nvPr/>
            </p:nvSpPr>
            <p:spPr>
              <a:xfrm>
                <a:off x="1625615" y="425184"/>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431" name="object 78">
                <a:extLst>
                  <a:ext uri="{FF2B5EF4-FFF2-40B4-BE49-F238E27FC236}">
                    <a16:creationId xmlns:a16="http://schemas.microsoft.com/office/drawing/2014/main" id="{7246338E-9C23-843B-58D9-7DB6D87E57E4}"/>
                  </a:ext>
                </a:extLst>
              </p:cNvPr>
              <p:cNvSpPr/>
              <p:nvPr/>
            </p:nvSpPr>
            <p:spPr>
              <a:xfrm>
                <a:off x="1832428" y="425184"/>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432" name="object 79">
                <a:extLst>
                  <a:ext uri="{FF2B5EF4-FFF2-40B4-BE49-F238E27FC236}">
                    <a16:creationId xmlns:a16="http://schemas.microsoft.com/office/drawing/2014/main" id="{285658BC-B227-25E6-AAE7-D1AB4DF4BC88}"/>
                  </a:ext>
                </a:extLst>
              </p:cNvPr>
              <p:cNvSpPr/>
              <p:nvPr/>
            </p:nvSpPr>
            <p:spPr>
              <a:xfrm>
                <a:off x="1832428" y="425184"/>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433" name="object 80">
                <a:extLst>
                  <a:ext uri="{FF2B5EF4-FFF2-40B4-BE49-F238E27FC236}">
                    <a16:creationId xmlns:a16="http://schemas.microsoft.com/office/drawing/2014/main" id="{69CE355E-5974-459B-745F-0D1BF3AF553E}"/>
                  </a:ext>
                </a:extLst>
              </p:cNvPr>
              <p:cNvSpPr/>
              <p:nvPr/>
            </p:nvSpPr>
            <p:spPr>
              <a:xfrm>
                <a:off x="2039248" y="425184"/>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434" name="object 81">
                <a:extLst>
                  <a:ext uri="{FF2B5EF4-FFF2-40B4-BE49-F238E27FC236}">
                    <a16:creationId xmlns:a16="http://schemas.microsoft.com/office/drawing/2014/main" id="{1DD9020B-A2F3-067B-12A2-CCEB83948105}"/>
                  </a:ext>
                </a:extLst>
              </p:cNvPr>
              <p:cNvSpPr/>
              <p:nvPr/>
            </p:nvSpPr>
            <p:spPr>
              <a:xfrm>
                <a:off x="2039248" y="425184"/>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435" name="object 82">
                <a:extLst>
                  <a:ext uri="{FF2B5EF4-FFF2-40B4-BE49-F238E27FC236}">
                    <a16:creationId xmlns:a16="http://schemas.microsoft.com/office/drawing/2014/main" id="{A66AF076-DB97-0FDD-4CF6-8544070089C6}"/>
                  </a:ext>
                </a:extLst>
              </p:cNvPr>
              <p:cNvSpPr/>
              <p:nvPr/>
            </p:nvSpPr>
            <p:spPr>
              <a:xfrm>
                <a:off x="2246085" y="425184"/>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436" name="object 83">
                <a:extLst>
                  <a:ext uri="{FF2B5EF4-FFF2-40B4-BE49-F238E27FC236}">
                    <a16:creationId xmlns:a16="http://schemas.microsoft.com/office/drawing/2014/main" id="{F52E6B5C-750E-A677-E632-D8FF69E93B45}"/>
                  </a:ext>
                </a:extLst>
              </p:cNvPr>
              <p:cNvSpPr/>
              <p:nvPr/>
            </p:nvSpPr>
            <p:spPr>
              <a:xfrm>
                <a:off x="2246085" y="425184"/>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437" name="object 84">
                <a:extLst>
                  <a:ext uri="{FF2B5EF4-FFF2-40B4-BE49-F238E27FC236}">
                    <a16:creationId xmlns:a16="http://schemas.microsoft.com/office/drawing/2014/main" id="{23068272-FCE2-79C2-3C1C-754703A07E63}"/>
                  </a:ext>
                </a:extLst>
              </p:cNvPr>
              <p:cNvSpPr/>
              <p:nvPr/>
            </p:nvSpPr>
            <p:spPr>
              <a:xfrm>
                <a:off x="798302" y="632004"/>
                <a:ext cx="207010" cy="207010"/>
              </a:xfrm>
              <a:custGeom>
                <a:avLst/>
                <a:gdLst/>
                <a:ahLst/>
                <a:cxnLst/>
                <a:rect l="l" t="t" r="r" b="b"/>
                <a:pathLst>
                  <a:path w="207009"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438" name="object 85">
                <a:extLst>
                  <a:ext uri="{FF2B5EF4-FFF2-40B4-BE49-F238E27FC236}">
                    <a16:creationId xmlns:a16="http://schemas.microsoft.com/office/drawing/2014/main" id="{A87CF153-F767-9F93-BAE1-2CC470DC9AE9}"/>
                  </a:ext>
                </a:extLst>
              </p:cNvPr>
              <p:cNvSpPr/>
              <p:nvPr/>
            </p:nvSpPr>
            <p:spPr>
              <a:xfrm>
                <a:off x="798302" y="632004"/>
                <a:ext cx="207010" cy="207010"/>
              </a:xfrm>
              <a:custGeom>
                <a:avLst/>
                <a:gdLst/>
                <a:ahLst/>
                <a:cxnLst/>
                <a:rect l="l" t="t" r="r" b="b"/>
                <a:pathLst>
                  <a:path w="207009"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439" name="object 86">
                <a:extLst>
                  <a:ext uri="{FF2B5EF4-FFF2-40B4-BE49-F238E27FC236}">
                    <a16:creationId xmlns:a16="http://schemas.microsoft.com/office/drawing/2014/main" id="{1FAB454F-B963-D50F-19AD-5F35977F84AE}"/>
                  </a:ext>
                </a:extLst>
              </p:cNvPr>
              <p:cNvSpPr/>
              <p:nvPr/>
            </p:nvSpPr>
            <p:spPr>
              <a:xfrm>
                <a:off x="1005122" y="632004"/>
                <a:ext cx="207010" cy="207010"/>
              </a:xfrm>
              <a:custGeom>
                <a:avLst/>
                <a:gdLst/>
                <a:ahLst/>
                <a:cxnLst/>
                <a:rect l="l" t="t" r="r" b="b"/>
                <a:pathLst>
                  <a:path w="207009" h="207009">
                    <a:moveTo>
                      <a:pt x="206825" y="0"/>
                    </a:moveTo>
                    <a:lnTo>
                      <a:pt x="0" y="0"/>
                    </a:lnTo>
                    <a:lnTo>
                      <a:pt x="0" y="206825"/>
                    </a:lnTo>
                    <a:lnTo>
                      <a:pt x="206825" y="206825"/>
                    </a:lnTo>
                    <a:lnTo>
                      <a:pt x="206825" y="0"/>
                    </a:lnTo>
                    <a:close/>
                  </a:path>
                </a:pathLst>
              </a:custGeom>
              <a:solidFill>
                <a:srgbClr val="FFFFFF"/>
              </a:solidFill>
            </p:spPr>
            <p:txBody>
              <a:bodyPr wrap="square" lIns="0" tIns="0" rIns="0" bIns="0" rtlCol="0"/>
              <a:lstStyle/>
              <a:p>
                <a:endParaRPr sz="3804"/>
              </a:p>
            </p:txBody>
          </p:sp>
          <p:sp>
            <p:nvSpPr>
              <p:cNvPr id="440" name="object 87">
                <a:extLst>
                  <a:ext uri="{FF2B5EF4-FFF2-40B4-BE49-F238E27FC236}">
                    <a16:creationId xmlns:a16="http://schemas.microsoft.com/office/drawing/2014/main" id="{18C34767-8DFD-A0F8-9401-5C50E1F6F96C}"/>
                  </a:ext>
                </a:extLst>
              </p:cNvPr>
              <p:cNvSpPr/>
              <p:nvPr/>
            </p:nvSpPr>
            <p:spPr>
              <a:xfrm>
                <a:off x="1005122" y="632004"/>
                <a:ext cx="207010" cy="207010"/>
              </a:xfrm>
              <a:custGeom>
                <a:avLst/>
                <a:gdLst/>
                <a:ahLst/>
                <a:cxnLst/>
                <a:rect l="l" t="t" r="r" b="b"/>
                <a:pathLst>
                  <a:path w="207009"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grpSp>
        <p:sp>
          <p:nvSpPr>
            <p:cNvPr id="206" name="object 88">
              <a:extLst>
                <a:ext uri="{FF2B5EF4-FFF2-40B4-BE49-F238E27FC236}">
                  <a16:creationId xmlns:a16="http://schemas.microsoft.com/office/drawing/2014/main" id="{8080CE69-C023-F430-1766-E5F0D1664775}"/>
                </a:ext>
              </a:extLst>
            </p:cNvPr>
            <p:cNvSpPr txBox="1"/>
            <p:nvPr/>
          </p:nvSpPr>
          <p:spPr>
            <a:xfrm>
              <a:off x="2247197" y="1422819"/>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1</a:t>
              </a:r>
              <a:endParaRPr sz="1162">
                <a:latin typeface="Arial"/>
                <a:cs typeface="Arial"/>
              </a:endParaRPr>
            </a:p>
          </p:txBody>
        </p:sp>
        <p:grpSp>
          <p:nvGrpSpPr>
            <p:cNvPr id="207" name="object 89">
              <a:extLst>
                <a:ext uri="{FF2B5EF4-FFF2-40B4-BE49-F238E27FC236}">
                  <a16:creationId xmlns:a16="http://schemas.microsoft.com/office/drawing/2014/main" id="{62C40360-A5BF-A799-5B1F-EBAC689AE6D5}"/>
                </a:ext>
              </a:extLst>
            </p:cNvPr>
            <p:cNvGrpSpPr/>
            <p:nvPr/>
          </p:nvGrpSpPr>
          <p:grpSpPr>
            <a:xfrm>
              <a:off x="2561106" y="1332387"/>
              <a:ext cx="444227" cy="444227"/>
              <a:chOff x="1210371" y="630416"/>
              <a:chExt cx="210185" cy="210185"/>
            </a:xfrm>
          </p:grpSpPr>
          <p:sp>
            <p:nvSpPr>
              <p:cNvPr id="355" name="object 90">
                <a:extLst>
                  <a:ext uri="{FF2B5EF4-FFF2-40B4-BE49-F238E27FC236}">
                    <a16:creationId xmlns:a16="http://schemas.microsoft.com/office/drawing/2014/main" id="{3BA8A47C-2B25-6823-9B29-87CB8D8459F5}"/>
                  </a:ext>
                </a:extLst>
              </p:cNvPr>
              <p:cNvSpPr/>
              <p:nvPr/>
            </p:nvSpPr>
            <p:spPr>
              <a:xfrm>
                <a:off x="1211959" y="632004"/>
                <a:ext cx="207010" cy="207010"/>
              </a:xfrm>
              <a:custGeom>
                <a:avLst/>
                <a:gdLst/>
                <a:ahLst/>
                <a:cxnLst/>
                <a:rect l="l" t="t" r="r" b="b"/>
                <a:pathLst>
                  <a:path w="207009" h="207009">
                    <a:moveTo>
                      <a:pt x="206825" y="0"/>
                    </a:moveTo>
                    <a:lnTo>
                      <a:pt x="0" y="0"/>
                    </a:lnTo>
                    <a:lnTo>
                      <a:pt x="0" y="206825"/>
                    </a:lnTo>
                    <a:lnTo>
                      <a:pt x="206825" y="206825"/>
                    </a:lnTo>
                    <a:lnTo>
                      <a:pt x="206825" y="0"/>
                    </a:lnTo>
                    <a:close/>
                  </a:path>
                </a:pathLst>
              </a:custGeom>
              <a:solidFill>
                <a:srgbClr val="FFFFFF"/>
              </a:solidFill>
            </p:spPr>
            <p:txBody>
              <a:bodyPr wrap="square" lIns="0" tIns="0" rIns="0" bIns="0" rtlCol="0"/>
              <a:lstStyle/>
              <a:p>
                <a:endParaRPr sz="3804"/>
              </a:p>
            </p:txBody>
          </p:sp>
          <p:sp>
            <p:nvSpPr>
              <p:cNvPr id="356" name="object 91">
                <a:extLst>
                  <a:ext uri="{FF2B5EF4-FFF2-40B4-BE49-F238E27FC236}">
                    <a16:creationId xmlns:a16="http://schemas.microsoft.com/office/drawing/2014/main" id="{E9725A34-66F3-8FE7-1BBC-525695338D5E}"/>
                  </a:ext>
                </a:extLst>
              </p:cNvPr>
              <p:cNvSpPr/>
              <p:nvPr/>
            </p:nvSpPr>
            <p:spPr>
              <a:xfrm>
                <a:off x="1211959" y="632004"/>
                <a:ext cx="207010" cy="207010"/>
              </a:xfrm>
              <a:custGeom>
                <a:avLst/>
                <a:gdLst/>
                <a:ahLst/>
                <a:cxnLst/>
                <a:rect l="l" t="t" r="r" b="b"/>
                <a:pathLst>
                  <a:path w="207009"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grpSp>
        <p:sp>
          <p:nvSpPr>
            <p:cNvPr id="208" name="object 92">
              <a:extLst>
                <a:ext uri="{FF2B5EF4-FFF2-40B4-BE49-F238E27FC236}">
                  <a16:creationId xmlns:a16="http://schemas.microsoft.com/office/drawing/2014/main" id="{189D8C1F-04D1-633F-3E11-71223D1D7811}"/>
                </a:ext>
              </a:extLst>
            </p:cNvPr>
            <p:cNvSpPr txBox="1"/>
            <p:nvPr/>
          </p:nvSpPr>
          <p:spPr>
            <a:xfrm>
              <a:off x="2684346" y="1422819"/>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1</a:t>
              </a:r>
              <a:endParaRPr sz="1162">
                <a:latin typeface="Arial"/>
                <a:cs typeface="Arial"/>
              </a:endParaRPr>
            </a:p>
          </p:txBody>
        </p:sp>
        <p:grpSp>
          <p:nvGrpSpPr>
            <p:cNvPr id="210" name="object 93">
              <a:extLst>
                <a:ext uri="{FF2B5EF4-FFF2-40B4-BE49-F238E27FC236}">
                  <a16:creationId xmlns:a16="http://schemas.microsoft.com/office/drawing/2014/main" id="{979A7C4E-F114-C885-0180-00667C49AFB2}"/>
                </a:ext>
              </a:extLst>
            </p:cNvPr>
            <p:cNvGrpSpPr/>
            <p:nvPr/>
          </p:nvGrpSpPr>
          <p:grpSpPr>
            <a:xfrm>
              <a:off x="2998208" y="1332387"/>
              <a:ext cx="444227" cy="444227"/>
              <a:chOff x="1417185" y="630416"/>
              <a:chExt cx="210185" cy="210185"/>
            </a:xfrm>
          </p:grpSpPr>
          <p:sp>
            <p:nvSpPr>
              <p:cNvPr id="353" name="object 94">
                <a:extLst>
                  <a:ext uri="{FF2B5EF4-FFF2-40B4-BE49-F238E27FC236}">
                    <a16:creationId xmlns:a16="http://schemas.microsoft.com/office/drawing/2014/main" id="{C28EC0F9-A788-D1D1-810E-95E6D3E45843}"/>
                  </a:ext>
                </a:extLst>
              </p:cNvPr>
              <p:cNvSpPr/>
              <p:nvPr/>
            </p:nvSpPr>
            <p:spPr>
              <a:xfrm>
                <a:off x="1418772" y="632004"/>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FFFFFF"/>
              </a:solidFill>
            </p:spPr>
            <p:txBody>
              <a:bodyPr wrap="square" lIns="0" tIns="0" rIns="0" bIns="0" rtlCol="0"/>
              <a:lstStyle/>
              <a:p>
                <a:endParaRPr sz="3804"/>
              </a:p>
            </p:txBody>
          </p:sp>
          <p:sp>
            <p:nvSpPr>
              <p:cNvPr id="354" name="object 95">
                <a:extLst>
                  <a:ext uri="{FF2B5EF4-FFF2-40B4-BE49-F238E27FC236}">
                    <a16:creationId xmlns:a16="http://schemas.microsoft.com/office/drawing/2014/main" id="{3CE5E382-657E-9A8D-6796-774E5128E911}"/>
                  </a:ext>
                </a:extLst>
              </p:cNvPr>
              <p:cNvSpPr/>
              <p:nvPr/>
            </p:nvSpPr>
            <p:spPr>
              <a:xfrm>
                <a:off x="1418772" y="632004"/>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grpSp>
        <p:sp>
          <p:nvSpPr>
            <p:cNvPr id="211" name="object 96">
              <a:extLst>
                <a:ext uri="{FF2B5EF4-FFF2-40B4-BE49-F238E27FC236}">
                  <a16:creationId xmlns:a16="http://schemas.microsoft.com/office/drawing/2014/main" id="{71910884-81ED-7C99-A194-0C4EE7F1B763}"/>
                </a:ext>
              </a:extLst>
            </p:cNvPr>
            <p:cNvSpPr txBox="1"/>
            <p:nvPr/>
          </p:nvSpPr>
          <p:spPr>
            <a:xfrm>
              <a:off x="3121448" y="1422819"/>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1</a:t>
              </a:r>
              <a:endParaRPr sz="1162">
                <a:latin typeface="Arial"/>
                <a:cs typeface="Arial"/>
              </a:endParaRPr>
            </a:p>
          </p:txBody>
        </p:sp>
        <p:grpSp>
          <p:nvGrpSpPr>
            <p:cNvPr id="212" name="object 97">
              <a:extLst>
                <a:ext uri="{FF2B5EF4-FFF2-40B4-BE49-F238E27FC236}">
                  <a16:creationId xmlns:a16="http://schemas.microsoft.com/office/drawing/2014/main" id="{913A1845-C7E8-1DF4-7915-B8CB05788516}"/>
                </a:ext>
              </a:extLst>
            </p:cNvPr>
            <p:cNvGrpSpPr/>
            <p:nvPr/>
          </p:nvGrpSpPr>
          <p:grpSpPr>
            <a:xfrm>
              <a:off x="3435369" y="1332387"/>
              <a:ext cx="444227" cy="444227"/>
              <a:chOff x="1624027" y="630416"/>
              <a:chExt cx="210185" cy="210185"/>
            </a:xfrm>
          </p:grpSpPr>
          <p:sp>
            <p:nvSpPr>
              <p:cNvPr id="351" name="object 98">
                <a:extLst>
                  <a:ext uri="{FF2B5EF4-FFF2-40B4-BE49-F238E27FC236}">
                    <a16:creationId xmlns:a16="http://schemas.microsoft.com/office/drawing/2014/main" id="{F080A20A-11D8-2542-571A-B2ACD94ECBA6}"/>
                  </a:ext>
                </a:extLst>
              </p:cNvPr>
              <p:cNvSpPr/>
              <p:nvPr/>
            </p:nvSpPr>
            <p:spPr>
              <a:xfrm>
                <a:off x="1625615" y="632004"/>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FFFFFF"/>
              </a:solidFill>
            </p:spPr>
            <p:txBody>
              <a:bodyPr wrap="square" lIns="0" tIns="0" rIns="0" bIns="0" rtlCol="0"/>
              <a:lstStyle/>
              <a:p>
                <a:endParaRPr sz="3804"/>
              </a:p>
            </p:txBody>
          </p:sp>
          <p:sp>
            <p:nvSpPr>
              <p:cNvPr id="352" name="object 99">
                <a:extLst>
                  <a:ext uri="{FF2B5EF4-FFF2-40B4-BE49-F238E27FC236}">
                    <a16:creationId xmlns:a16="http://schemas.microsoft.com/office/drawing/2014/main" id="{F79BC405-485F-3281-A028-CD6EEAB0D9E2}"/>
                  </a:ext>
                </a:extLst>
              </p:cNvPr>
              <p:cNvSpPr/>
              <p:nvPr/>
            </p:nvSpPr>
            <p:spPr>
              <a:xfrm>
                <a:off x="1625615" y="632004"/>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grpSp>
        <p:sp>
          <p:nvSpPr>
            <p:cNvPr id="213" name="object 100">
              <a:extLst>
                <a:ext uri="{FF2B5EF4-FFF2-40B4-BE49-F238E27FC236}">
                  <a16:creationId xmlns:a16="http://schemas.microsoft.com/office/drawing/2014/main" id="{72743B06-25AD-8D33-CE13-2A07DCB04F33}"/>
                </a:ext>
              </a:extLst>
            </p:cNvPr>
            <p:cNvSpPr txBox="1"/>
            <p:nvPr/>
          </p:nvSpPr>
          <p:spPr>
            <a:xfrm>
              <a:off x="3558611" y="1422819"/>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1</a:t>
              </a:r>
              <a:endParaRPr sz="1162">
                <a:latin typeface="Arial"/>
                <a:cs typeface="Arial"/>
              </a:endParaRPr>
            </a:p>
          </p:txBody>
        </p:sp>
        <p:grpSp>
          <p:nvGrpSpPr>
            <p:cNvPr id="214" name="object 101">
              <a:extLst>
                <a:ext uri="{FF2B5EF4-FFF2-40B4-BE49-F238E27FC236}">
                  <a16:creationId xmlns:a16="http://schemas.microsoft.com/office/drawing/2014/main" id="{B24E34C7-D85D-69CC-F9DA-69718362F4A7}"/>
                </a:ext>
              </a:extLst>
            </p:cNvPr>
            <p:cNvGrpSpPr/>
            <p:nvPr/>
          </p:nvGrpSpPr>
          <p:grpSpPr>
            <a:xfrm>
              <a:off x="3872471" y="1332387"/>
              <a:ext cx="444227" cy="444227"/>
              <a:chOff x="1830841" y="630416"/>
              <a:chExt cx="210185" cy="210185"/>
            </a:xfrm>
          </p:grpSpPr>
          <p:sp>
            <p:nvSpPr>
              <p:cNvPr id="349" name="object 102">
                <a:extLst>
                  <a:ext uri="{FF2B5EF4-FFF2-40B4-BE49-F238E27FC236}">
                    <a16:creationId xmlns:a16="http://schemas.microsoft.com/office/drawing/2014/main" id="{4D78584B-6564-01F8-B410-FFB19C30C344}"/>
                  </a:ext>
                </a:extLst>
              </p:cNvPr>
              <p:cNvSpPr/>
              <p:nvPr/>
            </p:nvSpPr>
            <p:spPr>
              <a:xfrm>
                <a:off x="1832429" y="632004"/>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FFFFFF"/>
              </a:solidFill>
            </p:spPr>
            <p:txBody>
              <a:bodyPr wrap="square" lIns="0" tIns="0" rIns="0" bIns="0" rtlCol="0"/>
              <a:lstStyle/>
              <a:p>
                <a:endParaRPr sz="3804"/>
              </a:p>
            </p:txBody>
          </p:sp>
          <p:sp>
            <p:nvSpPr>
              <p:cNvPr id="350" name="object 103">
                <a:extLst>
                  <a:ext uri="{FF2B5EF4-FFF2-40B4-BE49-F238E27FC236}">
                    <a16:creationId xmlns:a16="http://schemas.microsoft.com/office/drawing/2014/main" id="{AF33C8F3-6B86-CF37-5458-7176D12B8BAC}"/>
                  </a:ext>
                </a:extLst>
              </p:cNvPr>
              <p:cNvSpPr/>
              <p:nvPr/>
            </p:nvSpPr>
            <p:spPr>
              <a:xfrm>
                <a:off x="1832429" y="632004"/>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grpSp>
        <p:sp>
          <p:nvSpPr>
            <p:cNvPr id="215" name="object 104">
              <a:extLst>
                <a:ext uri="{FF2B5EF4-FFF2-40B4-BE49-F238E27FC236}">
                  <a16:creationId xmlns:a16="http://schemas.microsoft.com/office/drawing/2014/main" id="{5E5AD07A-F4BB-04F1-DAEE-579F1F3D626D}"/>
                </a:ext>
              </a:extLst>
            </p:cNvPr>
            <p:cNvSpPr txBox="1"/>
            <p:nvPr/>
          </p:nvSpPr>
          <p:spPr>
            <a:xfrm>
              <a:off x="3995711" y="1422819"/>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1</a:t>
              </a:r>
              <a:endParaRPr sz="1162">
                <a:latin typeface="Arial"/>
                <a:cs typeface="Arial"/>
              </a:endParaRPr>
            </a:p>
          </p:txBody>
        </p:sp>
        <p:grpSp>
          <p:nvGrpSpPr>
            <p:cNvPr id="216" name="object 105">
              <a:extLst>
                <a:ext uri="{FF2B5EF4-FFF2-40B4-BE49-F238E27FC236}">
                  <a16:creationId xmlns:a16="http://schemas.microsoft.com/office/drawing/2014/main" id="{5D70D097-AB7B-ADF0-9138-D4D9BE32F603}"/>
                </a:ext>
              </a:extLst>
            </p:cNvPr>
            <p:cNvGrpSpPr/>
            <p:nvPr/>
          </p:nvGrpSpPr>
          <p:grpSpPr>
            <a:xfrm>
              <a:off x="4309584" y="1332387"/>
              <a:ext cx="444227" cy="444227"/>
              <a:chOff x="2037660" y="630416"/>
              <a:chExt cx="210185" cy="210185"/>
            </a:xfrm>
          </p:grpSpPr>
          <p:sp>
            <p:nvSpPr>
              <p:cNvPr id="347" name="object 106">
                <a:extLst>
                  <a:ext uri="{FF2B5EF4-FFF2-40B4-BE49-F238E27FC236}">
                    <a16:creationId xmlns:a16="http://schemas.microsoft.com/office/drawing/2014/main" id="{CD6D039A-F464-B4D6-B72E-22A707DF16F2}"/>
                  </a:ext>
                </a:extLst>
              </p:cNvPr>
              <p:cNvSpPr/>
              <p:nvPr/>
            </p:nvSpPr>
            <p:spPr>
              <a:xfrm>
                <a:off x="2039248" y="632004"/>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FFFFFF"/>
              </a:solidFill>
            </p:spPr>
            <p:txBody>
              <a:bodyPr wrap="square" lIns="0" tIns="0" rIns="0" bIns="0" rtlCol="0"/>
              <a:lstStyle/>
              <a:p>
                <a:endParaRPr sz="3804"/>
              </a:p>
            </p:txBody>
          </p:sp>
          <p:sp>
            <p:nvSpPr>
              <p:cNvPr id="348" name="object 107">
                <a:extLst>
                  <a:ext uri="{FF2B5EF4-FFF2-40B4-BE49-F238E27FC236}">
                    <a16:creationId xmlns:a16="http://schemas.microsoft.com/office/drawing/2014/main" id="{0BC4CDEA-DF11-F8BC-D305-254BE7AFDC87}"/>
                  </a:ext>
                </a:extLst>
              </p:cNvPr>
              <p:cNvSpPr/>
              <p:nvPr/>
            </p:nvSpPr>
            <p:spPr>
              <a:xfrm>
                <a:off x="2039248" y="632004"/>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grpSp>
        <p:sp>
          <p:nvSpPr>
            <p:cNvPr id="217" name="object 108">
              <a:extLst>
                <a:ext uri="{FF2B5EF4-FFF2-40B4-BE49-F238E27FC236}">
                  <a16:creationId xmlns:a16="http://schemas.microsoft.com/office/drawing/2014/main" id="{8677D560-EA09-E13C-714E-B26B3BB537DA}"/>
                </a:ext>
              </a:extLst>
            </p:cNvPr>
            <p:cNvSpPr txBox="1"/>
            <p:nvPr/>
          </p:nvSpPr>
          <p:spPr>
            <a:xfrm>
              <a:off x="4432825" y="1422819"/>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1</a:t>
              </a:r>
              <a:endParaRPr sz="1162">
                <a:latin typeface="Arial"/>
                <a:cs typeface="Arial"/>
              </a:endParaRPr>
            </a:p>
          </p:txBody>
        </p:sp>
        <p:grpSp>
          <p:nvGrpSpPr>
            <p:cNvPr id="218" name="object 109">
              <a:extLst>
                <a:ext uri="{FF2B5EF4-FFF2-40B4-BE49-F238E27FC236}">
                  <a16:creationId xmlns:a16="http://schemas.microsoft.com/office/drawing/2014/main" id="{008ED20D-CEDD-5009-20B1-AA90A38B01B0}"/>
                </a:ext>
              </a:extLst>
            </p:cNvPr>
            <p:cNvGrpSpPr/>
            <p:nvPr/>
          </p:nvGrpSpPr>
          <p:grpSpPr>
            <a:xfrm>
              <a:off x="1686843" y="1332387"/>
              <a:ext cx="3504156" cy="881743"/>
              <a:chOff x="796715" y="630416"/>
              <a:chExt cx="1657985" cy="417195"/>
            </a:xfrm>
          </p:grpSpPr>
          <p:sp>
            <p:nvSpPr>
              <p:cNvPr id="343" name="object 110">
                <a:extLst>
                  <a:ext uri="{FF2B5EF4-FFF2-40B4-BE49-F238E27FC236}">
                    <a16:creationId xmlns:a16="http://schemas.microsoft.com/office/drawing/2014/main" id="{17F6C003-37A2-2DFE-D007-4FDF65678C50}"/>
                  </a:ext>
                </a:extLst>
              </p:cNvPr>
              <p:cNvSpPr/>
              <p:nvPr/>
            </p:nvSpPr>
            <p:spPr>
              <a:xfrm>
                <a:off x="2246085" y="632004"/>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344" name="object 111">
                <a:extLst>
                  <a:ext uri="{FF2B5EF4-FFF2-40B4-BE49-F238E27FC236}">
                    <a16:creationId xmlns:a16="http://schemas.microsoft.com/office/drawing/2014/main" id="{20FDA247-FA3C-F772-CF22-45AA7DDCE9AC}"/>
                  </a:ext>
                </a:extLst>
              </p:cNvPr>
              <p:cNvSpPr/>
              <p:nvPr/>
            </p:nvSpPr>
            <p:spPr>
              <a:xfrm>
                <a:off x="2246085" y="632004"/>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345" name="object 112">
                <a:extLst>
                  <a:ext uri="{FF2B5EF4-FFF2-40B4-BE49-F238E27FC236}">
                    <a16:creationId xmlns:a16="http://schemas.microsoft.com/office/drawing/2014/main" id="{0955DE40-12DB-74E9-2171-1268327C6058}"/>
                  </a:ext>
                </a:extLst>
              </p:cNvPr>
              <p:cNvSpPr/>
              <p:nvPr/>
            </p:nvSpPr>
            <p:spPr>
              <a:xfrm>
                <a:off x="798302" y="838841"/>
                <a:ext cx="207010" cy="207010"/>
              </a:xfrm>
              <a:custGeom>
                <a:avLst/>
                <a:gdLst/>
                <a:ahLst/>
                <a:cxnLst/>
                <a:rect l="l" t="t" r="r" b="b"/>
                <a:pathLst>
                  <a:path w="207009" h="207009">
                    <a:moveTo>
                      <a:pt x="206825" y="0"/>
                    </a:moveTo>
                    <a:lnTo>
                      <a:pt x="0" y="0"/>
                    </a:lnTo>
                    <a:lnTo>
                      <a:pt x="0" y="206825"/>
                    </a:lnTo>
                    <a:lnTo>
                      <a:pt x="206825" y="206825"/>
                    </a:lnTo>
                    <a:lnTo>
                      <a:pt x="206825" y="0"/>
                    </a:lnTo>
                    <a:close/>
                  </a:path>
                </a:pathLst>
              </a:custGeom>
              <a:solidFill>
                <a:srgbClr val="FFFFFF"/>
              </a:solidFill>
            </p:spPr>
            <p:txBody>
              <a:bodyPr wrap="square" lIns="0" tIns="0" rIns="0" bIns="0" rtlCol="0"/>
              <a:lstStyle/>
              <a:p>
                <a:endParaRPr sz="3804"/>
              </a:p>
            </p:txBody>
          </p:sp>
          <p:sp>
            <p:nvSpPr>
              <p:cNvPr id="346" name="object 113">
                <a:extLst>
                  <a:ext uri="{FF2B5EF4-FFF2-40B4-BE49-F238E27FC236}">
                    <a16:creationId xmlns:a16="http://schemas.microsoft.com/office/drawing/2014/main" id="{E30A08FC-1600-2EA5-A5CA-0DBAB80E60EE}"/>
                  </a:ext>
                </a:extLst>
              </p:cNvPr>
              <p:cNvSpPr/>
              <p:nvPr/>
            </p:nvSpPr>
            <p:spPr>
              <a:xfrm>
                <a:off x="798302" y="838841"/>
                <a:ext cx="207010" cy="207010"/>
              </a:xfrm>
              <a:custGeom>
                <a:avLst/>
                <a:gdLst/>
                <a:ahLst/>
                <a:cxnLst/>
                <a:rect l="l" t="t" r="r" b="b"/>
                <a:pathLst>
                  <a:path w="207009"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grpSp>
        <p:sp>
          <p:nvSpPr>
            <p:cNvPr id="219" name="object 114">
              <a:extLst>
                <a:ext uri="{FF2B5EF4-FFF2-40B4-BE49-F238E27FC236}">
                  <a16:creationId xmlns:a16="http://schemas.microsoft.com/office/drawing/2014/main" id="{F8370BAB-D63F-A9EA-6574-A9FE108D1F91}"/>
                </a:ext>
              </a:extLst>
            </p:cNvPr>
            <p:cNvSpPr txBox="1"/>
            <p:nvPr/>
          </p:nvSpPr>
          <p:spPr>
            <a:xfrm>
              <a:off x="1810082" y="1859969"/>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1</a:t>
              </a:r>
              <a:endParaRPr sz="1162">
                <a:latin typeface="Arial"/>
                <a:cs typeface="Arial"/>
              </a:endParaRPr>
            </a:p>
          </p:txBody>
        </p:sp>
        <p:grpSp>
          <p:nvGrpSpPr>
            <p:cNvPr id="220" name="object 115">
              <a:extLst>
                <a:ext uri="{FF2B5EF4-FFF2-40B4-BE49-F238E27FC236}">
                  <a16:creationId xmlns:a16="http://schemas.microsoft.com/office/drawing/2014/main" id="{D5ABE04A-CA74-68AC-D696-EE3D3094F8C8}"/>
                </a:ext>
              </a:extLst>
            </p:cNvPr>
            <p:cNvGrpSpPr/>
            <p:nvPr/>
          </p:nvGrpSpPr>
          <p:grpSpPr>
            <a:xfrm>
              <a:off x="2123955" y="1769538"/>
              <a:ext cx="444227" cy="444227"/>
              <a:chOff x="1003534" y="837253"/>
              <a:chExt cx="210185" cy="210185"/>
            </a:xfrm>
          </p:grpSpPr>
          <p:sp>
            <p:nvSpPr>
              <p:cNvPr id="341" name="object 116">
                <a:extLst>
                  <a:ext uri="{FF2B5EF4-FFF2-40B4-BE49-F238E27FC236}">
                    <a16:creationId xmlns:a16="http://schemas.microsoft.com/office/drawing/2014/main" id="{0C778049-E482-F6B1-D44F-DEDEF7AE699C}"/>
                  </a:ext>
                </a:extLst>
              </p:cNvPr>
              <p:cNvSpPr/>
              <p:nvPr/>
            </p:nvSpPr>
            <p:spPr>
              <a:xfrm>
                <a:off x="1005122" y="838841"/>
                <a:ext cx="207010" cy="207010"/>
              </a:xfrm>
              <a:custGeom>
                <a:avLst/>
                <a:gdLst/>
                <a:ahLst/>
                <a:cxnLst/>
                <a:rect l="l" t="t" r="r" b="b"/>
                <a:pathLst>
                  <a:path w="207009" h="207009">
                    <a:moveTo>
                      <a:pt x="206825" y="0"/>
                    </a:moveTo>
                    <a:lnTo>
                      <a:pt x="0" y="0"/>
                    </a:lnTo>
                    <a:lnTo>
                      <a:pt x="0" y="206825"/>
                    </a:lnTo>
                    <a:lnTo>
                      <a:pt x="206825" y="206825"/>
                    </a:lnTo>
                    <a:lnTo>
                      <a:pt x="206825" y="0"/>
                    </a:lnTo>
                    <a:close/>
                  </a:path>
                </a:pathLst>
              </a:custGeom>
              <a:solidFill>
                <a:srgbClr val="FFFFFF"/>
              </a:solidFill>
            </p:spPr>
            <p:txBody>
              <a:bodyPr wrap="square" lIns="0" tIns="0" rIns="0" bIns="0" rtlCol="0"/>
              <a:lstStyle/>
              <a:p>
                <a:endParaRPr sz="3804"/>
              </a:p>
            </p:txBody>
          </p:sp>
          <p:sp>
            <p:nvSpPr>
              <p:cNvPr id="342" name="object 117">
                <a:extLst>
                  <a:ext uri="{FF2B5EF4-FFF2-40B4-BE49-F238E27FC236}">
                    <a16:creationId xmlns:a16="http://schemas.microsoft.com/office/drawing/2014/main" id="{093E054F-0762-9DD8-D203-A03B407D35B8}"/>
                  </a:ext>
                </a:extLst>
              </p:cNvPr>
              <p:cNvSpPr/>
              <p:nvPr/>
            </p:nvSpPr>
            <p:spPr>
              <a:xfrm>
                <a:off x="1005122" y="838841"/>
                <a:ext cx="207010" cy="207010"/>
              </a:xfrm>
              <a:custGeom>
                <a:avLst/>
                <a:gdLst/>
                <a:ahLst/>
                <a:cxnLst/>
                <a:rect l="l" t="t" r="r" b="b"/>
                <a:pathLst>
                  <a:path w="207009"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grpSp>
        <p:sp>
          <p:nvSpPr>
            <p:cNvPr id="221" name="object 118">
              <a:extLst>
                <a:ext uri="{FF2B5EF4-FFF2-40B4-BE49-F238E27FC236}">
                  <a16:creationId xmlns:a16="http://schemas.microsoft.com/office/drawing/2014/main" id="{DCC9E890-06EB-FD37-D294-BC19F9ADD981}"/>
                </a:ext>
              </a:extLst>
            </p:cNvPr>
            <p:cNvSpPr txBox="1"/>
            <p:nvPr/>
          </p:nvSpPr>
          <p:spPr>
            <a:xfrm>
              <a:off x="2247195" y="1862861"/>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27" dirty="0">
                  <a:latin typeface="Arial"/>
                  <a:cs typeface="Arial"/>
                </a:rPr>
                <a:t>2</a:t>
              </a:r>
              <a:endParaRPr sz="1162">
                <a:latin typeface="Arial"/>
                <a:cs typeface="Arial"/>
              </a:endParaRPr>
            </a:p>
          </p:txBody>
        </p:sp>
        <p:grpSp>
          <p:nvGrpSpPr>
            <p:cNvPr id="222" name="object 119">
              <a:extLst>
                <a:ext uri="{FF2B5EF4-FFF2-40B4-BE49-F238E27FC236}">
                  <a16:creationId xmlns:a16="http://schemas.microsoft.com/office/drawing/2014/main" id="{5D383C07-0800-750B-8974-F6303CCBCDD2}"/>
                </a:ext>
              </a:extLst>
            </p:cNvPr>
            <p:cNvGrpSpPr/>
            <p:nvPr/>
          </p:nvGrpSpPr>
          <p:grpSpPr>
            <a:xfrm>
              <a:off x="2561106" y="1769538"/>
              <a:ext cx="1319259" cy="444227"/>
              <a:chOff x="1210371" y="837253"/>
              <a:chExt cx="624205" cy="210185"/>
            </a:xfrm>
          </p:grpSpPr>
          <p:sp>
            <p:nvSpPr>
              <p:cNvPr id="335" name="object 120">
                <a:extLst>
                  <a:ext uri="{FF2B5EF4-FFF2-40B4-BE49-F238E27FC236}">
                    <a16:creationId xmlns:a16="http://schemas.microsoft.com/office/drawing/2014/main" id="{48D440EE-286E-3472-858C-8A4EA5FA21CD}"/>
                  </a:ext>
                </a:extLst>
              </p:cNvPr>
              <p:cNvSpPr/>
              <p:nvPr/>
            </p:nvSpPr>
            <p:spPr>
              <a:xfrm>
                <a:off x="1211959" y="838841"/>
                <a:ext cx="207010" cy="207010"/>
              </a:xfrm>
              <a:custGeom>
                <a:avLst/>
                <a:gdLst/>
                <a:ahLst/>
                <a:cxnLst/>
                <a:rect l="l" t="t" r="r" b="b"/>
                <a:pathLst>
                  <a:path w="207009"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336" name="object 121">
                <a:extLst>
                  <a:ext uri="{FF2B5EF4-FFF2-40B4-BE49-F238E27FC236}">
                    <a16:creationId xmlns:a16="http://schemas.microsoft.com/office/drawing/2014/main" id="{DD454D7E-43E9-A142-FDD4-504A2A403F2C}"/>
                  </a:ext>
                </a:extLst>
              </p:cNvPr>
              <p:cNvSpPr/>
              <p:nvPr/>
            </p:nvSpPr>
            <p:spPr>
              <a:xfrm>
                <a:off x="1211959" y="838841"/>
                <a:ext cx="207010" cy="207010"/>
              </a:xfrm>
              <a:custGeom>
                <a:avLst/>
                <a:gdLst/>
                <a:ahLst/>
                <a:cxnLst/>
                <a:rect l="l" t="t" r="r" b="b"/>
                <a:pathLst>
                  <a:path w="207009"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337" name="object 122">
                <a:extLst>
                  <a:ext uri="{FF2B5EF4-FFF2-40B4-BE49-F238E27FC236}">
                    <a16:creationId xmlns:a16="http://schemas.microsoft.com/office/drawing/2014/main" id="{C597F3EF-E2E2-5B36-81CD-7AA6B56952BE}"/>
                  </a:ext>
                </a:extLst>
              </p:cNvPr>
              <p:cNvSpPr/>
              <p:nvPr/>
            </p:nvSpPr>
            <p:spPr>
              <a:xfrm>
                <a:off x="1418772" y="838841"/>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338" name="object 123">
                <a:extLst>
                  <a:ext uri="{FF2B5EF4-FFF2-40B4-BE49-F238E27FC236}">
                    <a16:creationId xmlns:a16="http://schemas.microsoft.com/office/drawing/2014/main" id="{AB14621A-9653-12F8-10B6-D8115D76D28A}"/>
                  </a:ext>
                </a:extLst>
              </p:cNvPr>
              <p:cNvSpPr/>
              <p:nvPr/>
            </p:nvSpPr>
            <p:spPr>
              <a:xfrm>
                <a:off x="1418772" y="838841"/>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339" name="object 124">
                <a:extLst>
                  <a:ext uri="{FF2B5EF4-FFF2-40B4-BE49-F238E27FC236}">
                    <a16:creationId xmlns:a16="http://schemas.microsoft.com/office/drawing/2014/main" id="{F49DE377-FC36-46F7-7B7B-580C82B3936D}"/>
                  </a:ext>
                </a:extLst>
              </p:cNvPr>
              <p:cNvSpPr/>
              <p:nvPr/>
            </p:nvSpPr>
            <p:spPr>
              <a:xfrm>
                <a:off x="1625615" y="838841"/>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FFFFFF"/>
              </a:solidFill>
            </p:spPr>
            <p:txBody>
              <a:bodyPr wrap="square" lIns="0" tIns="0" rIns="0" bIns="0" rtlCol="0"/>
              <a:lstStyle/>
              <a:p>
                <a:endParaRPr sz="3804"/>
              </a:p>
            </p:txBody>
          </p:sp>
          <p:sp>
            <p:nvSpPr>
              <p:cNvPr id="340" name="object 125">
                <a:extLst>
                  <a:ext uri="{FF2B5EF4-FFF2-40B4-BE49-F238E27FC236}">
                    <a16:creationId xmlns:a16="http://schemas.microsoft.com/office/drawing/2014/main" id="{DB26BDFB-8A5C-ACF8-CD5E-666AB46E34DE}"/>
                  </a:ext>
                </a:extLst>
              </p:cNvPr>
              <p:cNvSpPr/>
              <p:nvPr/>
            </p:nvSpPr>
            <p:spPr>
              <a:xfrm>
                <a:off x="1625615" y="838841"/>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grpSp>
        <p:sp>
          <p:nvSpPr>
            <p:cNvPr id="223" name="object 126">
              <a:extLst>
                <a:ext uri="{FF2B5EF4-FFF2-40B4-BE49-F238E27FC236}">
                  <a16:creationId xmlns:a16="http://schemas.microsoft.com/office/drawing/2014/main" id="{1697A172-3CD5-8357-B651-D67FF2B028AD}"/>
                </a:ext>
              </a:extLst>
            </p:cNvPr>
            <p:cNvSpPr txBox="1"/>
            <p:nvPr/>
          </p:nvSpPr>
          <p:spPr>
            <a:xfrm>
              <a:off x="3558611" y="1859969"/>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1</a:t>
              </a:r>
              <a:endParaRPr sz="1162">
                <a:latin typeface="Arial"/>
                <a:cs typeface="Arial"/>
              </a:endParaRPr>
            </a:p>
          </p:txBody>
        </p:sp>
        <p:grpSp>
          <p:nvGrpSpPr>
            <p:cNvPr id="224" name="object 127">
              <a:extLst>
                <a:ext uri="{FF2B5EF4-FFF2-40B4-BE49-F238E27FC236}">
                  <a16:creationId xmlns:a16="http://schemas.microsoft.com/office/drawing/2014/main" id="{80FDF4E9-1220-859E-61D7-3637C173FD15}"/>
                </a:ext>
              </a:extLst>
            </p:cNvPr>
            <p:cNvGrpSpPr/>
            <p:nvPr/>
          </p:nvGrpSpPr>
          <p:grpSpPr>
            <a:xfrm>
              <a:off x="3872471" y="1769538"/>
              <a:ext cx="881743" cy="444227"/>
              <a:chOff x="1830841" y="837253"/>
              <a:chExt cx="417195" cy="210185"/>
            </a:xfrm>
          </p:grpSpPr>
          <p:sp>
            <p:nvSpPr>
              <p:cNvPr id="331" name="object 128">
                <a:extLst>
                  <a:ext uri="{FF2B5EF4-FFF2-40B4-BE49-F238E27FC236}">
                    <a16:creationId xmlns:a16="http://schemas.microsoft.com/office/drawing/2014/main" id="{ADF27E7D-3D92-A7F1-9566-7540370A178D}"/>
                  </a:ext>
                </a:extLst>
              </p:cNvPr>
              <p:cNvSpPr/>
              <p:nvPr/>
            </p:nvSpPr>
            <p:spPr>
              <a:xfrm>
                <a:off x="1832429" y="838841"/>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332" name="object 129">
                <a:extLst>
                  <a:ext uri="{FF2B5EF4-FFF2-40B4-BE49-F238E27FC236}">
                    <a16:creationId xmlns:a16="http://schemas.microsoft.com/office/drawing/2014/main" id="{C3A130EE-6473-33B5-A0DD-DAF7A58E7AF0}"/>
                  </a:ext>
                </a:extLst>
              </p:cNvPr>
              <p:cNvSpPr/>
              <p:nvPr/>
            </p:nvSpPr>
            <p:spPr>
              <a:xfrm>
                <a:off x="1832429" y="838841"/>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333" name="object 130">
                <a:extLst>
                  <a:ext uri="{FF2B5EF4-FFF2-40B4-BE49-F238E27FC236}">
                    <a16:creationId xmlns:a16="http://schemas.microsoft.com/office/drawing/2014/main" id="{85F23306-38D5-3B94-6E5A-262C2100B7BD}"/>
                  </a:ext>
                </a:extLst>
              </p:cNvPr>
              <p:cNvSpPr/>
              <p:nvPr/>
            </p:nvSpPr>
            <p:spPr>
              <a:xfrm>
                <a:off x="2039248" y="838841"/>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FFFFFF"/>
              </a:solidFill>
            </p:spPr>
            <p:txBody>
              <a:bodyPr wrap="square" lIns="0" tIns="0" rIns="0" bIns="0" rtlCol="0"/>
              <a:lstStyle/>
              <a:p>
                <a:endParaRPr sz="3804"/>
              </a:p>
            </p:txBody>
          </p:sp>
          <p:sp>
            <p:nvSpPr>
              <p:cNvPr id="334" name="object 131">
                <a:extLst>
                  <a:ext uri="{FF2B5EF4-FFF2-40B4-BE49-F238E27FC236}">
                    <a16:creationId xmlns:a16="http://schemas.microsoft.com/office/drawing/2014/main" id="{DB7774B3-E90A-0C50-51E0-1F0B75B1CAF5}"/>
                  </a:ext>
                </a:extLst>
              </p:cNvPr>
              <p:cNvSpPr/>
              <p:nvPr/>
            </p:nvSpPr>
            <p:spPr>
              <a:xfrm>
                <a:off x="2039248" y="838841"/>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grpSp>
        <p:sp>
          <p:nvSpPr>
            <p:cNvPr id="225" name="object 132">
              <a:extLst>
                <a:ext uri="{FF2B5EF4-FFF2-40B4-BE49-F238E27FC236}">
                  <a16:creationId xmlns:a16="http://schemas.microsoft.com/office/drawing/2014/main" id="{88378A7B-DF66-B844-A533-50C260966DD2}"/>
                </a:ext>
              </a:extLst>
            </p:cNvPr>
            <p:cNvSpPr txBox="1"/>
            <p:nvPr/>
          </p:nvSpPr>
          <p:spPr>
            <a:xfrm>
              <a:off x="4432825" y="1859969"/>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1</a:t>
              </a:r>
              <a:endParaRPr sz="1162">
                <a:latin typeface="Arial"/>
                <a:cs typeface="Arial"/>
              </a:endParaRPr>
            </a:p>
          </p:txBody>
        </p:sp>
        <p:grpSp>
          <p:nvGrpSpPr>
            <p:cNvPr id="226" name="object 133">
              <a:extLst>
                <a:ext uri="{FF2B5EF4-FFF2-40B4-BE49-F238E27FC236}">
                  <a16:creationId xmlns:a16="http://schemas.microsoft.com/office/drawing/2014/main" id="{EDB9C7A0-AB40-D300-FCFC-74F2B8470CF1}"/>
                </a:ext>
              </a:extLst>
            </p:cNvPr>
            <p:cNvGrpSpPr/>
            <p:nvPr/>
          </p:nvGrpSpPr>
          <p:grpSpPr>
            <a:xfrm>
              <a:off x="1686843" y="1769538"/>
              <a:ext cx="3504156" cy="881743"/>
              <a:chOff x="796715" y="837253"/>
              <a:chExt cx="1657985" cy="417195"/>
            </a:xfrm>
          </p:grpSpPr>
          <p:sp>
            <p:nvSpPr>
              <p:cNvPr id="325" name="object 134">
                <a:extLst>
                  <a:ext uri="{FF2B5EF4-FFF2-40B4-BE49-F238E27FC236}">
                    <a16:creationId xmlns:a16="http://schemas.microsoft.com/office/drawing/2014/main" id="{BC37242C-9E4C-86E8-C200-2FAB84E6A6F9}"/>
                  </a:ext>
                </a:extLst>
              </p:cNvPr>
              <p:cNvSpPr/>
              <p:nvPr/>
            </p:nvSpPr>
            <p:spPr>
              <a:xfrm>
                <a:off x="2246085" y="838841"/>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326" name="object 135">
                <a:extLst>
                  <a:ext uri="{FF2B5EF4-FFF2-40B4-BE49-F238E27FC236}">
                    <a16:creationId xmlns:a16="http://schemas.microsoft.com/office/drawing/2014/main" id="{CEFD3A35-FD40-E4F0-2AEC-52C90D3281EA}"/>
                  </a:ext>
                </a:extLst>
              </p:cNvPr>
              <p:cNvSpPr/>
              <p:nvPr/>
            </p:nvSpPr>
            <p:spPr>
              <a:xfrm>
                <a:off x="2246085" y="838841"/>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327" name="object 136">
                <a:extLst>
                  <a:ext uri="{FF2B5EF4-FFF2-40B4-BE49-F238E27FC236}">
                    <a16:creationId xmlns:a16="http://schemas.microsoft.com/office/drawing/2014/main" id="{46E6D043-7F6C-4544-77C1-464105047633}"/>
                  </a:ext>
                </a:extLst>
              </p:cNvPr>
              <p:cNvSpPr/>
              <p:nvPr/>
            </p:nvSpPr>
            <p:spPr>
              <a:xfrm>
                <a:off x="798302" y="1045654"/>
                <a:ext cx="207010" cy="207010"/>
              </a:xfrm>
              <a:custGeom>
                <a:avLst/>
                <a:gdLst/>
                <a:ahLst/>
                <a:cxnLst/>
                <a:rect l="l" t="t" r="r" b="b"/>
                <a:pathLst>
                  <a:path w="207009"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328" name="object 137">
                <a:extLst>
                  <a:ext uri="{FF2B5EF4-FFF2-40B4-BE49-F238E27FC236}">
                    <a16:creationId xmlns:a16="http://schemas.microsoft.com/office/drawing/2014/main" id="{3C7EE433-5CDF-4D0E-E9E5-5902C0EBC869}"/>
                  </a:ext>
                </a:extLst>
              </p:cNvPr>
              <p:cNvSpPr/>
              <p:nvPr/>
            </p:nvSpPr>
            <p:spPr>
              <a:xfrm>
                <a:off x="798302" y="1045654"/>
                <a:ext cx="207010" cy="207010"/>
              </a:xfrm>
              <a:custGeom>
                <a:avLst/>
                <a:gdLst/>
                <a:ahLst/>
                <a:cxnLst/>
                <a:rect l="l" t="t" r="r" b="b"/>
                <a:pathLst>
                  <a:path w="207009"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329" name="object 138">
                <a:extLst>
                  <a:ext uri="{FF2B5EF4-FFF2-40B4-BE49-F238E27FC236}">
                    <a16:creationId xmlns:a16="http://schemas.microsoft.com/office/drawing/2014/main" id="{B5831FEB-8D8C-8E36-9DF6-67E19E8B461E}"/>
                  </a:ext>
                </a:extLst>
              </p:cNvPr>
              <p:cNvSpPr/>
              <p:nvPr/>
            </p:nvSpPr>
            <p:spPr>
              <a:xfrm>
                <a:off x="1005122" y="1045654"/>
                <a:ext cx="207010" cy="207010"/>
              </a:xfrm>
              <a:custGeom>
                <a:avLst/>
                <a:gdLst/>
                <a:ahLst/>
                <a:cxnLst/>
                <a:rect l="l" t="t" r="r" b="b"/>
                <a:pathLst>
                  <a:path w="207009" h="207009">
                    <a:moveTo>
                      <a:pt x="206825" y="0"/>
                    </a:moveTo>
                    <a:lnTo>
                      <a:pt x="0" y="0"/>
                    </a:lnTo>
                    <a:lnTo>
                      <a:pt x="0" y="206825"/>
                    </a:lnTo>
                    <a:lnTo>
                      <a:pt x="206825" y="206825"/>
                    </a:lnTo>
                    <a:lnTo>
                      <a:pt x="206825" y="0"/>
                    </a:lnTo>
                    <a:close/>
                  </a:path>
                </a:pathLst>
              </a:custGeom>
              <a:solidFill>
                <a:srgbClr val="FFFFFF"/>
              </a:solidFill>
            </p:spPr>
            <p:txBody>
              <a:bodyPr wrap="square" lIns="0" tIns="0" rIns="0" bIns="0" rtlCol="0"/>
              <a:lstStyle/>
              <a:p>
                <a:endParaRPr sz="3804"/>
              </a:p>
            </p:txBody>
          </p:sp>
          <p:sp>
            <p:nvSpPr>
              <p:cNvPr id="330" name="object 139">
                <a:extLst>
                  <a:ext uri="{FF2B5EF4-FFF2-40B4-BE49-F238E27FC236}">
                    <a16:creationId xmlns:a16="http://schemas.microsoft.com/office/drawing/2014/main" id="{F142CB77-B226-B9B3-784A-977BB03DF5D1}"/>
                  </a:ext>
                </a:extLst>
              </p:cNvPr>
              <p:cNvSpPr/>
              <p:nvPr/>
            </p:nvSpPr>
            <p:spPr>
              <a:xfrm>
                <a:off x="1005122" y="1045654"/>
                <a:ext cx="207010" cy="207010"/>
              </a:xfrm>
              <a:custGeom>
                <a:avLst/>
                <a:gdLst/>
                <a:ahLst/>
                <a:cxnLst/>
                <a:rect l="l" t="t" r="r" b="b"/>
                <a:pathLst>
                  <a:path w="207009"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grpSp>
        <p:sp>
          <p:nvSpPr>
            <p:cNvPr id="227" name="object 140">
              <a:extLst>
                <a:ext uri="{FF2B5EF4-FFF2-40B4-BE49-F238E27FC236}">
                  <a16:creationId xmlns:a16="http://schemas.microsoft.com/office/drawing/2014/main" id="{E4C9A0C9-D6F8-F8B5-D76D-90600704C877}"/>
                </a:ext>
              </a:extLst>
            </p:cNvPr>
            <p:cNvSpPr txBox="1"/>
            <p:nvPr/>
          </p:nvSpPr>
          <p:spPr>
            <a:xfrm>
              <a:off x="2247195" y="2299961"/>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27" dirty="0">
                  <a:latin typeface="Arial"/>
                  <a:cs typeface="Arial"/>
                </a:rPr>
                <a:t>4</a:t>
              </a:r>
              <a:endParaRPr sz="1162">
                <a:latin typeface="Arial"/>
                <a:cs typeface="Arial"/>
              </a:endParaRPr>
            </a:p>
          </p:txBody>
        </p:sp>
        <p:grpSp>
          <p:nvGrpSpPr>
            <p:cNvPr id="228" name="object 141">
              <a:extLst>
                <a:ext uri="{FF2B5EF4-FFF2-40B4-BE49-F238E27FC236}">
                  <a16:creationId xmlns:a16="http://schemas.microsoft.com/office/drawing/2014/main" id="{F4549B7F-6395-001D-35C3-0237308C4294}"/>
                </a:ext>
              </a:extLst>
            </p:cNvPr>
            <p:cNvGrpSpPr/>
            <p:nvPr/>
          </p:nvGrpSpPr>
          <p:grpSpPr>
            <a:xfrm>
              <a:off x="2561105" y="2206640"/>
              <a:ext cx="1755433" cy="444227"/>
              <a:chOff x="1210371" y="1044067"/>
              <a:chExt cx="830580" cy="210185"/>
            </a:xfrm>
          </p:grpSpPr>
          <p:sp>
            <p:nvSpPr>
              <p:cNvPr id="317" name="object 142">
                <a:extLst>
                  <a:ext uri="{FF2B5EF4-FFF2-40B4-BE49-F238E27FC236}">
                    <a16:creationId xmlns:a16="http://schemas.microsoft.com/office/drawing/2014/main" id="{D90F0650-8597-D380-B78E-97CE73737907}"/>
                  </a:ext>
                </a:extLst>
              </p:cNvPr>
              <p:cNvSpPr/>
              <p:nvPr/>
            </p:nvSpPr>
            <p:spPr>
              <a:xfrm>
                <a:off x="1211959" y="1045654"/>
                <a:ext cx="207010" cy="207010"/>
              </a:xfrm>
              <a:custGeom>
                <a:avLst/>
                <a:gdLst/>
                <a:ahLst/>
                <a:cxnLst/>
                <a:rect l="l" t="t" r="r" b="b"/>
                <a:pathLst>
                  <a:path w="207009"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318" name="object 143">
                <a:extLst>
                  <a:ext uri="{FF2B5EF4-FFF2-40B4-BE49-F238E27FC236}">
                    <a16:creationId xmlns:a16="http://schemas.microsoft.com/office/drawing/2014/main" id="{1FC005D5-A6EF-045C-28AC-06F4F817CC8E}"/>
                  </a:ext>
                </a:extLst>
              </p:cNvPr>
              <p:cNvSpPr/>
              <p:nvPr/>
            </p:nvSpPr>
            <p:spPr>
              <a:xfrm>
                <a:off x="1211959" y="1045654"/>
                <a:ext cx="207010" cy="207010"/>
              </a:xfrm>
              <a:custGeom>
                <a:avLst/>
                <a:gdLst/>
                <a:ahLst/>
                <a:cxnLst/>
                <a:rect l="l" t="t" r="r" b="b"/>
                <a:pathLst>
                  <a:path w="207009"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319" name="object 144">
                <a:extLst>
                  <a:ext uri="{FF2B5EF4-FFF2-40B4-BE49-F238E27FC236}">
                    <a16:creationId xmlns:a16="http://schemas.microsoft.com/office/drawing/2014/main" id="{E4ED320D-7E32-6F88-33BA-F7EC56DC1F75}"/>
                  </a:ext>
                </a:extLst>
              </p:cNvPr>
              <p:cNvSpPr/>
              <p:nvPr/>
            </p:nvSpPr>
            <p:spPr>
              <a:xfrm>
                <a:off x="1418772" y="1045654"/>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320" name="object 145">
                <a:extLst>
                  <a:ext uri="{FF2B5EF4-FFF2-40B4-BE49-F238E27FC236}">
                    <a16:creationId xmlns:a16="http://schemas.microsoft.com/office/drawing/2014/main" id="{3C2E3D19-9ADD-7A01-0F22-AB2B98F16F27}"/>
                  </a:ext>
                </a:extLst>
              </p:cNvPr>
              <p:cNvSpPr/>
              <p:nvPr/>
            </p:nvSpPr>
            <p:spPr>
              <a:xfrm>
                <a:off x="1418772" y="1045654"/>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321" name="object 146">
                <a:extLst>
                  <a:ext uri="{FF2B5EF4-FFF2-40B4-BE49-F238E27FC236}">
                    <a16:creationId xmlns:a16="http://schemas.microsoft.com/office/drawing/2014/main" id="{76DDE5F6-9429-D9FC-DB42-82B3815C2B7D}"/>
                  </a:ext>
                </a:extLst>
              </p:cNvPr>
              <p:cNvSpPr/>
              <p:nvPr/>
            </p:nvSpPr>
            <p:spPr>
              <a:xfrm>
                <a:off x="1625615" y="1045654"/>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322" name="object 147">
                <a:extLst>
                  <a:ext uri="{FF2B5EF4-FFF2-40B4-BE49-F238E27FC236}">
                    <a16:creationId xmlns:a16="http://schemas.microsoft.com/office/drawing/2014/main" id="{03827789-549C-C948-7D39-9D18C73248CA}"/>
                  </a:ext>
                </a:extLst>
              </p:cNvPr>
              <p:cNvSpPr/>
              <p:nvPr/>
            </p:nvSpPr>
            <p:spPr>
              <a:xfrm>
                <a:off x="1625615" y="1045654"/>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323" name="object 148">
                <a:extLst>
                  <a:ext uri="{FF2B5EF4-FFF2-40B4-BE49-F238E27FC236}">
                    <a16:creationId xmlns:a16="http://schemas.microsoft.com/office/drawing/2014/main" id="{7F21418B-3A38-42CD-6D20-60543957714C}"/>
                  </a:ext>
                </a:extLst>
              </p:cNvPr>
              <p:cNvSpPr/>
              <p:nvPr/>
            </p:nvSpPr>
            <p:spPr>
              <a:xfrm>
                <a:off x="1832428" y="1045654"/>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FFFFFF"/>
              </a:solidFill>
            </p:spPr>
            <p:txBody>
              <a:bodyPr wrap="square" lIns="0" tIns="0" rIns="0" bIns="0" rtlCol="0"/>
              <a:lstStyle/>
              <a:p>
                <a:endParaRPr sz="3804"/>
              </a:p>
            </p:txBody>
          </p:sp>
          <p:sp>
            <p:nvSpPr>
              <p:cNvPr id="324" name="object 149">
                <a:extLst>
                  <a:ext uri="{FF2B5EF4-FFF2-40B4-BE49-F238E27FC236}">
                    <a16:creationId xmlns:a16="http://schemas.microsoft.com/office/drawing/2014/main" id="{2C5C2B89-CD75-E08B-9913-99DE05C108D0}"/>
                  </a:ext>
                </a:extLst>
              </p:cNvPr>
              <p:cNvSpPr/>
              <p:nvPr/>
            </p:nvSpPr>
            <p:spPr>
              <a:xfrm>
                <a:off x="1832428" y="1045654"/>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grpSp>
        <p:sp>
          <p:nvSpPr>
            <p:cNvPr id="229" name="object 150">
              <a:extLst>
                <a:ext uri="{FF2B5EF4-FFF2-40B4-BE49-F238E27FC236}">
                  <a16:creationId xmlns:a16="http://schemas.microsoft.com/office/drawing/2014/main" id="{2AE43A11-4FD2-C2F3-50B8-36E9FCA0B62D}"/>
                </a:ext>
              </a:extLst>
            </p:cNvPr>
            <p:cNvSpPr txBox="1"/>
            <p:nvPr/>
          </p:nvSpPr>
          <p:spPr>
            <a:xfrm>
              <a:off x="3995711" y="2297069"/>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1</a:t>
              </a:r>
              <a:endParaRPr sz="1162">
                <a:latin typeface="Arial"/>
                <a:cs typeface="Arial"/>
              </a:endParaRPr>
            </a:p>
          </p:txBody>
        </p:sp>
        <p:grpSp>
          <p:nvGrpSpPr>
            <p:cNvPr id="230" name="object 151">
              <a:extLst>
                <a:ext uri="{FF2B5EF4-FFF2-40B4-BE49-F238E27FC236}">
                  <a16:creationId xmlns:a16="http://schemas.microsoft.com/office/drawing/2014/main" id="{320EE8E5-6628-CCB6-1382-2ED38C3A5410}"/>
                </a:ext>
              </a:extLst>
            </p:cNvPr>
            <p:cNvGrpSpPr/>
            <p:nvPr/>
          </p:nvGrpSpPr>
          <p:grpSpPr>
            <a:xfrm>
              <a:off x="4309584" y="2206640"/>
              <a:ext cx="444227" cy="444227"/>
              <a:chOff x="2037660" y="1044067"/>
              <a:chExt cx="210185" cy="210185"/>
            </a:xfrm>
          </p:grpSpPr>
          <p:sp>
            <p:nvSpPr>
              <p:cNvPr id="315" name="object 152">
                <a:extLst>
                  <a:ext uri="{FF2B5EF4-FFF2-40B4-BE49-F238E27FC236}">
                    <a16:creationId xmlns:a16="http://schemas.microsoft.com/office/drawing/2014/main" id="{D0B20116-DA51-A289-B20B-BCB9AB3872C4}"/>
                  </a:ext>
                </a:extLst>
              </p:cNvPr>
              <p:cNvSpPr/>
              <p:nvPr/>
            </p:nvSpPr>
            <p:spPr>
              <a:xfrm>
                <a:off x="2039248" y="1045654"/>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FFFFFF"/>
              </a:solidFill>
            </p:spPr>
            <p:txBody>
              <a:bodyPr wrap="square" lIns="0" tIns="0" rIns="0" bIns="0" rtlCol="0"/>
              <a:lstStyle/>
              <a:p>
                <a:endParaRPr sz="3804"/>
              </a:p>
            </p:txBody>
          </p:sp>
          <p:sp>
            <p:nvSpPr>
              <p:cNvPr id="316" name="object 153">
                <a:extLst>
                  <a:ext uri="{FF2B5EF4-FFF2-40B4-BE49-F238E27FC236}">
                    <a16:creationId xmlns:a16="http://schemas.microsoft.com/office/drawing/2014/main" id="{44E9DBB6-A600-4B3B-2774-096DFD722936}"/>
                  </a:ext>
                </a:extLst>
              </p:cNvPr>
              <p:cNvSpPr/>
              <p:nvPr/>
            </p:nvSpPr>
            <p:spPr>
              <a:xfrm>
                <a:off x="2039248" y="1045654"/>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grpSp>
        <p:sp>
          <p:nvSpPr>
            <p:cNvPr id="231" name="object 154">
              <a:extLst>
                <a:ext uri="{FF2B5EF4-FFF2-40B4-BE49-F238E27FC236}">
                  <a16:creationId xmlns:a16="http://schemas.microsoft.com/office/drawing/2014/main" id="{BA9BC65E-7DE2-3527-C220-95653D8FED6E}"/>
                </a:ext>
              </a:extLst>
            </p:cNvPr>
            <p:cNvSpPr txBox="1"/>
            <p:nvPr/>
          </p:nvSpPr>
          <p:spPr>
            <a:xfrm>
              <a:off x="4432811" y="2299961"/>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27" dirty="0">
                  <a:latin typeface="Arial"/>
                  <a:cs typeface="Arial"/>
                </a:rPr>
                <a:t>3</a:t>
              </a:r>
              <a:endParaRPr sz="1162">
                <a:latin typeface="Arial"/>
                <a:cs typeface="Arial"/>
              </a:endParaRPr>
            </a:p>
          </p:txBody>
        </p:sp>
        <p:grpSp>
          <p:nvGrpSpPr>
            <p:cNvPr id="232" name="object 155">
              <a:extLst>
                <a:ext uri="{FF2B5EF4-FFF2-40B4-BE49-F238E27FC236}">
                  <a16:creationId xmlns:a16="http://schemas.microsoft.com/office/drawing/2014/main" id="{AE2A69FE-C9ED-3A3D-2005-FE64AAC706C4}"/>
                </a:ext>
              </a:extLst>
            </p:cNvPr>
            <p:cNvGrpSpPr/>
            <p:nvPr/>
          </p:nvGrpSpPr>
          <p:grpSpPr>
            <a:xfrm>
              <a:off x="1686843" y="2206640"/>
              <a:ext cx="3504156" cy="881743"/>
              <a:chOff x="796715" y="1044067"/>
              <a:chExt cx="1657985" cy="417195"/>
            </a:xfrm>
          </p:grpSpPr>
          <p:sp>
            <p:nvSpPr>
              <p:cNvPr id="301" name="object 156">
                <a:extLst>
                  <a:ext uri="{FF2B5EF4-FFF2-40B4-BE49-F238E27FC236}">
                    <a16:creationId xmlns:a16="http://schemas.microsoft.com/office/drawing/2014/main" id="{797C94CC-5418-2968-ED4A-79901AAD793D}"/>
                  </a:ext>
                </a:extLst>
              </p:cNvPr>
              <p:cNvSpPr/>
              <p:nvPr/>
            </p:nvSpPr>
            <p:spPr>
              <a:xfrm>
                <a:off x="2246085" y="1045654"/>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302" name="object 157">
                <a:extLst>
                  <a:ext uri="{FF2B5EF4-FFF2-40B4-BE49-F238E27FC236}">
                    <a16:creationId xmlns:a16="http://schemas.microsoft.com/office/drawing/2014/main" id="{37CC230F-64FD-10C2-3BD6-6F80694F1EDD}"/>
                  </a:ext>
                </a:extLst>
              </p:cNvPr>
              <p:cNvSpPr/>
              <p:nvPr/>
            </p:nvSpPr>
            <p:spPr>
              <a:xfrm>
                <a:off x="2246085" y="1045654"/>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303" name="object 158">
                <a:extLst>
                  <a:ext uri="{FF2B5EF4-FFF2-40B4-BE49-F238E27FC236}">
                    <a16:creationId xmlns:a16="http://schemas.microsoft.com/office/drawing/2014/main" id="{A1194559-08DF-DF93-C991-FAAFEF32EB39}"/>
                  </a:ext>
                </a:extLst>
              </p:cNvPr>
              <p:cNvSpPr/>
              <p:nvPr/>
            </p:nvSpPr>
            <p:spPr>
              <a:xfrm>
                <a:off x="798302" y="1252497"/>
                <a:ext cx="207010" cy="207010"/>
              </a:xfrm>
              <a:custGeom>
                <a:avLst/>
                <a:gdLst/>
                <a:ahLst/>
                <a:cxnLst/>
                <a:rect l="l" t="t" r="r" b="b"/>
                <a:pathLst>
                  <a:path w="207009"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304" name="object 159">
                <a:extLst>
                  <a:ext uri="{FF2B5EF4-FFF2-40B4-BE49-F238E27FC236}">
                    <a16:creationId xmlns:a16="http://schemas.microsoft.com/office/drawing/2014/main" id="{35A8501C-AEAB-8F3E-77F4-B1DDA45B20D8}"/>
                  </a:ext>
                </a:extLst>
              </p:cNvPr>
              <p:cNvSpPr/>
              <p:nvPr/>
            </p:nvSpPr>
            <p:spPr>
              <a:xfrm>
                <a:off x="798302" y="1252497"/>
                <a:ext cx="207010" cy="207010"/>
              </a:xfrm>
              <a:custGeom>
                <a:avLst/>
                <a:gdLst/>
                <a:ahLst/>
                <a:cxnLst/>
                <a:rect l="l" t="t" r="r" b="b"/>
                <a:pathLst>
                  <a:path w="207009"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305" name="object 160">
                <a:extLst>
                  <a:ext uri="{FF2B5EF4-FFF2-40B4-BE49-F238E27FC236}">
                    <a16:creationId xmlns:a16="http://schemas.microsoft.com/office/drawing/2014/main" id="{E3713CDF-6FE1-A0F0-7BFB-3B862C8F70E2}"/>
                  </a:ext>
                </a:extLst>
              </p:cNvPr>
              <p:cNvSpPr/>
              <p:nvPr/>
            </p:nvSpPr>
            <p:spPr>
              <a:xfrm>
                <a:off x="1005122" y="1252497"/>
                <a:ext cx="207010" cy="207010"/>
              </a:xfrm>
              <a:custGeom>
                <a:avLst/>
                <a:gdLst/>
                <a:ahLst/>
                <a:cxnLst/>
                <a:rect l="l" t="t" r="r" b="b"/>
                <a:pathLst>
                  <a:path w="207009"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306" name="object 161">
                <a:extLst>
                  <a:ext uri="{FF2B5EF4-FFF2-40B4-BE49-F238E27FC236}">
                    <a16:creationId xmlns:a16="http://schemas.microsoft.com/office/drawing/2014/main" id="{B9AC359B-1F95-9C5B-3987-36D3881AD01B}"/>
                  </a:ext>
                </a:extLst>
              </p:cNvPr>
              <p:cNvSpPr/>
              <p:nvPr/>
            </p:nvSpPr>
            <p:spPr>
              <a:xfrm>
                <a:off x="1005122" y="1252497"/>
                <a:ext cx="207010" cy="207010"/>
              </a:xfrm>
              <a:custGeom>
                <a:avLst/>
                <a:gdLst/>
                <a:ahLst/>
                <a:cxnLst/>
                <a:rect l="l" t="t" r="r" b="b"/>
                <a:pathLst>
                  <a:path w="207009"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307" name="object 162">
                <a:extLst>
                  <a:ext uri="{FF2B5EF4-FFF2-40B4-BE49-F238E27FC236}">
                    <a16:creationId xmlns:a16="http://schemas.microsoft.com/office/drawing/2014/main" id="{8512744A-E1BA-D642-D61E-51B1492E171C}"/>
                  </a:ext>
                </a:extLst>
              </p:cNvPr>
              <p:cNvSpPr/>
              <p:nvPr/>
            </p:nvSpPr>
            <p:spPr>
              <a:xfrm>
                <a:off x="1211959" y="1252497"/>
                <a:ext cx="207010" cy="207010"/>
              </a:xfrm>
              <a:custGeom>
                <a:avLst/>
                <a:gdLst/>
                <a:ahLst/>
                <a:cxnLst/>
                <a:rect l="l" t="t" r="r" b="b"/>
                <a:pathLst>
                  <a:path w="207009"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308" name="object 163">
                <a:extLst>
                  <a:ext uri="{FF2B5EF4-FFF2-40B4-BE49-F238E27FC236}">
                    <a16:creationId xmlns:a16="http://schemas.microsoft.com/office/drawing/2014/main" id="{FEE1B9F8-7B18-CE9A-322A-0FD4D4FC7EBA}"/>
                  </a:ext>
                </a:extLst>
              </p:cNvPr>
              <p:cNvSpPr/>
              <p:nvPr/>
            </p:nvSpPr>
            <p:spPr>
              <a:xfrm>
                <a:off x="1211959" y="1252497"/>
                <a:ext cx="207010" cy="207010"/>
              </a:xfrm>
              <a:custGeom>
                <a:avLst/>
                <a:gdLst/>
                <a:ahLst/>
                <a:cxnLst/>
                <a:rect l="l" t="t" r="r" b="b"/>
                <a:pathLst>
                  <a:path w="207009"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309" name="object 164">
                <a:extLst>
                  <a:ext uri="{FF2B5EF4-FFF2-40B4-BE49-F238E27FC236}">
                    <a16:creationId xmlns:a16="http://schemas.microsoft.com/office/drawing/2014/main" id="{045614D5-CC51-B335-A765-931C8FDEAA3E}"/>
                  </a:ext>
                </a:extLst>
              </p:cNvPr>
              <p:cNvSpPr/>
              <p:nvPr/>
            </p:nvSpPr>
            <p:spPr>
              <a:xfrm>
                <a:off x="1418772" y="1252497"/>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310" name="object 165">
                <a:extLst>
                  <a:ext uri="{FF2B5EF4-FFF2-40B4-BE49-F238E27FC236}">
                    <a16:creationId xmlns:a16="http://schemas.microsoft.com/office/drawing/2014/main" id="{606511B9-38EF-A49C-C447-A3D08B1849B7}"/>
                  </a:ext>
                </a:extLst>
              </p:cNvPr>
              <p:cNvSpPr/>
              <p:nvPr/>
            </p:nvSpPr>
            <p:spPr>
              <a:xfrm>
                <a:off x="1418772" y="1252497"/>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311" name="object 166">
                <a:extLst>
                  <a:ext uri="{FF2B5EF4-FFF2-40B4-BE49-F238E27FC236}">
                    <a16:creationId xmlns:a16="http://schemas.microsoft.com/office/drawing/2014/main" id="{5F81B09E-4FEB-4E3D-1C0F-E0A15D0EEE07}"/>
                  </a:ext>
                </a:extLst>
              </p:cNvPr>
              <p:cNvSpPr/>
              <p:nvPr/>
            </p:nvSpPr>
            <p:spPr>
              <a:xfrm>
                <a:off x="1625615" y="1252497"/>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312" name="object 167">
                <a:extLst>
                  <a:ext uri="{FF2B5EF4-FFF2-40B4-BE49-F238E27FC236}">
                    <a16:creationId xmlns:a16="http://schemas.microsoft.com/office/drawing/2014/main" id="{F4CDD7EB-AA12-103D-BEBA-3714D2A298F7}"/>
                  </a:ext>
                </a:extLst>
              </p:cNvPr>
              <p:cNvSpPr/>
              <p:nvPr/>
            </p:nvSpPr>
            <p:spPr>
              <a:xfrm>
                <a:off x="1625615" y="1252497"/>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313" name="object 168">
                <a:extLst>
                  <a:ext uri="{FF2B5EF4-FFF2-40B4-BE49-F238E27FC236}">
                    <a16:creationId xmlns:a16="http://schemas.microsoft.com/office/drawing/2014/main" id="{B58771B9-991A-38A3-5DDB-C71D331A5E0C}"/>
                  </a:ext>
                </a:extLst>
              </p:cNvPr>
              <p:cNvSpPr/>
              <p:nvPr/>
            </p:nvSpPr>
            <p:spPr>
              <a:xfrm>
                <a:off x="1832428" y="1252497"/>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FFFFFF"/>
              </a:solidFill>
            </p:spPr>
            <p:txBody>
              <a:bodyPr wrap="square" lIns="0" tIns="0" rIns="0" bIns="0" rtlCol="0"/>
              <a:lstStyle/>
              <a:p>
                <a:endParaRPr sz="3804"/>
              </a:p>
            </p:txBody>
          </p:sp>
          <p:sp>
            <p:nvSpPr>
              <p:cNvPr id="314" name="object 169">
                <a:extLst>
                  <a:ext uri="{FF2B5EF4-FFF2-40B4-BE49-F238E27FC236}">
                    <a16:creationId xmlns:a16="http://schemas.microsoft.com/office/drawing/2014/main" id="{C8F61519-FB51-DBAA-C4F0-153F5B9E3EA6}"/>
                  </a:ext>
                </a:extLst>
              </p:cNvPr>
              <p:cNvSpPr/>
              <p:nvPr/>
            </p:nvSpPr>
            <p:spPr>
              <a:xfrm>
                <a:off x="1832428" y="1252497"/>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grpSp>
        <p:sp>
          <p:nvSpPr>
            <p:cNvPr id="233" name="object 170">
              <a:extLst>
                <a:ext uri="{FF2B5EF4-FFF2-40B4-BE49-F238E27FC236}">
                  <a16:creationId xmlns:a16="http://schemas.microsoft.com/office/drawing/2014/main" id="{4F66614C-907E-F19B-1171-298109161E5E}"/>
                </a:ext>
              </a:extLst>
            </p:cNvPr>
            <p:cNvSpPr txBox="1"/>
            <p:nvPr/>
          </p:nvSpPr>
          <p:spPr>
            <a:xfrm>
              <a:off x="3995711" y="2734233"/>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1</a:t>
              </a:r>
              <a:endParaRPr sz="1162">
                <a:latin typeface="Arial"/>
                <a:cs typeface="Arial"/>
              </a:endParaRPr>
            </a:p>
          </p:txBody>
        </p:sp>
        <p:grpSp>
          <p:nvGrpSpPr>
            <p:cNvPr id="234" name="object 171">
              <a:extLst>
                <a:ext uri="{FF2B5EF4-FFF2-40B4-BE49-F238E27FC236}">
                  <a16:creationId xmlns:a16="http://schemas.microsoft.com/office/drawing/2014/main" id="{D11B56A7-13B4-B18E-7DD8-2197F4695334}"/>
                </a:ext>
              </a:extLst>
            </p:cNvPr>
            <p:cNvGrpSpPr/>
            <p:nvPr/>
          </p:nvGrpSpPr>
          <p:grpSpPr>
            <a:xfrm>
              <a:off x="1686843" y="2643801"/>
              <a:ext cx="3504156" cy="881743"/>
              <a:chOff x="796715" y="1250909"/>
              <a:chExt cx="1657985" cy="417195"/>
            </a:xfrm>
          </p:grpSpPr>
          <p:sp>
            <p:nvSpPr>
              <p:cNvPr id="285" name="object 172">
                <a:extLst>
                  <a:ext uri="{FF2B5EF4-FFF2-40B4-BE49-F238E27FC236}">
                    <a16:creationId xmlns:a16="http://schemas.microsoft.com/office/drawing/2014/main" id="{6D31AE52-8C66-B197-FA16-6B28B48FD9CD}"/>
                  </a:ext>
                </a:extLst>
              </p:cNvPr>
              <p:cNvSpPr/>
              <p:nvPr/>
            </p:nvSpPr>
            <p:spPr>
              <a:xfrm>
                <a:off x="2039248" y="1252497"/>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86" name="object 173">
                <a:extLst>
                  <a:ext uri="{FF2B5EF4-FFF2-40B4-BE49-F238E27FC236}">
                    <a16:creationId xmlns:a16="http://schemas.microsoft.com/office/drawing/2014/main" id="{1774240E-1AF9-57F7-28EB-E93A52D440BB}"/>
                  </a:ext>
                </a:extLst>
              </p:cNvPr>
              <p:cNvSpPr/>
              <p:nvPr/>
            </p:nvSpPr>
            <p:spPr>
              <a:xfrm>
                <a:off x="2039248" y="1252497"/>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87" name="object 174">
                <a:extLst>
                  <a:ext uri="{FF2B5EF4-FFF2-40B4-BE49-F238E27FC236}">
                    <a16:creationId xmlns:a16="http://schemas.microsoft.com/office/drawing/2014/main" id="{087CA693-A60F-A11B-7A33-F9BBE64D3817}"/>
                  </a:ext>
                </a:extLst>
              </p:cNvPr>
              <p:cNvSpPr/>
              <p:nvPr/>
            </p:nvSpPr>
            <p:spPr>
              <a:xfrm>
                <a:off x="2246085" y="1252497"/>
                <a:ext cx="207010" cy="207010"/>
              </a:xfrm>
              <a:custGeom>
                <a:avLst/>
                <a:gdLst/>
                <a:ahLst/>
                <a:cxnLst/>
                <a:rect l="l" t="t" r="r" b="b"/>
                <a:pathLst>
                  <a:path w="207010" h="207009">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88" name="object 175">
                <a:extLst>
                  <a:ext uri="{FF2B5EF4-FFF2-40B4-BE49-F238E27FC236}">
                    <a16:creationId xmlns:a16="http://schemas.microsoft.com/office/drawing/2014/main" id="{F144ABAE-008D-CC7C-B70C-14A72D4BC0E9}"/>
                  </a:ext>
                </a:extLst>
              </p:cNvPr>
              <p:cNvSpPr/>
              <p:nvPr/>
            </p:nvSpPr>
            <p:spPr>
              <a:xfrm>
                <a:off x="2246085" y="1252497"/>
                <a:ext cx="207010" cy="207010"/>
              </a:xfrm>
              <a:custGeom>
                <a:avLst/>
                <a:gdLst/>
                <a:ahLst/>
                <a:cxnLst/>
                <a:rect l="l" t="t" r="r" b="b"/>
                <a:pathLst>
                  <a:path w="207010" h="207009">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89" name="object 176">
                <a:extLst>
                  <a:ext uri="{FF2B5EF4-FFF2-40B4-BE49-F238E27FC236}">
                    <a16:creationId xmlns:a16="http://schemas.microsoft.com/office/drawing/2014/main" id="{252D47D3-B6A4-6768-BFDB-EFFD7C8DD33B}"/>
                  </a:ext>
                </a:extLst>
              </p:cNvPr>
              <p:cNvSpPr/>
              <p:nvPr/>
            </p:nvSpPr>
            <p:spPr>
              <a:xfrm>
                <a:off x="798302" y="1459311"/>
                <a:ext cx="207010" cy="207010"/>
              </a:xfrm>
              <a:custGeom>
                <a:avLst/>
                <a:gdLst/>
                <a:ahLst/>
                <a:cxnLst/>
                <a:rect l="l" t="t" r="r" b="b"/>
                <a:pathLst>
                  <a:path w="207009"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90" name="object 177">
                <a:extLst>
                  <a:ext uri="{FF2B5EF4-FFF2-40B4-BE49-F238E27FC236}">
                    <a16:creationId xmlns:a16="http://schemas.microsoft.com/office/drawing/2014/main" id="{A97E1D8C-54AB-B9D1-2243-5953D022D246}"/>
                  </a:ext>
                </a:extLst>
              </p:cNvPr>
              <p:cNvSpPr/>
              <p:nvPr/>
            </p:nvSpPr>
            <p:spPr>
              <a:xfrm>
                <a:off x="798302" y="1459310"/>
                <a:ext cx="207010" cy="207010"/>
              </a:xfrm>
              <a:custGeom>
                <a:avLst/>
                <a:gdLst/>
                <a:ahLst/>
                <a:cxnLst/>
                <a:rect l="l" t="t" r="r" b="b"/>
                <a:pathLst>
                  <a:path w="207009"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91" name="object 178">
                <a:extLst>
                  <a:ext uri="{FF2B5EF4-FFF2-40B4-BE49-F238E27FC236}">
                    <a16:creationId xmlns:a16="http://schemas.microsoft.com/office/drawing/2014/main" id="{CF901576-33DE-7403-A96C-2AF4CC24D582}"/>
                  </a:ext>
                </a:extLst>
              </p:cNvPr>
              <p:cNvSpPr/>
              <p:nvPr/>
            </p:nvSpPr>
            <p:spPr>
              <a:xfrm>
                <a:off x="1005122" y="1459311"/>
                <a:ext cx="207010" cy="207010"/>
              </a:xfrm>
              <a:custGeom>
                <a:avLst/>
                <a:gdLst/>
                <a:ahLst/>
                <a:cxnLst/>
                <a:rect l="l" t="t" r="r" b="b"/>
                <a:pathLst>
                  <a:path w="207009"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92" name="object 179">
                <a:extLst>
                  <a:ext uri="{FF2B5EF4-FFF2-40B4-BE49-F238E27FC236}">
                    <a16:creationId xmlns:a16="http://schemas.microsoft.com/office/drawing/2014/main" id="{EF530F81-8D8B-EC72-63FC-8E1C5BAA1A75}"/>
                  </a:ext>
                </a:extLst>
              </p:cNvPr>
              <p:cNvSpPr/>
              <p:nvPr/>
            </p:nvSpPr>
            <p:spPr>
              <a:xfrm>
                <a:off x="1005122" y="1459310"/>
                <a:ext cx="207010" cy="207010"/>
              </a:xfrm>
              <a:custGeom>
                <a:avLst/>
                <a:gdLst/>
                <a:ahLst/>
                <a:cxnLst/>
                <a:rect l="l" t="t" r="r" b="b"/>
                <a:pathLst>
                  <a:path w="207009"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93" name="object 180">
                <a:extLst>
                  <a:ext uri="{FF2B5EF4-FFF2-40B4-BE49-F238E27FC236}">
                    <a16:creationId xmlns:a16="http://schemas.microsoft.com/office/drawing/2014/main" id="{75A047D2-7E0F-8E1A-3A2C-ABC496D01A3D}"/>
                  </a:ext>
                </a:extLst>
              </p:cNvPr>
              <p:cNvSpPr/>
              <p:nvPr/>
            </p:nvSpPr>
            <p:spPr>
              <a:xfrm>
                <a:off x="1211959" y="1459311"/>
                <a:ext cx="207010" cy="207010"/>
              </a:xfrm>
              <a:custGeom>
                <a:avLst/>
                <a:gdLst/>
                <a:ahLst/>
                <a:cxnLst/>
                <a:rect l="l" t="t" r="r" b="b"/>
                <a:pathLst>
                  <a:path w="207009"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94" name="object 181">
                <a:extLst>
                  <a:ext uri="{FF2B5EF4-FFF2-40B4-BE49-F238E27FC236}">
                    <a16:creationId xmlns:a16="http://schemas.microsoft.com/office/drawing/2014/main" id="{581C4AFA-E377-91A8-C097-F9FBDEF1EEA9}"/>
                  </a:ext>
                </a:extLst>
              </p:cNvPr>
              <p:cNvSpPr/>
              <p:nvPr/>
            </p:nvSpPr>
            <p:spPr>
              <a:xfrm>
                <a:off x="1211959" y="1459310"/>
                <a:ext cx="207010" cy="207010"/>
              </a:xfrm>
              <a:custGeom>
                <a:avLst/>
                <a:gdLst/>
                <a:ahLst/>
                <a:cxnLst/>
                <a:rect l="l" t="t" r="r" b="b"/>
                <a:pathLst>
                  <a:path w="207009"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95" name="object 182">
                <a:extLst>
                  <a:ext uri="{FF2B5EF4-FFF2-40B4-BE49-F238E27FC236}">
                    <a16:creationId xmlns:a16="http://schemas.microsoft.com/office/drawing/2014/main" id="{D2E4EAF9-6D55-A374-E69F-CF452886E202}"/>
                  </a:ext>
                </a:extLst>
              </p:cNvPr>
              <p:cNvSpPr/>
              <p:nvPr/>
            </p:nvSpPr>
            <p:spPr>
              <a:xfrm>
                <a:off x="1418772" y="1459311"/>
                <a:ext cx="207010" cy="207010"/>
              </a:xfrm>
              <a:custGeom>
                <a:avLst/>
                <a:gdLst/>
                <a:ahLst/>
                <a:cxnLst/>
                <a:rect l="l" t="t" r="r" b="b"/>
                <a:pathLst>
                  <a:path w="207010"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96" name="object 183">
                <a:extLst>
                  <a:ext uri="{FF2B5EF4-FFF2-40B4-BE49-F238E27FC236}">
                    <a16:creationId xmlns:a16="http://schemas.microsoft.com/office/drawing/2014/main" id="{F37288DE-1981-3E39-087A-D9C7A0DEE1B3}"/>
                  </a:ext>
                </a:extLst>
              </p:cNvPr>
              <p:cNvSpPr/>
              <p:nvPr/>
            </p:nvSpPr>
            <p:spPr>
              <a:xfrm>
                <a:off x="1418772" y="1459310"/>
                <a:ext cx="207010" cy="207010"/>
              </a:xfrm>
              <a:custGeom>
                <a:avLst/>
                <a:gdLst/>
                <a:ahLst/>
                <a:cxnLst/>
                <a:rect l="l" t="t" r="r" b="b"/>
                <a:pathLst>
                  <a:path w="207010"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97" name="object 184">
                <a:extLst>
                  <a:ext uri="{FF2B5EF4-FFF2-40B4-BE49-F238E27FC236}">
                    <a16:creationId xmlns:a16="http://schemas.microsoft.com/office/drawing/2014/main" id="{05AC89FC-5F6E-789B-6CB4-663A9CBDE06D}"/>
                  </a:ext>
                </a:extLst>
              </p:cNvPr>
              <p:cNvSpPr/>
              <p:nvPr/>
            </p:nvSpPr>
            <p:spPr>
              <a:xfrm>
                <a:off x="1625615" y="1459311"/>
                <a:ext cx="207010" cy="207010"/>
              </a:xfrm>
              <a:custGeom>
                <a:avLst/>
                <a:gdLst/>
                <a:ahLst/>
                <a:cxnLst/>
                <a:rect l="l" t="t" r="r" b="b"/>
                <a:pathLst>
                  <a:path w="207010"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98" name="object 185">
                <a:extLst>
                  <a:ext uri="{FF2B5EF4-FFF2-40B4-BE49-F238E27FC236}">
                    <a16:creationId xmlns:a16="http://schemas.microsoft.com/office/drawing/2014/main" id="{A32889E9-5F35-7184-FCA6-87433E71A51F}"/>
                  </a:ext>
                </a:extLst>
              </p:cNvPr>
              <p:cNvSpPr/>
              <p:nvPr/>
            </p:nvSpPr>
            <p:spPr>
              <a:xfrm>
                <a:off x="1625615" y="1459310"/>
                <a:ext cx="207010" cy="207010"/>
              </a:xfrm>
              <a:custGeom>
                <a:avLst/>
                <a:gdLst/>
                <a:ahLst/>
                <a:cxnLst/>
                <a:rect l="l" t="t" r="r" b="b"/>
                <a:pathLst>
                  <a:path w="207010"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99" name="object 186">
                <a:extLst>
                  <a:ext uri="{FF2B5EF4-FFF2-40B4-BE49-F238E27FC236}">
                    <a16:creationId xmlns:a16="http://schemas.microsoft.com/office/drawing/2014/main" id="{37DA8C29-64AD-FF8F-23DE-B539CC7F921B}"/>
                  </a:ext>
                </a:extLst>
              </p:cNvPr>
              <p:cNvSpPr/>
              <p:nvPr/>
            </p:nvSpPr>
            <p:spPr>
              <a:xfrm>
                <a:off x="1832428" y="1459311"/>
                <a:ext cx="207010" cy="207010"/>
              </a:xfrm>
              <a:custGeom>
                <a:avLst/>
                <a:gdLst/>
                <a:ahLst/>
                <a:cxnLst/>
                <a:rect l="l" t="t" r="r" b="b"/>
                <a:pathLst>
                  <a:path w="207010" h="207010">
                    <a:moveTo>
                      <a:pt x="206825" y="0"/>
                    </a:moveTo>
                    <a:lnTo>
                      <a:pt x="0" y="0"/>
                    </a:lnTo>
                    <a:lnTo>
                      <a:pt x="0" y="206825"/>
                    </a:lnTo>
                    <a:lnTo>
                      <a:pt x="206825" y="206825"/>
                    </a:lnTo>
                    <a:lnTo>
                      <a:pt x="206825" y="0"/>
                    </a:lnTo>
                    <a:close/>
                  </a:path>
                </a:pathLst>
              </a:custGeom>
              <a:solidFill>
                <a:srgbClr val="FFFFFF"/>
              </a:solidFill>
            </p:spPr>
            <p:txBody>
              <a:bodyPr wrap="square" lIns="0" tIns="0" rIns="0" bIns="0" rtlCol="0"/>
              <a:lstStyle/>
              <a:p>
                <a:endParaRPr sz="3804"/>
              </a:p>
            </p:txBody>
          </p:sp>
          <p:sp>
            <p:nvSpPr>
              <p:cNvPr id="300" name="object 187">
                <a:extLst>
                  <a:ext uri="{FF2B5EF4-FFF2-40B4-BE49-F238E27FC236}">
                    <a16:creationId xmlns:a16="http://schemas.microsoft.com/office/drawing/2014/main" id="{A2DE6576-8C29-980F-3D5D-6969426BD307}"/>
                  </a:ext>
                </a:extLst>
              </p:cNvPr>
              <p:cNvSpPr/>
              <p:nvPr/>
            </p:nvSpPr>
            <p:spPr>
              <a:xfrm>
                <a:off x="1832428" y="1459310"/>
                <a:ext cx="207010" cy="207010"/>
              </a:xfrm>
              <a:custGeom>
                <a:avLst/>
                <a:gdLst/>
                <a:ahLst/>
                <a:cxnLst/>
                <a:rect l="l" t="t" r="r" b="b"/>
                <a:pathLst>
                  <a:path w="207010"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grpSp>
        <p:sp>
          <p:nvSpPr>
            <p:cNvPr id="235" name="object 188">
              <a:extLst>
                <a:ext uri="{FF2B5EF4-FFF2-40B4-BE49-F238E27FC236}">
                  <a16:creationId xmlns:a16="http://schemas.microsoft.com/office/drawing/2014/main" id="{E6EADA4F-C315-1588-0F0D-FCAC171ABDA8}"/>
                </a:ext>
              </a:extLst>
            </p:cNvPr>
            <p:cNvSpPr txBox="1"/>
            <p:nvPr/>
          </p:nvSpPr>
          <p:spPr>
            <a:xfrm>
              <a:off x="3995711" y="3171332"/>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1</a:t>
              </a:r>
              <a:endParaRPr sz="1162">
                <a:latin typeface="Arial"/>
                <a:cs typeface="Arial"/>
              </a:endParaRPr>
            </a:p>
          </p:txBody>
        </p:sp>
        <p:grpSp>
          <p:nvGrpSpPr>
            <p:cNvPr id="236" name="object 189">
              <a:extLst>
                <a:ext uri="{FF2B5EF4-FFF2-40B4-BE49-F238E27FC236}">
                  <a16:creationId xmlns:a16="http://schemas.microsoft.com/office/drawing/2014/main" id="{C4A42234-CD31-8530-72EC-6F34F12AFC64}"/>
                </a:ext>
              </a:extLst>
            </p:cNvPr>
            <p:cNvGrpSpPr/>
            <p:nvPr/>
          </p:nvGrpSpPr>
          <p:grpSpPr>
            <a:xfrm>
              <a:off x="4309584" y="3080903"/>
              <a:ext cx="444227" cy="444227"/>
              <a:chOff x="2037660" y="1457723"/>
              <a:chExt cx="210185" cy="210185"/>
            </a:xfrm>
          </p:grpSpPr>
          <p:sp>
            <p:nvSpPr>
              <p:cNvPr id="283" name="object 190">
                <a:extLst>
                  <a:ext uri="{FF2B5EF4-FFF2-40B4-BE49-F238E27FC236}">
                    <a16:creationId xmlns:a16="http://schemas.microsoft.com/office/drawing/2014/main" id="{BDB901FD-8428-206F-5B57-1CB51B0E35F3}"/>
                  </a:ext>
                </a:extLst>
              </p:cNvPr>
              <p:cNvSpPr/>
              <p:nvPr/>
            </p:nvSpPr>
            <p:spPr>
              <a:xfrm>
                <a:off x="2039248" y="1459310"/>
                <a:ext cx="207010" cy="207010"/>
              </a:xfrm>
              <a:custGeom>
                <a:avLst/>
                <a:gdLst/>
                <a:ahLst/>
                <a:cxnLst/>
                <a:rect l="l" t="t" r="r" b="b"/>
                <a:pathLst>
                  <a:path w="207010" h="207010">
                    <a:moveTo>
                      <a:pt x="206825" y="0"/>
                    </a:moveTo>
                    <a:lnTo>
                      <a:pt x="0" y="0"/>
                    </a:lnTo>
                    <a:lnTo>
                      <a:pt x="0" y="206825"/>
                    </a:lnTo>
                    <a:lnTo>
                      <a:pt x="206825" y="206825"/>
                    </a:lnTo>
                    <a:lnTo>
                      <a:pt x="206825" y="0"/>
                    </a:lnTo>
                    <a:close/>
                  </a:path>
                </a:pathLst>
              </a:custGeom>
              <a:solidFill>
                <a:srgbClr val="FFFFFF"/>
              </a:solidFill>
            </p:spPr>
            <p:txBody>
              <a:bodyPr wrap="square" lIns="0" tIns="0" rIns="0" bIns="0" rtlCol="0"/>
              <a:lstStyle/>
              <a:p>
                <a:endParaRPr sz="3804"/>
              </a:p>
            </p:txBody>
          </p:sp>
          <p:sp>
            <p:nvSpPr>
              <p:cNvPr id="284" name="object 191">
                <a:extLst>
                  <a:ext uri="{FF2B5EF4-FFF2-40B4-BE49-F238E27FC236}">
                    <a16:creationId xmlns:a16="http://schemas.microsoft.com/office/drawing/2014/main" id="{7EAE911F-F1FA-9CA7-8554-135748234791}"/>
                  </a:ext>
                </a:extLst>
              </p:cNvPr>
              <p:cNvSpPr/>
              <p:nvPr/>
            </p:nvSpPr>
            <p:spPr>
              <a:xfrm>
                <a:off x="2039248" y="1459310"/>
                <a:ext cx="207010" cy="207010"/>
              </a:xfrm>
              <a:custGeom>
                <a:avLst/>
                <a:gdLst/>
                <a:ahLst/>
                <a:cxnLst/>
                <a:rect l="l" t="t" r="r" b="b"/>
                <a:pathLst>
                  <a:path w="207010"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grpSp>
        <p:sp>
          <p:nvSpPr>
            <p:cNvPr id="237" name="object 192">
              <a:extLst>
                <a:ext uri="{FF2B5EF4-FFF2-40B4-BE49-F238E27FC236}">
                  <a16:creationId xmlns:a16="http://schemas.microsoft.com/office/drawing/2014/main" id="{28E1F5B0-79EB-CD6A-E16B-8957C79980B9}"/>
                </a:ext>
              </a:extLst>
            </p:cNvPr>
            <p:cNvSpPr txBox="1"/>
            <p:nvPr/>
          </p:nvSpPr>
          <p:spPr>
            <a:xfrm>
              <a:off x="4432825" y="3171332"/>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1</a:t>
              </a:r>
              <a:endParaRPr sz="1162">
                <a:latin typeface="Arial"/>
                <a:cs typeface="Arial"/>
              </a:endParaRPr>
            </a:p>
          </p:txBody>
        </p:sp>
        <p:grpSp>
          <p:nvGrpSpPr>
            <p:cNvPr id="238" name="object 193">
              <a:extLst>
                <a:ext uri="{FF2B5EF4-FFF2-40B4-BE49-F238E27FC236}">
                  <a16:creationId xmlns:a16="http://schemas.microsoft.com/office/drawing/2014/main" id="{70090999-A7CC-56FD-E4E3-A44AB2C618D0}"/>
                </a:ext>
              </a:extLst>
            </p:cNvPr>
            <p:cNvGrpSpPr/>
            <p:nvPr/>
          </p:nvGrpSpPr>
          <p:grpSpPr>
            <a:xfrm>
              <a:off x="1686843" y="3080903"/>
              <a:ext cx="3504156" cy="881743"/>
              <a:chOff x="796715" y="1457723"/>
              <a:chExt cx="1657985" cy="417195"/>
            </a:xfrm>
          </p:grpSpPr>
          <p:sp>
            <p:nvSpPr>
              <p:cNvPr id="267" name="object 194">
                <a:extLst>
                  <a:ext uri="{FF2B5EF4-FFF2-40B4-BE49-F238E27FC236}">
                    <a16:creationId xmlns:a16="http://schemas.microsoft.com/office/drawing/2014/main" id="{F6ACAA41-6729-5511-DD09-A246A7BA8BFE}"/>
                  </a:ext>
                </a:extLst>
              </p:cNvPr>
              <p:cNvSpPr/>
              <p:nvPr/>
            </p:nvSpPr>
            <p:spPr>
              <a:xfrm>
                <a:off x="2246085" y="1459310"/>
                <a:ext cx="207010" cy="207010"/>
              </a:xfrm>
              <a:custGeom>
                <a:avLst/>
                <a:gdLst/>
                <a:ahLst/>
                <a:cxnLst/>
                <a:rect l="l" t="t" r="r" b="b"/>
                <a:pathLst>
                  <a:path w="207010"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68" name="object 195">
                <a:extLst>
                  <a:ext uri="{FF2B5EF4-FFF2-40B4-BE49-F238E27FC236}">
                    <a16:creationId xmlns:a16="http://schemas.microsoft.com/office/drawing/2014/main" id="{9D8AF471-812C-8D2B-FE14-C06A1BEDC1B7}"/>
                  </a:ext>
                </a:extLst>
              </p:cNvPr>
              <p:cNvSpPr/>
              <p:nvPr/>
            </p:nvSpPr>
            <p:spPr>
              <a:xfrm>
                <a:off x="2246085" y="1459310"/>
                <a:ext cx="207010" cy="207010"/>
              </a:xfrm>
              <a:custGeom>
                <a:avLst/>
                <a:gdLst/>
                <a:ahLst/>
                <a:cxnLst/>
                <a:rect l="l" t="t" r="r" b="b"/>
                <a:pathLst>
                  <a:path w="207010"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69" name="object 196">
                <a:extLst>
                  <a:ext uri="{FF2B5EF4-FFF2-40B4-BE49-F238E27FC236}">
                    <a16:creationId xmlns:a16="http://schemas.microsoft.com/office/drawing/2014/main" id="{E4EF7CE9-5A9E-CE88-0197-031252D4CFE2}"/>
                  </a:ext>
                </a:extLst>
              </p:cNvPr>
              <p:cNvSpPr/>
              <p:nvPr/>
            </p:nvSpPr>
            <p:spPr>
              <a:xfrm>
                <a:off x="798302" y="1666130"/>
                <a:ext cx="207010" cy="207010"/>
              </a:xfrm>
              <a:custGeom>
                <a:avLst/>
                <a:gdLst/>
                <a:ahLst/>
                <a:cxnLst/>
                <a:rect l="l" t="t" r="r" b="b"/>
                <a:pathLst>
                  <a:path w="207009"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70" name="object 197">
                <a:extLst>
                  <a:ext uri="{FF2B5EF4-FFF2-40B4-BE49-F238E27FC236}">
                    <a16:creationId xmlns:a16="http://schemas.microsoft.com/office/drawing/2014/main" id="{A92FC3B1-4E69-B84E-A9FF-CA36E9725DFF}"/>
                  </a:ext>
                </a:extLst>
              </p:cNvPr>
              <p:cNvSpPr/>
              <p:nvPr/>
            </p:nvSpPr>
            <p:spPr>
              <a:xfrm>
                <a:off x="798302" y="1666130"/>
                <a:ext cx="207010" cy="207010"/>
              </a:xfrm>
              <a:custGeom>
                <a:avLst/>
                <a:gdLst/>
                <a:ahLst/>
                <a:cxnLst/>
                <a:rect l="l" t="t" r="r" b="b"/>
                <a:pathLst>
                  <a:path w="207009"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71" name="object 198">
                <a:extLst>
                  <a:ext uri="{FF2B5EF4-FFF2-40B4-BE49-F238E27FC236}">
                    <a16:creationId xmlns:a16="http://schemas.microsoft.com/office/drawing/2014/main" id="{83CCEDDC-0AC8-AEEE-DAD9-71D7D830FBFB}"/>
                  </a:ext>
                </a:extLst>
              </p:cNvPr>
              <p:cNvSpPr/>
              <p:nvPr/>
            </p:nvSpPr>
            <p:spPr>
              <a:xfrm>
                <a:off x="1005122" y="1666130"/>
                <a:ext cx="207010" cy="207010"/>
              </a:xfrm>
              <a:custGeom>
                <a:avLst/>
                <a:gdLst/>
                <a:ahLst/>
                <a:cxnLst/>
                <a:rect l="l" t="t" r="r" b="b"/>
                <a:pathLst>
                  <a:path w="207009"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72" name="object 199">
                <a:extLst>
                  <a:ext uri="{FF2B5EF4-FFF2-40B4-BE49-F238E27FC236}">
                    <a16:creationId xmlns:a16="http://schemas.microsoft.com/office/drawing/2014/main" id="{6993B031-6571-8663-AE87-71277E10ABFD}"/>
                  </a:ext>
                </a:extLst>
              </p:cNvPr>
              <p:cNvSpPr/>
              <p:nvPr/>
            </p:nvSpPr>
            <p:spPr>
              <a:xfrm>
                <a:off x="1005122" y="1666130"/>
                <a:ext cx="207010" cy="207010"/>
              </a:xfrm>
              <a:custGeom>
                <a:avLst/>
                <a:gdLst/>
                <a:ahLst/>
                <a:cxnLst/>
                <a:rect l="l" t="t" r="r" b="b"/>
                <a:pathLst>
                  <a:path w="207009"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73" name="object 200">
                <a:extLst>
                  <a:ext uri="{FF2B5EF4-FFF2-40B4-BE49-F238E27FC236}">
                    <a16:creationId xmlns:a16="http://schemas.microsoft.com/office/drawing/2014/main" id="{AFAF8D17-1959-ADC9-DE6C-69210FB6873A}"/>
                  </a:ext>
                </a:extLst>
              </p:cNvPr>
              <p:cNvSpPr/>
              <p:nvPr/>
            </p:nvSpPr>
            <p:spPr>
              <a:xfrm>
                <a:off x="1211959" y="1666130"/>
                <a:ext cx="207010" cy="207010"/>
              </a:xfrm>
              <a:custGeom>
                <a:avLst/>
                <a:gdLst/>
                <a:ahLst/>
                <a:cxnLst/>
                <a:rect l="l" t="t" r="r" b="b"/>
                <a:pathLst>
                  <a:path w="207009"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74" name="object 201">
                <a:extLst>
                  <a:ext uri="{FF2B5EF4-FFF2-40B4-BE49-F238E27FC236}">
                    <a16:creationId xmlns:a16="http://schemas.microsoft.com/office/drawing/2014/main" id="{FBECEFE8-EB7D-FE7A-086E-860306FFE980}"/>
                  </a:ext>
                </a:extLst>
              </p:cNvPr>
              <p:cNvSpPr/>
              <p:nvPr/>
            </p:nvSpPr>
            <p:spPr>
              <a:xfrm>
                <a:off x="1211959" y="1666130"/>
                <a:ext cx="207010" cy="207010"/>
              </a:xfrm>
              <a:custGeom>
                <a:avLst/>
                <a:gdLst/>
                <a:ahLst/>
                <a:cxnLst/>
                <a:rect l="l" t="t" r="r" b="b"/>
                <a:pathLst>
                  <a:path w="207009"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75" name="object 202">
                <a:extLst>
                  <a:ext uri="{FF2B5EF4-FFF2-40B4-BE49-F238E27FC236}">
                    <a16:creationId xmlns:a16="http://schemas.microsoft.com/office/drawing/2014/main" id="{C487D017-F7F8-4711-0BBD-F9E124ABEBC3}"/>
                  </a:ext>
                </a:extLst>
              </p:cNvPr>
              <p:cNvSpPr/>
              <p:nvPr/>
            </p:nvSpPr>
            <p:spPr>
              <a:xfrm>
                <a:off x="1418772" y="1666130"/>
                <a:ext cx="207010" cy="207010"/>
              </a:xfrm>
              <a:custGeom>
                <a:avLst/>
                <a:gdLst/>
                <a:ahLst/>
                <a:cxnLst/>
                <a:rect l="l" t="t" r="r" b="b"/>
                <a:pathLst>
                  <a:path w="207010"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76" name="object 203">
                <a:extLst>
                  <a:ext uri="{FF2B5EF4-FFF2-40B4-BE49-F238E27FC236}">
                    <a16:creationId xmlns:a16="http://schemas.microsoft.com/office/drawing/2014/main" id="{427841FF-9C0E-51DB-9545-38558FA01861}"/>
                  </a:ext>
                </a:extLst>
              </p:cNvPr>
              <p:cNvSpPr/>
              <p:nvPr/>
            </p:nvSpPr>
            <p:spPr>
              <a:xfrm>
                <a:off x="1418772" y="1666130"/>
                <a:ext cx="207010" cy="207010"/>
              </a:xfrm>
              <a:custGeom>
                <a:avLst/>
                <a:gdLst/>
                <a:ahLst/>
                <a:cxnLst/>
                <a:rect l="l" t="t" r="r" b="b"/>
                <a:pathLst>
                  <a:path w="207010"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77" name="object 204">
                <a:extLst>
                  <a:ext uri="{FF2B5EF4-FFF2-40B4-BE49-F238E27FC236}">
                    <a16:creationId xmlns:a16="http://schemas.microsoft.com/office/drawing/2014/main" id="{ADD26D85-E83B-033C-1C7C-A31AF5CABFFB}"/>
                  </a:ext>
                </a:extLst>
              </p:cNvPr>
              <p:cNvSpPr/>
              <p:nvPr/>
            </p:nvSpPr>
            <p:spPr>
              <a:xfrm>
                <a:off x="1625615" y="1666130"/>
                <a:ext cx="207010" cy="207010"/>
              </a:xfrm>
              <a:custGeom>
                <a:avLst/>
                <a:gdLst/>
                <a:ahLst/>
                <a:cxnLst/>
                <a:rect l="l" t="t" r="r" b="b"/>
                <a:pathLst>
                  <a:path w="207010"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78" name="object 205">
                <a:extLst>
                  <a:ext uri="{FF2B5EF4-FFF2-40B4-BE49-F238E27FC236}">
                    <a16:creationId xmlns:a16="http://schemas.microsoft.com/office/drawing/2014/main" id="{E2136A0D-225E-1132-A888-5B72DC967B81}"/>
                  </a:ext>
                </a:extLst>
              </p:cNvPr>
              <p:cNvSpPr/>
              <p:nvPr/>
            </p:nvSpPr>
            <p:spPr>
              <a:xfrm>
                <a:off x="1625615" y="1666130"/>
                <a:ext cx="207010" cy="207010"/>
              </a:xfrm>
              <a:custGeom>
                <a:avLst/>
                <a:gdLst/>
                <a:ahLst/>
                <a:cxnLst/>
                <a:rect l="l" t="t" r="r" b="b"/>
                <a:pathLst>
                  <a:path w="207010"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79" name="object 206">
                <a:extLst>
                  <a:ext uri="{FF2B5EF4-FFF2-40B4-BE49-F238E27FC236}">
                    <a16:creationId xmlns:a16="http://schemas.microsoft.com/office/drawing/2014/main" id="{9515CC06-C022-C14B-3394-3F6FA41D9169}"/>
                  </a:ext>
                </a:extLst>
              </p:cNvPr>
              <p:cNvSpPr/>
              <p:nvPr/>
            </p:nvSpPr>
            <p:spPr>
              <a:xfrm>
                <a:off x="1832428" y="1666130"/>
                <a:ext cx="207010" cy="207010"/>
              </a:xfrm>
              <a:custGeom>
                <a:avLst/>
                <a:gdLst/>
                <a:ahLst/>
                <a:cxnLst/>
                <a:rect l="l" t="t" r="r" b="b"/>
                <a:pathLst>
                  <a:path w="207010"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80" name="object 207">
                <a:extLst>
                  <a:ext uri="{FF2B5EF4-FFF2-40B4-BE49-F238E27FC236}">
                    <a16:creationId xmlns:a16="http://schemas.microsoft.com/office/drawing/2014/main" id="{81811FF5-43FA-A3EA-1893-4B11A9A2EF8C}"/>
                  </a:ext>
                </a:extLst>
              </p:cNvPr>
              <p:cNvSpPr/>
              <p:nvPr/>
            </p:nvSpPr>
            <p:spPr>
              <a:xfrm>
                <a:off x="1832428" y="1666130"/>
                <a:ext cx="207010" cy="207010"/>
              </a:xfrm>
              <a:custGeom>
                <a:avLst/>
                <a:gdLst/>
                <a:ahLst/>
                <a:cxnLst/>
                <a:rect l="l" t="t" r="r" b="b"/>
                <a:pathLst>
                  <a:path w="207010"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81" name="object 208">
                <a:extLst>
                  <a:ext uri="{FF2B5EF4-FFF2-40B4-BE49-F238E27FC236}">
                    <a16:creationId xmlns:a16="http://schemas.microsoft.com/office/drawing/2014/main" id="{7A8741E6-DC48-CD7A-B264-296F9E853E9F}"/>
                  </a:ext>
                </a:extLst>
              </p:cNvPr>
              <p:cNvSpPr/>
              <p:nvPr/>
            </p:nvSpPr>
            <p:spPr>
              <a:xfrm>
                <a:off x="2039248" y="1666130"/>
                <a:ext cx="207010" cy="207010"/>
              </a:xfrm>
              <a:custGeom>
                <a:avLst/>
                <a:gdLst/>
                <a:ahLst/>
                <a:cxnLst/>
                <a:rect l="l" t="t" r="r" b="b"/>
                <a:pathLst>
                  <a:path w="207010" h="207010">
                    <a:moveTo>
                      <a:pt x="206825" y="0"/>
                    </a:moveTo>
                    <a:lnTo>
                      <a:pt x="0" y="0"/>
                    </a:lnTo>
                    <a:lnTo>
                      <a:pt x="0" y="206825"/>
                    </a:lnTo>
                    <a:lnTo>
                      <a:pt x="206825" y="206825"/>
                    </a:lnTo>
                    <a:lnTo>
                      <a:pt x="206825" y="0"/>
                    </a:lnTo>
                    <a:close/>
                  </a:path>
                </a:pathLst>
              </a:custGeom>
              <a:solidFill>
                <a:srgbClr val="FFFFFF"/>
              </a:solidFill>
            </p:spPr>
            <p:txBody>
              <a:bodyPr wrap="square" lIns="0" tIns="0" rIns="0" bIns="0" rtlCol="0"/>
              <a:lstStyle/>
              <a:p>
                <a:endParaRPr sz="3804"/>
              </a:p>
            </p:txBody>
          </p:sp>
          <p:sp>
            <p:nvSpPr>
              <p:cNvPr id="282" name="object 209">
                <a:extLst>
                  <a:ext uri="{FF2B5EF4-FFF2-40B4-BE49-F238E27FC236}">
                    <a16:creationId xmlns:a16="http://schemas.microsoft.com/office/drawing/2014/main" id="{68F30845-B971-3C3B-BD56-4D8F9AC2ED42}"/>
                  </a:ext>
                </a:extLst>
              </p:cNvPr>
              <p:cNvSpPr/>
              <p:nvPr/>
            </p:nvSpPr>
            <p:spPr>
              <a:xfrm>
                <a:off x="2039248" y="1666130"/>
                <a:ext cx="207010" cy="207010"/>
              </a:xfrm>
              <a:custGeom>
                <a:avLst/>
                <a:gdLst/>
                <a:ahLst/>
                <a:cxnLst/>
                <a:rect l="l" t="t" r="r" b="b"/>
                <a:pathLst>
                  <a:path w="207010"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grpSp>
        <p:sp>
          <p:nvSpPr>
            <p:cNvPr id="239" name="object 210">
              <a:extLst>
                <a:ext uri="{FF2B5EF4-FFF2-40B4-BE49-F238E27FC236}">
                  <a16:creationId xmlns:a16="http://schemas.microsoft.com/office/drawing/2014/main" id="{E4D149CB-26FF-E489-FA63-508AA300F853}"/>
                </a:ext>
              </a:extLst>
            </p:cNvPr>
            <p:cNvSpPr txBox="1"/>
            <p:nvPr/>
          </p:nvSpPr>
          <p:spPr>
            <a:xfrm>
              <a:off x="4432825" y="3608447"/>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1</a:t>
              </a:r>
              <a:endParaRPr sz="1162">
                <a:latin typeface="Arial"/>
                <a:cs typeface="Arial"/>
              </a:endParaRPr>
            </a:p>
          </p:txBody>
        </p:sp>
        <p:grpSp>
          <p:nvGrpSpPr>
            <p:cNvPr id="240" name="object 211">
              <a:extLst>
                <a:ext uri="{FF2B5EF4-FFF2-40B4-BE49-F238E27FC236}">
                  <a16:creationId xmlns:a16="http://schemas.microsoft.com/office/drawing/2014/main" id="{F2E18E51-C623-D749-4F8E-F00BA4208E54}"/>
                </a:ext>
              </a:extLst>
            </p:cNvPr>
            <p:cNvGrpSpPr/>
            <p:nvPr/>
          </p:nvGrpSpPr>
          <p:grpSpPr>
            <a:xfrm>
              <a:off x="4746734" y="3518015"/>
              <a:ext cx="444227" cy="444227"/>
              <a:chOff x="2244497" y="1664542"/>
              <a:chExt cx="210185" cy="210185"/>
            </a:xfrm>
          </p:grpSpPr>
          <p:sp>
            <p:nvSpPr>
              <p:cNvPr id="265" name="object 212">
                <a:extLst>
                  <a:ext uri="{FF2B5EF4-FFF2-40B4-BE49-F238E27FC236}">
                    <a16:creationId xmlns:a16="http://schemas.microsoft.com/office/drawing/2014/main" id="{B689A67C-64C5-F52A-0991-085557814E18}"/>
                  </a:ext>
                </a:extLst>
              </p:cNvPr>
              <p:cNvSpPr/>
              <p:nvPr/>
            </p:nvSpPr>
            <p:spPr>
              <a:xfrm>
                <a:off x="2246085" y="1666130"/>
                <a:ext cx="207010" cy="207010"/>
              </a:xfrm>
              <a:custGeom>
                <a:avLst/>
                <a:gdLst/>
                <a:ahLst/>
                <a:cxnLst/>
                <a:rect l="l" t="t" r="r" b="b"/>
                <a:pathLst>
                  <a:path w="207010" h="207010">
                    <a:moveTo>
                      <a:pt x="206825" y="0"/>
                    </a:moveTo>
                    <a:lnTo>
                      <a:pt x="0" y="0"/>
                    </a:lnTo>
                    <a:lnTo>
                      <a:pt x="0" y="206825"/>
                    </a:lnTo>
                    <a:lnTo>
                      <a:pt x="206825" y="206825"/>
                    </a:lnTo>
                    <a:lnTo>
                      <a:pt x="206825" y="0"/>
                    </a:lnTo>
                    <a:close/>
                  </a:path>
                </a:pathLst>
              </a:custGeom>
              <a:solidFill>
                <a:srgbClr val="FFFFFF"/>
              </a:solidFill>
            </p:spPr>
            <p:txBody>
              <a:bodyPr wrap="square" lIns="0" tIns="0" rIns="0" bIns="0" rtlCol="0"/>
              <a:lstStyle/>
              <a:p>
                <a:endParaRPr sz="3804"/>
              </a:p>
            </p:txBody>
          </p:sp>
          <p:sp>
            <p:nvSpPr>
              <p:cNvPr id="266" name="object 213">
                <a:extLst>
                  <a:ext uri="{FF2B5EF4-FFF2-40B4-BE49-F238E27FC236}">
                    <a16:creationId xmlns:a16="http://schemas.microsoft.com/office/drawing/2014/main" id="{A294290D-F904-EEAE-434D-44B6E1435DB6}"/>
                  </a:ext>
                </a:extLst>
              </p:cNvPr>
              <p:cNvSpPr/>
              <p:nvPr/>
            </p:nvSpPr>
            <p:spPr>
              <a:xfrm>
                <a:off x="2246085" y="1666130"/>
                <a:ext cx="207010" cy="207010"/>
              </a:xfrm>
              <a:custGeom>
                <a:avLst/>
                <a:gdLst/>
                <a:ahLst/>
                <a:cxnLst/>
                <a:rect l="l" t="t" r="r" b="b"/>
                <a:pathLst>
                  <a:path w="207010"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grpSp>
        <p:sp>
          <p:nvSpPr>
            <p:cNvPr id="241" name="object 214">
              <a:extLst>
                <a:ext uri="{FF2B5EF4-FFF2-40B4-BE49-F238E27FC236}">
                  <a16:creationId xmlns:a16="http://schemas.microsoft.com/office/drawing/2014/main" id="{FCE075C9-DC17-7966-1E1D-48440C3BFA74}"/>
                </a:ext>
              </a:extLst>
            </p:cNvPr>
            <p:cNvSpPr txBox="1"/>
            <p:nvPr/>
          </p:nvSpPr>
          <p:spPr>
            <a:xfrm>
              <a:off x="4869976" y="3608447"/>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1</a:t>
              </a:r>
              <a:endParaRPr sz="1162">
                <a:latin typeface="Arial"/>
                <a:cs typeface="Arial"/>
              </a:endParaRPr>
            </a:p>
          </p:txBody>
        </p:sp>
        <p:grpSp>
          <p:nvGrpSpPr>
            <p:cNvPr id="242" name="object 215">
              <a:extLst>
                <a:ext uri="{FF2B5EF4-FFF2-40B4-BE49-F238E27FC236}">
                  <a16:creationId xmlns:a16="http://schemas.microsoft.com/office/drawing/2014/main" id="{627A8C34-632A-76BB-1E0F-E527D8223A83}"/>
                </a:ext>
              </a:extLst>
            </p:cNvPr>
            <p:cNvGrpSpPr/>
            <p:nvPr/>
          </p:nvGrpSpPr>
          <p:grpSpPr>
            <a:xfrm>
              <a:off x="1684043" y="892472"/>
              <a:ext cx="3509524" cy="3509524"/>
              <a:chOff x="795390" y="422271"/>
              <a:chExt cx="1660525" cy="1660525"/>
            </a:xfrm>
          </p:grpSpPr>
          <p:sp>
            <p:nvSpPr>
              <p:cNvPr id="245" name="object 216">
                <a:extLst>
                  <a:ext uri="{FF2B5EF4-FFF2-40B4-BE49-F238E27FC236}">
                    <a16:creationId xmlns:a16="http://schemas.microsoft.com/office/drawing/2014/main" id="{4A5EDE6F-5E7B-BAC7-F7F3-0D8E71E8C091}"/>
                  </a:ext>
                </a:extLst>
              </p:cNvPr>
              <p:cNvSpPr/>
              <p:nvPr/>
            </p:nvSpPr>
            <p:spPr>
              <a:xfrm>
                <a:off x="798302" y="1872973"/>
                <a:ext cx="207010" cy="207010"/>
              </a:xfrm>
              <a:custGeom>
                <a:avLst/>
                <a:gdLst/>
                <a:ahLst/>
                <a:cxnLst/>
                <a:rect l="l" t="t" r="r" b="b"/>
                <a:pathLst>
                  <a:path w="207009"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46" name="object 217">
                <a:extLst>
                  <a:ext uri="{FF2B5EF4-FFF2-40B4-BE49-F238E27FC236}">
                    <a16:creationId xmlns:a16="http://schemas.microsoft.com/office/drawing/2014/main" id="{3825EA48-8654-E1E5-D7A7-BFE0A0BB945A}"/>
                  </a:ext>
                </a:extLst>
              </p:cNvPr>
              <p:cNvSpPr/>
              <p:nvPr/>
            </p:nvSpPr>
            <p:spPr>
              <a:xfrm>
                <a:off x="798302" y="1872973"/>
                <a:ext cx="207010" cy="207010"/>
              </a:xfrm>
              <a:custGeom>
                <a:avLst/>
                <a:gdLst/>
                <a:ahLst/>
                <a:cxnLst/>
                <a:rect l="l" t="t" r="r" b="b"/>
                <a:pathLst>
                  <a:path w="207009"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47" name="object 218">
                <a:extLst>
                  <a:ext uri="{FF2B5EF4-FFF2-40B4-BE49-F238E27FC236}">
                    <a16:creationId xmlns:a16="http://schemas.microsoft.com/office/drawing/2014/main" id="{3919B212-DE59-AE84-D8B4-97A1227B3CB2}"/>
                  </a:ext>
                </a:extLst>
              </p:cNvPr>
              <p:cNvSpPr/>
              <p:nvPr/>
            </p:nvSpPr>
            <p:spPr>
              <a:xfrm>
                <a:off x="1005122" y="1872973"/>
                <a:ext cx="207010" cy="207010"/>
              </a:xfrm>
              <a:custGeom>
                <a:avLst/>
                <a:gdLst/>
                <a:ahLst/>
                <a:cxnLst/>
                <a:rect l="l" t="t" r="r" b="b"/>
                <a:pathLst>
                  <a:path w="207009"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48" name="object 219">
                <a:extLst>
                  <a:ext uri="{FF2B5EF4-FFF2-40B4-BE49-F238E27FC236}">
                    <a16:creationId xmlns:a16="http://schemas.microsoft.com/office/drawing/2014/main" id="{58BDE953-A082-D3CA-E3EC-406BFF9C995A}"/>
                  </a:ext>
                </a:extLst>
              </p:cNvPr>
              <p:cNvSpPr/>
              <p:nvPr/>
            </p:nvSpPr>
            <p:spPr>
              <a:xfrm>
                <a:off x="1005122" y="1872973"/>
                <a:ext cx="207010" cy="207010"/>
              </a:xfrm>
              <a:custGeom>
                <a:avLst/>
                <a:gdLst/>
                <a:ahLst/>
                <a:cxnLst/>
                <a:rect l="l" t="t" r="r" b="b"/>
                <a:pathLst>
                  <a:path w="207009"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49" name="object 220">
                <a:extLst>
                  <a:ext uri="{FF2B5EF4-FFF2-40B4-BE49-F238E27FC236}">
                    <a16:creationId xmlns:a16="http://schemas.microsoft.com/office/drawing/2014/main" id="{92002A22-D263-99C4-3D63-DD0BD6C26049}"/>
                  </a:ext>
                </a:extLst>
              </p:cNvPr>
              <p:cNvSpPr/>
              <p:nvPr/>
            </p:nvSpPr>
            <p:spPr>
              <a:xfrm>
                <a:off x="1211959" y="1872973"/>
                <a:ext cx="207010" cy="207010"/>
              </a:xfrm>
              <a:custGeom>
                <a:avLst/>
                <a:gdLst/>
                <a:ahLst/>
                <a:cxnLst/>
                <a:rect l="l" t="t" r="r" b="b"/>
                <a:pathLst>
                  <a:path w="207009"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50" name="object 221">
                <a:extLst>
                  <a:ext uri="{FF2B5EF4-FFF2-40B4-BE49-F238E27FC236}">
                    <a16:creationId xmlns:a16="http://schemas.microsoft.com/office/drawing/2014/main" id="{89C824E4-B6B4-E0B0-CAAF-C4DC33EB5D50}"/>
                  </a:ext>
                </a:extLst>
              </p:cNvPr>
              <p:cNvSpPr/>
              <p:nvPr/>
            </p:nvSpPr>
            <p:spPr>
              <a:xfrm>
                <a:off x="1211959" y="1872973"/>
                <a:ext cx="207010" cy="207010"/>
              </a:xfrm>
              <a:custGeom>
                <a:avLst/>
                <a:gdLst/>
                <a:ahLst/>
                <a:cxnLst/>
                <a:rect l="l" t="t" r="r" b="b"/>
                <a:pathLst>
                  <a:path w="207009"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51" name="object 222">
                <a:extLst>
                  <a:ext uri="{FF2B5EF4-FFF2-40B4-BE49-F238E27FC236}">
                    <a16:creationId xmlns:a16="http://schemas.microsoft.com/office/drawing/2014/main" id="{FFCA4BE8-DD43-66E7-3E71-660DF38EFF4E}"/>
                  </a:ext>
                </a:extLst>
              </p:cNvPr>
              <p:cNvSpPr/>
              <p:nvPr/>
            </p:nvSpPr>
            <p:spPr>
              <a:xfrm>
                <a:off x="1418772" y="1872973"/>
                <a:ext cx="207010" cy="207010"/>
              </a:xfrm>
              <a:custGeom>
                <a:avLst/>
                <a:gdLst/>
                <a:ahLst/>
                <a:cxnLst/>
                <a:rect l="l" t="t" r="r" b="b"/>
                <a:pathLst>
                  <a:path w="207010"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52" name="object 223">
                <a:extLst>
                  <a:ext uri="{FF2B5EF4-FFF2-40B4-BE49-F238E27FC236}">
                    <a16:creationId xmlns:a16="http://schemas.microsoft.com/office/drawing/2014/main" id="{26F16521-2753-A7FA-70B8-093D7AF3E76F}"/>
                  </a:ext>
                </a:extLst>
              </p:cNvPr>
              <p:cNvSpPr/>
              <p:nvPr/>
            </p:nvSpPr>
            <p:spPr>
              <a:xfrm>
                <a:off x="1418772" y="1872973"/>
                <a:ext cx="207010" cy="207010"/>
              </a:xfrm>
              <a:custGeom>
                <a:avLst/>
                <a:gdLst/>
                <a:ahLst/>
                <a:cxnLst/>
                <a:rect l="l" t="t" r="r" b="b"/>
                <a:pathLst>
                  <a:path w="207010"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53" name="object 224">
                <a:extLst>
                  <a:ext uri="{FF2B5EF4-FFF2-40B4-BE49-F238E27FC236}">
                    <a16:creationId xmlns:a16="http://schemas.microsoft.com/office/drawing/2014/main" id="{08449FBF-A784-5EF2-625B-64CDE60A5DE8}"/>
                  </a:ext>
                </a:extLst>
              </p:cNvPr>
              <p:cNvSpPr/>
              <p:nvPr/>
            </p:nvSpPr>
            <p:spPr>
              <a:xfrm>
                <a:off x="1625615" y="1872973"/>
                <a:ext cx="207010" cy="207010"/>
              </a:xfrm>
              <a:custGeom>
                <a:avLst/>
                <a:gdLst/>
                <a:ahLst/>
                <a:cxnLst/>
                <a:rect l="l" t="t" r="r" b="b"/>
                <a:pathLst>
                  <a:path w="207010"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54" name="object 225">
                <a:extLst>
                  <a:ext uri="{FF2B5EF4-FFF2-40B4-BE49-F238E27FC236}">
                    <a16:creationId xmlns:a16="http://schemas.microsoft.com/office/drawing/2014/main" id="{A20A465C-E136-A2CB-5442-39B14982DC7B}"/>
                  </a:ext>
                </a:extLst>
              </p:cNvPr>
              <p:cNvSpPr/>
              <p:nvPr/>
            </p:nvSpPr>
            <p:spPr>
              <a:xfrm>
                <a:off x="1625615" y="1872973"/>
                <a:ext cx="207010" cy="207010"/>
              </a:xfrm>
              <a:custGeom>
                <a:avLst/>
                <a:gdLst/>
                <a:ahLst/>
                <a:cxnLst/>
                <a:rect l="l" t="t" r="r" b="b"/>
                <a:pathLst>
                  <a:path w="207010"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55" name="object 226">
                <a:extLst>
                  <a:ext uri="{FF2B5EF4-FFF2-40B4-BE49-F238E27FC236}">
                    <a16:creationId xmlns:a16="http://schemas.microsoft.com/office/drawing/2014/main" id="{7326406B-07C7-439B-06CC-560C756744C3}"/>
                  </a:ext>
                </a:extLst>
              </p:cNvPr>
              <p:cNvSpPr/>
              <p:nvPr/>
            </p:nvSpPr>
            <p:spPr>
              <a:xfrm>
                <a:off x="1832428" y="1872973"/>
                <a:ext cx="207010" cy="207010"/>
              </a:xfrm>
              <a:custGeom>
                <a:avLst/>
                <a:gdLst/>
                <a:ahLst/>
                <a:cxnLst/>
                <a:rect l="l" t="t" r="r" b="b"/>
                <a:pathLst>
                  <a:path w="207010"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56" name="object 227">
                <a:extLst>
                  <a:ext uri="{FF2B5EF4-FFF2-40B4-BE49-F238E27FC236}">
                    <a16:creationId xmlns:a16="http://schemas.microsoft.com/office/drawing/2014/main" id="{EC896800-766F-7C03-3D5D-A43F382EABFE}"/>
                  </a:ext>
                </a:extLst>
              </p:cNvPr>
              <p:cNvSpPr/>
              <p:nvPr/>
            </p:nvSpPr>
            <p:spPr>
              <a:xfrm>
                <a:off x="1832428" y="1872973"/>
                <a:ext cx="207010" cy="207010"/>
              </a:xfrm>
              <a:custGeom>
                <a:avLst/>
                <a:gdLst/>
                <a:ahLst/>
                <a:cxnLst/>
                <a:rect l="l" t="t" r="r" b="b"/>
                <a:pathLst>
                  <a:path w="207010"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57" name="object 228">
                <a:extLst>
                  <a:ext uri="{FF2B5EF4-FFF2-40B4-BE49-F238E27FC236}">
                    <a16:creationId xmlns:a16="http://schemas.microsoft.com/office/drawing/2014/main" id="{797DB263-8B3E-F769-733A-1043F080A108}"/>
                  </a:ext>
                </a:extLst>
              </p:cNvPr>
              <p:cNvSpPr/>
              <p:nvPr/>
            </p:nvSpPr>
            <p:spPr>
              <a:xfrm>
                <a:off x="2039248" y="1872973"/>
                <a:ext cx="207010" cy="207010"/>
              </a:xfrm>
              <a:custGeom>
                <a:avLst/>
                <a:gdLst/>
                <a:ahLst/>
                <a:cxnLst/>
                <a:rect l="l" t="t" r="r" b="b"/>
                <a:pathLst>
                  <a:path w="207010"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58" name="object 229">
                <a:extLst>
                  <a:ext uri="{FF2B5EF4-FFF2-40B4-BE49-F238E27FC236}">
                    <a16:creationId xmlns:a16="http://schemas.microsoft.com/office/drawing/2014/main" id="{BC3B7516-3B01-2580-AC77-E03BA9289DEA}"/>
                  </a:ext>
                </a:extLst>
              </p:cNvPr>
              <p:cNvSpPr/>
              <p:nvPr/>
            </p:nvSpPr>
            <p:spPr>
              <a:xfrm>
                <a:off x="2039248" y="1872973"/>
                <a:ext cx="207010" cy="207010"/>
              </a:xfrm>
              <a:custGeom>
                <a:avLst/>
                <a:gdLst/>
                <a:ahLst/>
                <a:cxnLst/>
                <a:rect l="l" t="t" r="r" b="b"/>
                <a:pathLst>
                  <a:path w="207010"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59" name="object 230">
                <a:extLst>
                  <a:ext uri="{FF2B5EF4-FFF2-40B4-BE49-F238E27FC236}">
                    <a16:creationId xmlns:a16="http://schemas.microsoft.com/office/drawing/2014/main" id="{50CDA764-5CA4-8F0E-F265-F8B52934DE4D}"/>
                  </a:ext>
                </a:extLst>
              </p:cNvPr>
              <p:cNvSpPr/>
              <p:nvPr/>
            </p:nvSpPr>
            <p:spPr>
              <a:xfrm>
                <a:off x="2246085" y="1872973"/>
                <a:ext cx="207010" cy="207010"/>
              </a:xfrm>
              <a:custGeom>
                <a:avLst/>
                <a:gdLst/>
                <a:ahLst/>
                <a:cxnLst/>
                <a:rect l="l" t="t" r="r" b="b"/>
                <a:pathLst>
                  <a:path w="207010" h="207010">
                    <a:moveTo>
                      <a:pt x="206825" y="0"/>
                    </a:moveTo>
                    <a:lnTo>
                      <a:pt x="0" y="0"/>
                    </a:lnTo>
                    <a:lnTo>
                      <a:pt x="0" y="206825"/>
                    </a:lnTo>
                    <a:lnTo>
                      <a:pt x="206825" y="206825"/>
                    </a:lnTo>
                    <a:lnTo>
                      <a:pt x="206825" y="0"/>
                    </a:lnTo>
                    <a:close/>
                  </a:path>
                </a:pathLst>
              </a:custGeom>
              <a:solidFill>
                <a:srgbClr val="000000"/>
              </a:solidFill>
            </p:spPr>
            <p:txBody>
              <a:bodyPr wrap="square" lIns="0" tIns="0" rIns="0" bIns="0" rtlCol="0"/>
              <a:lstStyle/>
              <a:p>
                <a:endParaRPr sz="3804"/>
              </a:p>
            </p:txBody>
          </p:sp>
          <p:sp>
            <p:nvSpPr>
              <p:cNvPr id="260" name="object 231">
                <a:extLst>
                  <a:ext uri="{FF2B5EF4-FFF2-40B4-BE49-F238E27FC236}">
                    <a16:creationId xmlns:a16="http://schemas.microsoft.com/office/drawing/2014/main" id="{6351A197-6A9A-20E4-B3F9-6806B33EEBCA}"/>
                  </a:ext>
                </a:extLst>
              </p:cNvPr>
              <p:cNvSpPr/>
              <p:nvPr/>
            </p:nvSpPr>
            <p:spPr>
              <a:xfrm>
                <a:off x="2246085" y="1872973"/>
                <a:ext cx="207010" cy="207010"/>
              </a:xfrm>
              <a:custGeom>
                <a:avLst/>
                <a:gdLst/>
                <a:ahLst/>
                <a:cxnLst/>
                <a:rect l="l" t="t" r="r" b="b"/>
                <a:pathLst>
                  <a:path w="207010" h="207010">
                    <a:moveTo>
                      <a:pt x="0" y="0"/>
                    </a:moveTo>
                    <a:lnTo>
                      <a:pt x="206825" y="0"/>
                    </a:lnTo>
                    <a:lnTo>
                      <a:pt x="206825" y="206825"/>
                    </a:lnTo>
                    <a:lnTo>
                      <a:pt x="0" y="206825"/>
                    </a:lnTo>
                    <a:lnTo>
                      <a:pt x="0" y="0"/>
                    </a:lnTo>
                    <a:close/>
                  </a:path>
                </a:pathLst>
              </a:custGeom>
              <a:ln w="3175">
                <a:solidFill>
                  <a:srgbClr val="000000"/>
                </a:solidFill>
              </a:ln>
            </p:spPr>
            <p:txBody>
              <a:bodyPr wrap="square" lIns="0" tIns="0" rIns="0" bIns="0" rtlCol="0"/>
              <a:lstStyle/>
              <a:p>
                <a:endParaRPr sz="3804"/>
              </a:p>
            </p:txBody>
          </p:sp>
          <p:sp>
            <p:nvSpPr>
              <p:cNvPr id="261" name="object 232">
                <a:extLst>
                  <a:ext uri="{FF2B5EF4-FFF2-40B4-BE49-F238E27FC236}">
                    <a16:creationId xmlns:a16="http://schemas.microsoft.com/office/drawing/2014/main" id="{DFE3D57A-C212-969A-E0DB-B454E473211B}"/>
                  </a:ext>
                </a:extLst>
              </p:cNvPr>
              <p:cNvSpPr/>
              <p:nvPr/>
            </p:nvSpPr>
            <p:spPr>
              <a:xfrm>
                <a:off x="2452904" y="425184"/>
                <a:ext cx="0" cy="1654810"/>
              </a:xfrm>
              <a:custGeom>
                <a:avLst/>
                <a:gdLst/>
                <a:ahLst/>
                <a:cxnLst/>
                <a:rect l="l" t="t" r="r" b="b"/>
                <a:pathLst>
                  <a:path h="1654810">
                    <a:moveTo>
                      <a:pt x="0" y="0"/>
                    </a:moveTo>
                    <a:lnTo>
                      <a:pt x="0" y="1654601"/>
                    </a:lnTo>
                  </a:path>
                </a:pathLst>
              </a:custGeom>
              <a:ln w="5825">
                <a:solidFill>
                  <a:srgbClr val="000000"/>
                </a:solidFill>
              </a:ln>
            </p:spPr>
            <p:txBody>
              <a:bodyPr wrap="square" lIns="0" tIns="0" rIns="0" bIns="0" rtlCol="0"/>
              <a:lstStyle/>
              <a:p>
                <a:endParaRPr sz="3804"/>
              </a:p>
            </p:txBody>
          </p:sp>
          <p:sp>
            <p:nvSpPr>
              <p:cNvPr id="262" name="object 233">
                <a:extLst>
                  <a:ext uri="{FF2B5EF4-FFF2-40B4-BE49-F238E27FC236}">
                    <a16:creationId xmlns:a16="http://schemas.microsoft.com/office/drawing/2014/main" id="{F8D0D13E-0282-6F15-4419-B93CDCB510A1}"/>
                  </a:ext>
                </a:extLst>
              </p:cNvPr>
              <p:cNvSpPr/>
              <p:nvPr/>
            </p:nvSpPr>
            <p:spPr>
              <a:xfrm>
                <a:off x="798302" y="425184"/>
                <a:ext cx="0" cy="1654810"/>
              </a:xfrm>
              <a:custGeom>
                <a:avLst/>
                <a:gdLst/>
                <a:ahLst/>
                <a:cxnLst/>
                <a:rect l="l" t="t" r="r" b="b"/>
                <a:pathLst>
                  <a:path h="1654810">
                    <a:moveTo>
                      <a:pt x="0" y="0"/>
                    </a:moveTo>
                    <a:lnTo>
                      <a:pt x="0" y="1654601"/>
                    </a:lnTo>
                  </a:path>
                </a:pathLst>
              </a:custGeom>
              <a:ln w="5825">
                <a:solidFill>
                  <a:srgbClr val="000000"/>
                </a:solidFill>
              </a:ln>
            </p:spPr>
            <p:txBody>
              <a:bodyPr wrap="square" lIns="0" tIns="0" rIns="0" bIns="0" rtlCol="0"/>
              <a:lstStyle/>
              <a:p>
                <a:endParaRPr sz="3804"/>
              </a:p>
            </p:txBody>
          </p:sp>
          <p:sp>
            <p:nvSpPr>
              <p:cNvPr id="263" name="object 234">
                <a:extLst>
                  <a:ext uri="{FF2B5EF4-FFF2-40B4-BE49-F238E27FC236}">
                    <a16:creationId xmlns:a16="http://schemas.microsoft.com/office/drawing/2014/main" id="{C2366174-1F53-88AA-394B-1B4C777E6AFA}"/>
                  </a:ext>
                </a:extLst>
              </p:cNvPr>
              <p:cNvSpPr/>
              <p:nvPr/>
            </p:nvSpPr>
            <p:spPr>
              <a:xfrm>
                <a:off x="798302" y="2079786"/>
                <a:ext cx="1654810" cy="0"/>
              </a:xfrm>
              <a:custGeom>
                <a:avLst/>
                <a:gdLst/>
                <a:ahLst/>
                <a:cxnLst/>
                <a:rect l="l" t="t" r="r" b="b"/>
                <a:pathLst>
                  <a:path w="1654810">
                    <a:moveTo>
                      <a:pt x="1654601" y="0"/>
                    </a:moveTo>
                    <a:lnTo>
                      <a:pt x="0" y="0"/>
                    </a:lnTo>
                  </a:path>
                </a:pathLst>
              </a:custGeom>
              <a:ln w="5825">
                <a:solidFill>
                  <a:srgbClr val="000000"/>
                </a:solidFill>
              </a:ln>
            </p:spPr>
            <p:txBody>
              <a:bodyPr wrap="square" lIns="0" tIns="0" rIns="0" bIns="0" rtlCol="0"/>
              <a:lstStyle/>
              <a:p>
                <a:endParaRPr sz="3804"/>
              </a:p>
            </p:txBody>
          </p:sp>
          <p:sp>
            <p:nvSpPr>
              <p:cNvPr id="264" name="object 235">
                <a:extLst>
                  <a:ext uri="{FF2B5EF4-FFF2-40B4-BE49-F238E27FC236}">
                    <a16:creationId xmlns:a16="http://schemas.microsoft.com/office/drawing/2014/main" id="{B0449732-6F99-05BE-42C2-6472C8D31803}"/>
                  </a:ext>
                </a:extLst>
              </p:cNvPr>
              <p:cNvSpPr/>
              <p:nvPr/>
            </p:nvSpPr>
            <p:spPr>
              <a:xfrm>
                <a:off x="798302" y="425184"/>
                <a:ext cx="1654810" cy="0"/>
              </a:xfrm>
              <a:custGeom>
                <a:avLst/>
                <a:gdLst/>
                <a:ahLst/>
                <a:cxnLst/>
                <a:rect l="l" t="t" r="r" b="b"/>
                <a:pathLst>
                  <a:path w="1654810">
                    <a:moveTo>
                      <a:pt x="1654601" y="0"/>
                    </a:moveTo>
                    <a:lnTo>
                      <a:pt x="0" y="0"/>
                    </a:lnTo>
                  </a:path>
                </a:pathLst>
              </a:custGeom>
              <a:ln w="5825">
                <a:solidFill>
                  <a:srgbClr val="000000"/>
                </a:solidFill>
              </a:ln>
            </p:spPr>
            <p:txBody>
              <a:bodyPr wrap="square" lIns="0" tIns="0" rIns="0" bIns="0" rtlCol="0"/>
              <a:lstStyle/>
              <a:p>
                <a:endParaRPr sz="3804"/>
              </a:p>
            </p:txBody>
          </p:sp>
        </p:grpSp>
        <p:sp>
          <p:nvSpPr>
            <p:cNvPr id="243" name="object 236">
              <a:extLst>
                <a:ext uri="{FF2B5EF4-FFF2-40B4-BE49-F238E27FC236}">
                  <a16:creationId xmlns:a16="http://schemas.microsoft.com/office/drawing/2014/main" id="{176D8290-C288-BEB0-B5DC-C53E8E23B0C2}"/>
                </a:ext>
              </a:extLst>
            </p:cNvPr>
            <p:cNvSpPr txBox="1"/>
            <p:nvPr/>
          </p:nvSpPr>
          <p:spPr>
            <a:xfrm>
              <a:off x="1154399" y="1847657"/>
              <a:ext cx="444227" cy="248058"/>
            </a:xfrm>
            <a:prstGeom prst="rect">
              <a:avLst/>
            </a:prstGeom>
          </p:spPr>
          <p:txBody>
            <a:bodyPr vert="horz" wrap="square" lIns="0" tIns="36236" rIns="0" bIns="0" rtlCol="0">
              <a:spAutoFit/>
            </a:bodyPr>
            <a:lstStyle/>
            <a:p>
              <a:pPr marL="26841">
                <a:spcBef>
                  <a:spcPts val="285"/>
                </a:spcBef>
              </a:pPr>
              <a:r>
                <a:rPr sz="1374" spc="-42" dirty="0">
                  <a:latin typeface="Arial"/>
                  <a:cs typeface="Arial"/>
                </a:rPr>
                <a:t>Start</a:t>
              </a:r>
              <a:endParaRPr sz="1374">
                <a:latin typeface="Arial"/>
                <a:cs typeface="Arial"/>
              </a:endParaRPr>
            </a:p>
          </p:txBody>
        </p:sp>
        <p:sp>
          <p:nvSpPr>
            <p:cNvPr id="244" name="object 237">
              <a:extLst>
                <a:ext uri="{FF2B5EF4-FFF2-40B4-BE49-F238E27FC236}">
                  <a16:creationId xmlns:a16="http://schemas.microsoft.com/office/drawing/2014/main" id="{DBC3A8D3-020D-12F8-7315-820C32E018DE}"/>
                </a:ext>
              </a:extLst>
            </p:cNvPr>
            <p:cNvSpPr txBox="1"/>
            <p:nvPr/>
          </p:nvSpPr>
          <p:spPr>
            <a:xfrm>
              <a:off x="5254068" y="3620486"/>
              <a:ext cx="444227" cy="248058"/>
            </a:xfrm>
            <a:prstGeom prst="rect">
              <a:avLst/>
            </a:prstGeom>
          </p:spPr>
          <p:txBody>
            <a:bodyPr vert="horz" wrap="square" lIns="0" tIns="36236" rIns="0" bIns="0" rtlCol="0">
              <a:spAutoFit/>
            </a:bodyPr>
            <a:lstStyle/>
            <a:p>
              <a:pPr marL="26841">
                <a:spcBef>
                  <a:spcPts val="285"/>
                </a:spcBef>
              </a:pPr>
              <a:r>
                <a:rPr sz="1374" spc="-42" dirty="0">
                  <a:latin typeface="Arial"/>
                  <a:cs typeface="Arial"/>
                </a:rPr>
                <a:t>Goal</a:t>
              </a:r>
              <a:endParaRPr sz="1374">
                <a:latin typeface="Arial"/>
                <a:cs typeface="Arial"/>
              </a:endParaRPr>
            </a:p>
          </p:txBody>
        </p:sp>
      </p:grpSp>
    </p:spTree>
    <p:extLst>
      <p:ext uri="{BB962C8B-B14F-4D97-AF65-F5344CB8AC3E}">
        <p14:creationId xmlns:p14="http://schemas.microsoft.com/office/powerpoint/2010/main" val="21818490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C18A1C-3CED-30DE-FC64-92AA119F8B3D}"/>
              </a:ext>
            </a:extLst>
          </p:cNvPr>
          <p:cNvSpPr>
            <a:spLocks noGrp="1"/>
          </p:cNvSpPr>
          <p:nvPr>
            <p:ph type="title"/>
          </p:nvPr>
        </p:nvSpPr>
        <p:spPr/>
        <p:txBody>
          <a:bodyPr/>
          <a:lstStyle/>
          <a:p>
            <a:r>
              <a:rPr lang="en-US" dirty="0"/>
              <a:t>RL agent taxonomy</a:t>
            </a:r>
          </a:p>
        </p:txBody>
      </p:sp>
      <p:grpSp>
        <p:nvGrpSpPr>
          <p:cNvPr id="15" name="Group 14">
            <a:extLst>
              <a:ext uri="{FF2B5EF4-FFF2-40B4-BE49-F238E27FC236}">
                <a16:creationId xmlns:a16="http://schemas.microsoft.com/office/drawing/2014/main" id="{FF5A7365-DEF1-1D11-9AC2-29E59A03A255}"/>
              </a:ext>
            </a:extLst>
          </p:cNvPr>
          <p:cNvGrpSpPr/>
          <p:nvPr/>
        </p:nvGrpSpPr>
        <p:grpSpPr>
          <a:xfrm>
            <a:off x="4033480" y="1457369"/>
            <a:ext cx="4887835" cy="4557685"/>
            <a:chOff x="3614671" y="787275"/>
            <a:chExt cx="4887835" cy="4557685"/>
          </a:xfrm>
        </p:grpSpPr>
        <p:grpSp>
          <p:nvGrpSpPr>
            <p:cNvPr id="16" name="object 3">
              <a:extLst>
                <a:ext uri="{FF2B5EF4-FFF2-40B4-BE49-F238E27FC236}">
                  <a16:creationId xmlns:a16="http://schemas.microsoft.com/office/drawing/2014/main" id="{5E22CCDF-5397-546D-9FD5-CFFB9DCF327E}"/>
                </a:ext>
              </a:extLst>
            </p:cNvPr>
            <p:cNvGrpSpPr/>
            <p:nvPr/>
          </p:nvGrpSpPr>
          <p:grpSpPr>
            <a:xfrm>
              <a:off x="3614671" y="787275"/>
              <a:ext cx="4887835" cy="4557685"/>
              <a:chOff x="1708864" y="372498"/>
              <a:chExt cx="2312670" cy="2156460"/>
            </a:xfrm>
          </p:grpSpPr>
          <p:pic>
            <p:nvPicPr>
              <p:cNvPr id="25" name="object 4">
                <a:extLst>
                  <a:ext uri="{FF2B5EF4-FFF2-40B4-BE49-F238E27FC236}">
                    <a16:creationId xmlns:a16="http://schemas.microsoft.com/office/drawing/2014/main" id="{27824908-1393-7658-116C-7606E99413EA}"/>
                  </a:ext>
                </a:extLst>
              </p:cNvPr>
              <p:cNvPicPr/>
              <p:nvPr/>
            </p:nvPicPr>
            <p:blipFill>
              <a:blip r:embed="rId2" cstate="print"/>
              <a:stretch>
                <a:fillRect/>
              </a:stretch>
            </p:blipFill>
            <p:spPr>
              <a:xfrm>
                <a:off x="2458415" y="372498"/>
                <a:ext cx="1563077" cy="1526442"/>
              </a:xfrm>
              <a:prstGeom prst="rect">
                <a:avLst/>
              </a:prstGeom>
            </p:spPr>
          </p:pic>
          <p:pic>
            <p:nvPicPr>
              <p:cNvPr id="26" name="object 5">
                <a:extLst>
                  <a:ext uri="{FF2B5EF4-FFF2-40B4-BE49-F238E27FC236}">
                    <a16:creationId xmlns:a16="http://schemas.microsoft.com/office/drawing/2014/main" id="{B9C5169B-D7D2-144C-E06B-69EB977EF6FC}"/>
                  </a:ext>
                </a:extLst>
              </p:cNvPr>
              <p:cNvPicPr/>
              <p:nvPr/>
            </p:nvPicPr>
            <p:blipFill>
              <a:blip r:embed="rId3" cstate="print"/>
              <a:stretch>
                <a:fillRect/>
              </a:stretch>
            </p:blipFill>
            <p:spPr>
              <a:xfrm>
                <a:off x="1708864" y="372498"/>
                <a:ext cx="1545391" cy="1526442"/>
              </a:xfrm>
              <a:prstGeom prst="rect">
                <a:avLst/>
              </a:prstGeom>
            </p:spPr>
          </p:pic>
          <p:pic>
            <p:nvPicPr>
              <p:cNvPr id="27" name="object 6">
                <a:extLst>
                  <a:ext uri="{FF2B5EF4-FFF2-40B4-BE49-F238E27FC236}">
                    <a16:creationId xmlns:a16="http://schemas.microsoft.com/office/drawing/2014/main" id="{88CC1613-489E-71EE-12EB-0BD94262F8AF}"/>
                  </a:ext>
                </a:extLst>
              </p:cNvPr>
              <p:cNvPicPr/>
              <p:nvPr/>
            </p:nvPicPr>
            <p:blipFill>
              <a:blip r:embed="rId4" cstate="print"/>
              <a:stretch>
                <a:fillRect/>
              </a:stretch>
            </p:blipFill>
            <p:spPr>
              <a:xfrm>
                <a:off x="2458415" y="372498"/>
                <a:ext cx="1563077" cy="1526442"/>
              </a:xfrm>
              <a:prstGeom prst="rect">
                <a:avLst/>
              </a:prstGeom>
            </p:spPr>
          </p:pic>
          <p:pic>
            <p:nvPicPr>
              <p:cNvPr id="28" name="object 7">
                <a:extLst>
                  <a:ext uri="{FF2B5EF4-FFF2-40B4-BE49-F238E27FC236}">
                    <a16:creationId xmlns:a16="http://schemas.microsoft.com/office/drawing/2014/main" id="{84404584-74BD-056D-EC82-A0B610C9ABBB}"/>
                  </a:ext>
                </a:extLst>
              </p:cNvPr>
              <p:cNvPicPr/>
              <p:nvPr/>
            </p:nvPicPr>
            <p:blipFill>
              <a:blip r:embed="rId5" cstate="print"/>
              <a:stretch>
                <a:fillRect/>
              </a:stretch>
            </p:blipFill>
            <p:spPr>
              <a:xfrm>
                <a:off x="2076938" y="1004441"/>
                <a:ext cx="1565372" cy="1523959"/>
              </a:xfrm>
              <a:prstGeom prst="rect">
                <a:avLst/>
              </a:prstGeom>
            </p:spPr>
          </p:pic>
          <p:sp>
            <p:nvSpPr>
              <p:cNvPr id="29" name="object 8">
                <a:extLst>
                  <a:ext uri="{FF2B5EF4-FFF2-40B4-BE49-F238E27FC236}">
                    <a16:creationId xmlns:a16="http://schemas.microsoft.com/office/drawing/2014/main" id="{57943215-5DD4-927B-8678-D61F4A9CEE4A}"/>
                  </a:ext>
                </a:extLst>
              </p:cNvPr>
              <p:cNvSpPr/>
              <p:nvPr/>
            </p:nvSpPr>
            <p:spPr>
              <a:xfrm>
                <a:off x="2530765" y="399339"/>
                <a:ext cx="1419225" cy="1395730"/>
              </a:xfrm>
              <a:custGeom>
                <a:avLst/>
                <a:gdLst/>
                <a:ahLst/>
                <a:cxnLst/>
                <a:rect l="l" t="t" r="r" b="b"/>
                <a:pathLst>
                  <a:path w="1419225" h="1395730">
                    <a:moveTo>
                      <a:pt x="709515" y="0"/>
                    </a:moveTo>
                    <a:lnTo>
                      <a:pt x="664145" y="1418"/>
                    </a:lnTo>
                    <a:lnTo>
                      <a:pt x="618924" y="5675"/>
                    </a:lnTo>
                    <a:lnTo>
                      <a:pt x="574002" y="12769"/>
                    </a:lnTo>
                    <a:lnTo>
                      <a:pt x="529529" y="22701"/>
                    </a:lnTo>
                    <a:lnTo>
                      <a:pt x="485653" y="35470"/>
                    </a:lnTo>
                    <a:lnTo>
                      <a:pt x="442524" y="51077"/>
                    </a:lnTo>
                    <a:lnTo>
                      <a:pt x="400293" y="69522"/>
                    </a:lnTo>
                    <a:lnTo>
                      <a:pt x="359107" y="90804"/>
                    </a:lnTo>
                    <a:lnTo>
                      <a:pt x="319116" y="114924"/>
                    </a:lnTo>
                    <a:lnTo>
                      <a:pt x="280471" y="141882"/>
                    </a:lnTo>
                    <a:lnTo>
                      <a:pt x="243320" y="171677"/>
                    </a:lnTo>
                    <a:lnTo>
                      <a:pt x="207813" y="204310"/>
                    </a:lnTo>
                    <a:lnTo>
                      <a:pt x="174620" y="239219"/>
                    </a:lnTo>
                    <a:lnTo>
                      <a:pt x="144314" y="275744"/>
                    </a:lnTo>
                    <a:lnTo>
                      <a:pt x="116894" y="313738"/>
                    </a:lnTo>
                    <a:lnTo>
                      <a:pt x="92361" y="353055"/>
                    </a:lnTo>
                    <a:lnTo>
                      <a:pt x="70714" y="393546"/>
                    </a:lnTo>
                    <a:lnTo>
                      <a:pt x="51953" y="435067"/>
                    </a:lnTo>
                    <a:lnTo>
                      <a:pt x="36078" y="477468"/>
                    </a:lnTo>
                    <a:lnTo>
                      <a:pt x="23090" y="520605"/>
                    </a:lnTo>
                    <a:lnTo>
                      <a:pt x="12988" y="564329"/>
                    </a:lnTo>
                    <a:lnTo>
                      <a:pt x="5772" y="608493"/>
                    </a:lnTo>
                    <a:lnTo>
                      <a:pt x="1443" y="652952"/>
                    </a:lnTo>
                    <a:lnTo>
                      <a:pt x="0" y="697557"/>
                    </a:lnTo>
                    <a:lnTo>
                      <a:pt x="1443" y="742163"/>
                    </a:lnTo>
                    <a:lnTo>
                      <a:pt x="5772" y="786621"/>
                    </a:lnTo>
                    <a:lnTo>
                      <a:pt x="12988" y="830786"/>
                    </a:lnTo>
                    <a:lnTo>
                      <a:pt x="23090" y="874510"/>
                    </a:lnTo>
                    <a:lnTo>
                      <a:pt x="36078" y="917646"/>
                    </a:lnTo>
                    <a:lnTo>
                      <a:pt x="51953" y="960048"/>
                    </a:lnTo>
                    <a:lnTo>
                      <a:pt x="70714" y="1001568"/>
                    </a:lnTo>
                    <a:lnTo>
                      <a:pt x="92361" y="1042060"/>
                    </a:lnTo>
                    <a:lnTo>
                      <a:pt x="116894" y="1081376"/>
                    </a:lnTo>
                    <a:lnTo>
                      <a:pt x="144314" y="1119371"/>
                    </a:lnTo>
                    <a:lnTo>
                      <a:pt x="174620" y="1155896"/>
                    </a:lnTo>
                    <a:lnTo>
                      <a:pt x="207813" y="1190804"/>
                    </a:lnTo>
                    <a:lnTo>
                      <a:pt x="243320" y="1223437"/>
                    </a:lnTo>
                    <a:lnTo>
                      <a:pt x="280471" y="1253233"/>
                    </a:lnTo>
                    <a:lnTo>
                      <a:pt x="319116" y="1280190"/>
                    </a:lnTo>
                    <a:lnTo>
                      <a:pt x="359107" y="1304310"/>
                    </a:lnTo>
                    <a:lnTo>
                      <a:pt x="400293" y="1325593"/>
                    </a:lnTo>
                    <a:lnTo>
                      <a:pt x="442524" y="1344037"/>
                    </a:lnTo>
                    <a:lnTo>
                      <a:pt x="485653" y="1359645"/>
                    </a:lnTo>
                    <a:lnTo>
                      <a:pt x="529529" y="1372414"/>
                    </a:lnTo>
                    <a:lnTo>
                      <a:pt x="574002" y="1382346"/>
                    </a:lnTo>
                    <a:lnTo>
                      <a:pt x="618924" y="1389440"/>
                    </a:lnTo>
                    <a:lnTo>
                      <a:pt x="664145" y="1393696"/>
                    </a:lnTo>
                    <a:lnTo>
                      <a:pt x="709515" y="1395115"/>
                    </a:lnTo>
                    <a:lnTo>
                      <a:pt x="754885" y="1393696"/>
                    </a:lnTo>
                    <a:lnTo>
                      <a:pt x="800105" y="1389440"/>
                    </a:lnTo>
                    <a:lnTo>
                      <a:pt x="845027" y="1382346"/>
                    </a:lnTo>
                    <a:lnTo>
                      <a:pt x="889501" y="1372414"/>
                    </a:lnTo>
                    <a:lnTo>
                      <a:pt x="933376" y="1359645"/>
                    </a:lnTo>
                    <a:lnTo>
                      <a:pt x="976505" y="1344037"/>
                    </a:lnTo>
                    <a:lnTo>
                      <a:pt x="1018737" y="1325593"/>
                    </a:lnTo>
                    <a:lnTo>
                      <a:pt x="1059923" y="1304310"/>
                    </a:lnTo>
                    <a:lnTo>
                      <a:pt x="1099913" y="1280190"/>
                    </a:lnTo>
                    <a:lnTo>
                      <a:pt x="1138558" y="1253233"/>
                    </a:lnTo>
                    <a:lnTo>
                      <a:pt x="1175709" y="1223437"/>
                    </a:lnTo>
                    <a:lnTo>
                      <a:pt x="1211217" y="1190804"/>
                    </a:lnTo>
                    <a:lnTo>
                      <a:pt x="1244409" y="1155896"/>
                    </a:lnTo>
                    <a:lnTo>
                      <a:pt x="1274715" y="1119371"/>
                    </a:lnTo>
                    <a:lnTo>
                      <a:pt x="1302135" y="1081376"/>
                    </a:lnTo>
                    <a:lnTo>
                      <a:pt x="1326668" y="1042060"/>
                    </a:lnTo>
                    <a:lnTo>
                      <a:pt x="1348316" y="1001568"/>
                    </a:lnTo>
                    <a:lnTo>
                      <a:pt x="1367077" y="960048"/>
                    </a:lnTo>
                    <a:lnTo>
                      <a:pt x="1382951" y="917646"/>
                    </a:lnTo>
                    <a:lnTo>
                      <a:pt x="1395939" y="874510"/>
                    </a:lnTo>
                    <a:lnTo>
                      <a:pt x="1406042" y="830786"/>
                    </a:lnTo>
                    <a:lnTo>
                      <a:pt x="1413257" y="786621"/>
                    </a:lnTo>
                    <a:lnTo>
                      <a:pt x="1417587" y="742163"/>
                    </a:lnTo>
                    <a:lnTo>
                      <a:pt x="1419030" y="697557"/>
                    </a:lnTo>
                    <a:lnTo>
                      <a:pt x="1417587" y="652952"/>
                    </a:lnTo>
                    <a:lnTo>
                      <a:pt x="1413257" y="608493"/>
                    </a:lnTo>
                    <a:lnTo>
                      <a:pt x="1406042" y="564329"/>
                    </a:lnTo>
                    <a:lnTo>
                      <a:pt x="1395939" y="520605"/>
                    </a:lnTo>
                    <a:lnTo>
                      <a:pt x="1382951" y="477468"/>
                    </a:lnTo>
                    <a:lnTo>
                      <a:pt x="1367077" y="435067"/>
                    </a:lnTo>
                    <a:lnTo>
                      <a:pt x="1348316" y="393546"/>
                    </a:lnTo>
                    <a:lnTo>
                      <a:pt x="1326668" y="353055"/>
                    </a:lnTo>
                    <a:lnTo>
                      <a:pt x="1302135" y="313738"/>
                    </a:lnTo>
                    <a:lnTo>
                      <a:pt x="1274715" y="275744"/>
                    </a:lnTo>
                    <a:lnTo>
                      <a:pt x="1244409" y="239219"/>
                    </a:lnTo>
                    <a:lnTo>
                      <a:pt x="1211217" y="204310"/>
                    </a:lnTo>
                    <a:lnTo>
                      <a:pt x="1175709" y="171677"/>
                    </a:lnTo>
                    <a:lnTo>
                      <a:pt x="1138558" y="141882"/>
                    </a:lnTo>
                    <a:lnTo>
                      <a:pt x="1099913" y="114924"/>
                    </a:lnTo>
                    <a:lnTo>
                      <a:pt x="1059923" y="90804"/>
                    </a:lnTo>
                    <a:lnTo>
                      <a:pt x="1018737" y="69522"/>
                    </a:lnTo>
                    <a:lnTo>
                      <a:pt x="976505" y="51077"/>
                    </a:lnTo>
                    <a:lnTo>
                      <a:pt x="933376" y="35470"/>
                    </a:lnTo>
                    <a:lnTo>
                      <a:pt x="889501" y="22701"/>
                    </a:lnTo>
                    <a:lnTo>
                      <a:pt x="845027" y="12769"/>
                    </a:lnTo>
                    <a:lnTo>
                      <a:pt x="800105" y="5675"/>
                    </a:lnTo>
                    <a:lnTo>
                      <a:pt x="754885" y="1418"/>
                    </a:lnTo>
                    <a:lnTo>
                      <a:pt x="709515" y="0"/>
                    </a:lnTo>
                    <a:close/>
                  </a:path>
                </a:pathLst>
              </a:custGeom>
              <a:solidFill>
                <a:srgbClr val="D6D6D6"/>
              </a:solidFill>
            </p:spPr>
            <p:txBody>
              <a:bodyPr wrap="square" lIns="0" tIns="0" rIns="0" bIns="0" rtlCol="0"/>
              <a:lstStyle/>
              <a:p>
                <a:endParaRPr sz="3804"/>
              </a:p>
            </p:txBody>
          </p:sp>
          <p:sp>
            <p:nvSpPr>
              <p:cNvPr id="30" name="object 9">
                <a:extLst>
                  <a:ext uri="{FF2B5EF4-FFF2-40B4-BE49-F238E27FC236}">
                    <a16:creationId xmlns:a16="http://schemas.microsoft.com/office/drawing/2014/main" id="{6378A65F-5FBA-08C9-605C-5FF43FA4F002}"/>
                  </a:ext>
                </a:extLst>
              </p:cNvPr>
              <p:cNvSpPr/>
              <p:nvPr/>
            </p:nvSpPr>
            <p:spPr>
              <a:xfrm>
                <a:off x="2530765" y="399339"/>
                <a:ext cx="1419225" cy="1395730"/>
              </a:xfrm>
              <a:custGeom>
                <a:avLst/>
                <a:gdLst/>
                <a:ahLst/>
                <a:cxnLst/>
                <a:rect l="l" t="t" r="r" b="b"/>
                <a:pathLst>
                  <a:path w="1419225" h="1395730">
                    <a:moveTo>
                      <a:pt x="1211217" y="1190804"/>
                    </a:moveTo>
                    <a:lnTo>
                      <a:pt x="1244409" y="1155896"/>
                    </a:lnTo>
                    <a:lnTo>
                      <a:pt x="1274715" y="1119371"/>
                    </a:lnTo>
                    <a:lnTo>
                      <a:pt x="1302135" y="1081376"/>
                    </a:lnTo>
                    <a:lnTo>
                      <a:pt x="1326668" y="1042060"/>
                    </a:lnTo>
                    <a:lnTo>
                      <a:pt x="1348316" y="1001568"/>
                    </a:lnTo>
                    <a:lnTo>
                      <a:pt x="1367077" y="960048"/>
                    </a:lnTo>
                    <a:lnTo>
                      <a:pt x="1382951" y="917646"/>
                    </a:lnTo>
                    <a:lnTo>
                      <a:pt x="1395939" y="874510"/>
                    </a:lnTo>
                    <a:lnTo>
                      <a:pt x="1406042" y="830786"/>
                    </a:lnTo>
                    <a:lnTo>
                      <a:pt x="1413257" y="786621"/>
                    </a:lnTo>
                    <a:lnTo>
                      <a:pt x="1417587" y="742163"/>
                    </a:lnTo>
                    <a:lnTo>
                      <a:pt x="1419030" y="697557"/>
                    </a:lnTo>
                    <a:lnTo>
                      <a:pt x="1417587" y="652952"/>
                    </a:lnTo>
                    <a:lnTo>
                      <a:pt x="1413257" y="608493"/>
                    </a:lnTo>
                    <a:lnTo>
                      <a:pt x="1406042" y="564329"/>
                    </a:lnTo>
                    <a:lnTo>
                      <a:pt x="1395939" y="520605"/>
                    </a:lnTo>
                    <a:lnTo>
                      <a:pt x="1382951" y="477468"/>
                    </a:lnTo>
                    <a:lnTo>
                      <a:pt x="1367077" y="435067"/>
                    </a:lnTo>
                    <a:lnTo>
                      <a:pt x="1348316" y="393546"/>
                    </a:lnTo>
                    <a:lnTo>
                      <a:pt x="1326668" y="353055"/>
                    </a:lnTo>
                    <a:lnTo>
                      <a:pt x="1302135" y="313738"/>
                    </a:lnTo>
                    <a:lnTo>
                      <a:pt x="1274715" y="275744"/>
                    </a:lnTo>
                    <a:lnTo>
                      <a:pt x="1244409" y="239219"/>
                    </a:lnTo>
                    <a:lnTo>
                      <a:pt x="1211217" y="204310"/>
                    </a:lnTo>
                    <a:lnTo>
                      <a:pt x="1175709" y="171677"/>
                    </a:lnTo>
                    <a:lnTo>
                      <a:pt x="1138558" y="141882"/>
                    </a:lnTo>
                    <a:lnTo>
                      <a:pt x="1099913" y="114924"/>
                    </a:lnTo>
                    <a:lnTo>
                      <a:pt x="1059923" y="90804"/>
                    </a:lnTo>
                    <a:lnTo>
                      <a:pt x="1018737" y="69522"/>
                    </a:lnTo>
                    <a:lnTo>
                      <a:pt x="976505" y="51077"/>
                    </a:lnTo>
                    <a:lnTo>
                      <a:pt x="933376" y="35470"/>
                    </a:lnTo>
                    <a:lnTo>
                      <a:pt x="889501" y="22701"/>
                    </a:lnTo>
                    <a:lnTo>
                      <a:pt x="845027" y="12769"/>
                    </a:lnTo>
                    <a:lnTo>
                      <a:pt x="800105" y="5675"/>
                    </a:lnTo>
                    <a:lnTo>
                      <a:pt x="754885" y="1418"/>
                    </a:lnTo>
                    <a:lnTo>
                      <a:pt x="709515" y="0"/>
                    </a:lnTo>
                    <a:lnTo>
                      <a:pt x="664145" y="1418"/>
                    </a:lnTo>
                    <a:lnTo>
                      <a:pt x="618924" y="5675"/>
                    </a:lnTo>
                    <a:lnTo>
                      <a:pt x="574002" y="12769"/>
                    </a:lnTo>
                    <a:lnTo>
                      <a:pt x="529529" y="22701"/>
                    </a:lnTo>
                    <a:lnTo>
                      <a:pt x="485653" y="35470"/>
                    </a:lnTo>
                    <a:lnTo>
                      <a:pt x="442524" y="51077"/>
                    </a:lnTo>
                    <a:lnTo>
                      <a:pt x="400293" y="69522"/>
                    </a:lnTo>
                    <a:lnTo>
                      <a:pt x="359107" y="90804"/>
                    </a:lnTo>
                    <a:lnTo>
                      <a:pt x="319116" y="114924"/>
                    </a:lnTo>
                    <a:lnTo>
                      <a:pt x="280471" y="141882"/>
                    </a:lnTo>
                    <a:lnTo>
                      <a:pt x="243320" y="171677"/>
                    </a:lnTo>
                    <a:lnTo>
                      <a:pt x="207813" y="204310"/>
                    </a:lnTo>
                    <a:lnTo>
                      <a:pt x="174620" y="239219"/>
                    </a:lnTo>
                    <a:lnTo>
                      <a:pt x="144314" y="275744"/>
                    </a:lnTo>
                    <a:lnTo>
                      <a:pt x="116894" y="313738"/>
                    </a:lnTo>
                    <a:lnTo>
                      <a:pt x="92361" y="353055"/>
                    </a:lnTo>
                    <a:lnTo>
                      <a:pt x="70714" y="393546"/>
                    </a:lnTo>
                    <a:lnTo>
                      <a:pt x="51953" y="435067"/>
                    </a:lnTo>
                    <a:lnTo>
                      <a:pt x="36078" y="477468"/>
                    </a:lnTo>
                    <a:lnTo>
                      <a:pt x="23090" y="520605"/>
                    </a:lnTo>
                    <a:lnTo>
                      <a:pt x="12988" y="564329"/>
                    </a:lnTo>
                    <a:lnTo>
                      <a:pt x="5772" y="608493"/>
                    </a:lnTo>
                    <a:lnTo>
                      <a:pt x="1443" y="652952"/>
                    </a:lnTo>
                    <a:lnTo>
                      <a:pt x="0" y="697557"/>
                    </a:lnTo>
                    <a:lnTo>
                      <a:pt x="1443" y="742163"/>
                    </a:lnTo>
                    <a:lnTo>
                      <a:pt x="5772" y="786621"/>
                    </a:lnTo>
                    <a:lnTo>
                      <a:pt x="12988" y="830786"/>
                    </a:lnTo>
                    <a:lnTo>
                      <a:pt x="23090" y="874510"/>
                    </a:lnTo>
                    <a:lnTo>
                      <a:pt x="36078" y="917646"/>
                    </a:lnTo>
                    <a:lnTo>
                      <a:pt x="51953" y="960048"/>
                    </a:lnTo>
                    <a:lnTo>
                      <a:pt x="70714" y="1001568"/>
                    </a:lnTo>
                    <a:lnTo>
                      <a:pt x="92361" y="1042060"/>
                    </a:lnTo>
                    <a:lnTo>
                      <a:pt x="116894" y="1081376"/>
                    </a:lnTo>
                    <a:lnTo>
                      <a:pt x="144314" y="1119371"/>
                    </a:lnTo>
                    <a:lnTo>
                      <a:pt x="174620" y="1155896"/>
                    </a:lnTo>
                    <a:lnTo>
                      <a:pt x="207813" y="1190804"/>
                    </a:lnTo>
                    <a:lnTo>
                      <a:pt x="243320" y="1223437"/>
                    </a:lnTo>
                    <a:lnTo>
                      <a:pt x="280471" y="1253233"/>
                    </a:lnTo>
                    <a:lnTo>
                      <a:pt x="319116" y="1280190"/>
                    </a:lnTo>
                    <a:lnTo>
                      <a:pt x="359107" y="1304310"/>
                    </a:lnTo>
                    <a:lnTo>
                      <a:pt x="400293" y="1325593"/>
                    </a:lnTo>
                    <a:lnTo>
                      <a:pt x="442524" y="1344037"/>
                    </a:lnTo>
                    <a:lnTo>
                      <a:pt x="485653" y="1359645"/>
                    </a:lnTo>
                    <a:lnTo>
                      <a:pt x="529529" y="1372414"/>
                    </a:lnTo>
                    <a:lnTo>
                      <a:pt x="574002" y="1382346"/>
                    </a:lnTo>
                    <a:lnTo>
                      <a:pt x="618924" y="1389440"/>
                    </a:lnTo>
                    <a:lnTo>
                      <a:pt x="664145" y="1393696"/>
                    </a:lnTo>
                    <a:lnTo>
                      <a:pt x="709515" y="1395115"/>
                    </a:lnTo>
                    <a:lnTo>
                      <a:pt x="754885" y="1393696"/>
                    </a:lnTo>
                    <a:lnTo>
                      <a:pt x="800105" y="1389440"/>
                    </a:lnTo>
                    <a:lnTo>
                      <a:pt x="845027" y="1382346"/>
                    </a:lnTo>
                    <a:lnTo>
                      <a:pt x="889501" y="1372414"/>
                    </a:lnTo>
                    <a:lnTo>
                      <a:pt x="933376" y="1359645"/>
                    </a:lnTo>
                    <a:lnTo>
                      <a:pt x="976505" y="1344037"/>
                    </a:lnTo>
                    <a:lnTo>
                      <a:pt x="1018737" y="1325593"/>
                    </a:lnTo>
                    <a:lnTo>
                      <a:pt x="1059923" y="1304310"/>
                    </a:lnTo>
                    <a:lnTo>
                      <a:pt x="1099913" y="1280190"/>
                    </a:lnTo>
                    <a:lnTo>
                      <a:pt x="1138558" y="1253233"/>
                    </a:lnTo>
                    <a:lnTo>
                      <a:pt x="1175709" y="1223437"/>
                    </a:lnTo>
                    <a:lnTo>
                      <a:pt x="1211217" y="1190804"/>
                    </a:lnTo>
                  </a:path>
                </a:pathLst>
              </a:custGeom>
              <a:ln w="13154">
                <a:solidFill>
                  <a:srgbClr val="9A9A9A"/>
                </a:solidFill>
              </a:ln>
            </p:spPr>
            <p:txBody>
              <a:bodyPr wrap="square" lIns="0" tIns="0" rIns="0" bIns="0" rtlCol="0"/>
              <a:lstStyle/>
              <a:p>
                <a:endParaRPr sz="3804"/>
              </a:p>
            </p:txBody>
          </p:sp>
          <p:sp>
            <p:nvSpPr>
              <p:cNvPr id="31" name="object 10">
                <a:extLst>
                  <a:ext uri="{FF2B5EF4-FFF2-40B4-BE49-F238E27FC236}">
                    <a16:creationId xmlns:a16="http://schemas.microsoft.com/office/drawing/2014/main" id="{56A600DE-BE27-F882-2789-9BCA36CBC7B1}"/>
                  </a:ext>
                </a:extLst>
              </p:cNvPr>
              <p:cNvSpPr/>
              <p:nvPr/>
            </p:nvSpPr>
            <p:spPr>
              <a:xfrm>
                <a:off x="1761233" y="399339"/>
                <a:ext cx="1419225" cy="1395730"/>
              </a:xfrm>
              <a:custGeom>
                <a:avLst/>
                <a:gdLst/>
                <a:ahLst/>
                <a:cxnLst/>
                <a:rect l="l" t="t" r="r" b="b"/>
                <a:pathLst>
                  <a:path w="1419225" h="1395730">
                    <a:moveTo>
                      <a:pt x="709515" y="0"/>
                    </a:moveTo>
                    <a:lnTo>
                      <a:pt x="664145" y="1418"/>
                    </a:lnTo>
                    <a:lnTo>
                      <a:pt x="618924" y="5675"/>
                    </a:lnTo>
                    <a:lnTo>
                      <a:pt x="574002" y="12769"/>
                    </a:lnTo>
                    <a:lnTo>
                      <a:pt x="529529" y="22701"/>
                    </a:lnTo>
                    <a:lnTo>
                      <a:pt x="485653" y="35470"/>
                    </a:lnTo>
                    <a:lnTo>
                      <a:pt x="442524" y="51077"/>
                    </a:lnTo>
                    <a:lnTo>
                      <a:pt x="400293" y="69522"/>
                    </a:lnTo>
                    <a:lnTo>
                      <a:pt x="359107" y="90804"/>
                    </a:lnTo>
                    <a:lnTo>
                      <a:pt x="319116" y="114924"/>
                    </a:lnTo>
                    <a:lnTo>
                      <a:pt x="280471" y="141882"/>
                    </a:lnTo>
                    <a:lnTo>
                      <a:pt x="243320" y="171677"/>
                    </a:lnTo>
                    <a:lnTo>
                      <a:pt x="207813" y="204310"/>
                    </a:lnTo>
                    <a:lnTo>
                      <a:pt x="174620" y="239219"/>
                    </a:lnTo>
                    <a:lnTo>
                      <a:pt x="144314" y="275744"/>
                    </a:lnTo>
                    <a:lnTo>
                      <a:pt x="116894" y="313738"/>
                    </a:lnTo>
                    <a:lnTo>
                      <a:pt x="92361" y="353055"/>
                    </a:lnTo>
                    <a:lnTo>
                      <a:pt x="70714" y="393546"/>
                    </a:lnTo>
                    <a:lnTo>
                      <a:pt x="51953" y="435067"/>
                    </a:lnTo>
                    <a:lnTo>
                      <a:pt x="36078" y="477468"/>
                    </a:lnTo>
                    <a:lnTo>
                      <a:pt x="23090" y="520605"/>
                    </a:lnTo>
                    <a:lnTo>
                      <a:pt x="12988" y="564329"/>
                    </a:lnTo>
                    <a:lnTo>
                      <a:pt x="5772" y="608493"/>
                    </a:lnTo>
                    <a:lnTo>
                      <a:pt x="1443" y="652952"/>
                    </a:lnTo>
                    <a:lnTo>
                      <a:pt x="0" y="697557"/>
                    </a:lnTo>
                    <a:lnTo>
                      <a:pt x="1443" y="742163"/>
                    </a:lnTo>
                    <a:lnTo>
                      <a:pt x="5772" y="786621"/>
                    </a:lnTo>
                    <a:lnTo>
                      <a:pt x="12988" y="830786"/>
                    </a:lnTo>
                    <a:lnTo>
                      <a:pt x="23090" y="874510"/>
                    </a:lnTo>
                    <a:lnTo>
                      <a:pt x="36078" y="917646"/>
                    </a:lnTo>
                    <a:lnTo>
                      <a:pt x="51953" y="960048"/>
                    </a:lnTo>
                    <a:lnTo>
                      <a:pt x="70714" y="1001568"/>
                    </a:lnTo>
                    <a:lnTo>
                      <a:pt x="92361" y="1042060"/>
                    </a:lnTo>
                    <a:lnTo>
                      <a:pt x="116894" y="1081376"/>
                    </a:lnTo>
                    <a:lnTo>
                      <a:pt x="144314" y="1119371"/>
                    </a:lnTo>
                    <a:lnTo>
                      <a:pt x="174620" y="1155896"/>
                    </a:lnTo>
                    <a:lnTo>
                      <a:pt x="207813" y="1190804"/>
                    </a:lnTo>
                    <a:lnTo>
                      <a:pt x="243320" y="1223437"/>
                    </a:lnTo>
                    <a:lnTo>
                      <a:pt x="280471" y="1253233"/>
                    </a:lnTo>
                    <a:lnTo>
                      <a:pt x="319116" y="1280190"/>
                    </a:lnTo>
                    <a:lnTo>
                      <a:pt x="359107" y="1304310"/>
                    </a:lnTo>
                    <a:lnTo>
                      <a:pt x="400293" y="1325593"/>
                    </a:lnTo>
                    <a:lnTo>
                      <a:pt x="442524" y="1344037"/>
                    </a:lnTo>
                    <a:lnTo>
                      <a:pt x="485653" y="1359645"/>
                    </a:lnTo>
                    <a:lnTo>
                      <a:pt x="529529" y="1372414"/>
                    </a:lnTo>
                    <a:lnTo>
                      <a:pt x="574002" y="1382346"/>
                    </a:lnTo>
                    <a:lnTo>
                      <a:pt x="618924" y="1389440"/>
                    </a:lnTo>
                    <a:lnTo>
                      <a:pt x="664145" y="1393696"/>
                    </a:lnTo>
                    <a:lnTo>
                      <a:pt x="709515" y="1395115"/>
                    </a:lnTo>
                    <a:lnTo>
                      <a:pt x="754885" y="1393696"/>
                    </a:lnTo>
                    <a:lnTo>
                      <a:pt x="800105" y="1389440"/>
                    </a:lnTo>
                    <a:lnTo>
                      <a:pt x="845027" y="1382346"/>
                    </a:lnTo>
                    <a:lnTo>
                      <a:pt x="889501" y="1372414"/>
                    </a:lnTo>
                    <a:lnTo>
                      <a:pt x="933376" y="1359645"/>
                    </a:lnTo>
                    <a:lnTo>
                      <a:pt x="976505" y="1344037"/>
                    </a:lnTo>
                    <a:lnTo>
                      <a:pt x="1018737" y="1325593"/>
                    </a:lnTo>
                    <a:lnTo>
                      <a:pt x="1059923" y="1304310"/>
                    </a:lnTo>
                    <a:lnTo>
                      <a:pt x="1099913" y="1280190"/>
                    </a:lnTo>
                    <a:lnTo>
                      <a:pt x="1138558" y="1253233"/>
                    </a:lnTo>
                    <a:lnTo>
                      <a:pt x="1175709" y="1223437"/>
                    </a:lnTo>
                    <a:lnTo>
                      <a:pt x="1211217" y="1190804"/>
                    </a:lnTo>
                    <a:lnTo>
                      <a:pt x="1244409" y="1155896"/>
                    </a:lnTo>
                    <a:lnTo>
                      <a:pt x="1274715" y="1119371"/>
                    </a:lnTo>
                    <a:lnTo>
                      <a:pt x="1302135" y="1081376"/>
                    </a:lnTo>
                    <a:lnTo>
                      <a:pt x="1326668" y="1042060"/>
                    </a:lnTo>
                    <a:lnTo>
                      <a:pt x="1348316" y="1001568"/>
                    </a:lnTo>
                    <a:lnTo>
                      <a:pt x="1367077" y="960048"/>
                    </a:lnTo>
                    <a:lnTo>
                      <a:pt x="1382951" y="917646"/>
                    </a:lnTo>
                    <a:lnTo>
                      <a:pt x="1395939" y="874510"/>
                    </a:lnTo>
                    <a:lnTo>
                      <a:pt x="1406042" y="830786"/>
                    </a:lnTo>
                    <a:lnTo>
                      <a:pt x="1413257" y="786621"/>
                    </a:lnTo>
                    <a:lnTo>
                      <a:pt x="1417587" y="742163"/>
                    </a:lnTo>
                    <a:lnTo>
                      <a:pt x="1419030" y="697557"/>
                    </a:lnTo>
                    <a:lnTo>
                      <a:pt x="1417587" y="652952"/>
                    </a:lnTo>
                    <a:lnTo>
                      <a:pt x="1413257" y="608493"/>
                    </a:lnTo>
                    <a:lnTo>
                      <a:pt x="1406042" y="564329"/>
                    </a:lnTo>
                    <a:lnTo>
                      <a:pt x="1395939" y="520605"/>
                    </a:lnTo>
                    <a:lnTo>
                      <a:pt x="1382951" y="477468"/>
                    </a:lnTo>
                    <a:lnTo>
                      <a:pt x="1367077" y="435067"/>
                    </a:lnTo>
                    <a:lnTo>
                      <a:pt x="1348316" y="393546"/>
                    </a:lnTo>
                    <a:lnTo>
                      <a:pt x="1326668" y="353055"/>
                    </a:lnTo>
                    <a:lnTo>
                      <a:pt x="1302135" y="313738"/>
                    </a:lnTo>
                    <a:lnTo>
                      <a:pt x="1274715" y="275744"/>
                    </a:lnTo>
                    <a:lnTo>
                      <a:pt x="1244409" y="239219"/>
                    </a:lnTo>
                    <a:lnTo>
                      <a:pt x="1211217" y="204310"/>
                    </a:lnTo>
                    <a:lnTo>
                      <a:pt x="1175709" y="171677"/>
                    </a:lnTo>
                    <a:lnTo>
                      <a:pt x="1138558" y="141882"/>
                    </a:lnTo>
                    <a:lnTo>
                      <a:pt x="1099913" y="114924"/>
                    </a:lnTo>
                    <a:lnTo>
                      <a:pt x="1059923" y="90804"/>
                    </a:lnTo>
                    <a:lnTo>
                      <a:pt x="1018737" y="69522"/>
                    </a:lnTo>
                    <a:lnTo>
                      <a:pt x="976505" y="51077"/>
                    </a:lnTo>
                    <a:lnTo>
                      <a:pt x="933376" y="35470"/>
                    </a:lnTo>
                    <a:lnTo>
                      <a:pt x="889501" y="22701"/>
                    </a:lnTo>
                    <a:lnTo>
                      <a:pt x="845027" y="12769"/>
                    </a:lnTo>
                    <a:lnTo>
                      <a:pt x="800105" y="5675"/>
                    </a:lnTo>
                    <a:lnTo>
                      <a:pt x="754885" y="1418"/>
                    </a:lnTo>
                    <a:lnTo>
                      <a:pt x="709515" y="0"/>
                    </a:lnTo>
                    <a:close/>
                  </a:path>
                </a:pathLst>
              </a:custGeom>
              <a:solidFill>
                <a:srgbClr val="D6D6D6"/>
              </a:solidFill>
            </p:spPr>
            <p:txBody>
              <a:bodyPr wrap="square" lIns="0" tIns="0" rIns="0" bIns="0" rtlCol="0"/>
              <a:lstStyle/>
              <a:p>
                <a:endParaRPr sz="3804"/>
              </a:p>
            </p:txBody>
          </p:sp>
          <p:sp>
            <p:nvSpPr>
              <p:cNvPr id="32" name="object 11">
                <a:extLst>
                  <a:ext uri="{FF2B5EF4-FFF2-40B4-BE49-F238E27FC236}">
                    <a16:creationId xmlns:a16="http://schemas.microsoft.com/office/drawing/2014/main" id="{745F931E-B627-99AC-D66F-4BFAB89AEC5D}"/>
                  </a:ext>
                </a:extLst>
              </p:cNvPr>
              <p:cNvSpPr/>
              <p:nvPr/>
            </p:nvSpPr>
            <p:spPr>
              <a:xfrm>
                <a:off x="1761233" y="399339"/>
                <a:ext cx="1419225" cy="1395730"/>
              </a:xfrm>
              <a:custGeom>
                <a:avLst/>
                <a:gdLst/>
                <a:ahLst/>
                <a:cxnLst/>
                <a:rect l="l" t="t" r="r" b="b"/>
                <a:pathLst>
                  <a:path w="1419225" h="1395730">
                    <a:moveTo>
                      <a:pt x="1211217" y="1190804"/>
                    </a:moveTo>
                    <a:lnTo>
                      <a:pt x="1244409" y="1155896"/>
                    </a:lnTo>
                    <a:lnTo>
                      <a:pt x="1274715" y="1119371"/>
                    </a:lnTo>
                    <a:lnTo>
                      <a:pt x="1302135" y="1081376"/>
                    </a:lnTo>
                    <a:lnTo>
                      <a:pt x="1326668" y="1042060"/>
                    </a:lnTo>
                    <a:lnTo>
                      <a:pt x="1348316" y="1001568"/>
                    </a:lnTo>
                    <a:lnTo>
                      <a:pt x="1367077" y="960048"/>
                    </a:lnTo>
                    <a:lnTo>
                      <a:pt x="1382951" y="917646"/>
                    </a:lnTo>
                    <a:lnTo>
                      <a:pt x="1395939" y="874510"/>
                    </a:lnTo>
                    <a:lnTo>
                      <a:pt x="1406042" y="830786"/>
                    </a:lnTo>
                    <a:lnTo>
                      <a:pt x="1413257" y="786621"/>
                    </a:lnTo>
                    <a:lnTo>
                      <a:pt x="1417587" y="742163"/>
                    </a:lnTo>
                    <a:lnTo>
                      <a:pt x="1419030" y="697557"/>
                    </a:lnTo>
                    <a:lnTo>
                      <a:pt x="1417587" y="652952"/>
                    </a:lnTo>
                    <a:lnTo>
                      <a:pt x="1413257" y="608493"/>
                    </a:lnTo>
                    <a:lnTo>
                      <a:pt x="1406042" y="564329"/>
                    </a:lnTo>
                    <a:lnTo>
                      <a:pt x="1395939" y="520605"/>
                    </a:lnTo>
                    <a:lnTo>
                      <a:pt x="1382951" y="477468"/>
                    </a:lnTo>
                    <a:lnTo>
                      <a:pt x="1367077" y="435067"/>
                    </a:lnTo>
                    <a:lnTo>
                      <a:pt x="1348316" y="393546"/>
                    </a:lnTo>
                    <a:lnTo>
                      <a:pt x="1326668" y="353055"/>
                    </a:lnTo>
                    <a:lnTo>
                      <a:pt x="1302135" y="313738"/>
                    </a:lnTo>
                    <a:lnTo>
                      <a:pt x="1274715" y="275744"/>
                    </a:lnTo>
                    <a:lnTo>
                      <a:pt x="1244409" y="239219"/>
                    </a:lnTo>
                    <a:lnTo>
                      <a:pt x="1211217" y="204310"/>
                    </a:lnTo>
                    <a:lnTo>
                      <a:pt x="1175709" y="171677"/>
                    </a:lnTo>
                    <a:lnTo>
                      <a:pt x="1138558" y="141882"/>
                    </a:lnTo>
                    <a:lnTo>
                      <a:pt x="1099913" y="114924"/>
                    </a:lnTo>
                    <a:lnTo>
                      <a:pt x="1059923" y="90804"/>
                    </a:lnTo>
                    <a:lnTo>
                      <a:pt x="1018737" y="69522"/>
                    </a:lnTo>
                    <a:lnTo>
                      <a:pt x="976505" y="51077"/>
                    </a:lnTo>
                    <a:lnTo>
                      <a:pt x="933376" y="35470"/>
                    </a:lnTo>
                    <a:lnTo>
                      <a:pt x="889501" y="22701"/>
                    </a:lnTo>
                    <a:lnTo>
                      <a:pt x="845027" y="12769"/>
                    </a:lnTo>
                    <a:lnTo>
                      <a:pt x="800105" y="5675"/>
                    </a:lnTo>
                    <a:lnTo>
                      <a:pt x="754885" y="1418"/>
                    </a:lnTo>
                    <a:lnTo>
                      <a:pt x="709515" y="0"/>
                    </a:lnTo>
                    <a:lnTo>
                      <a:pt x="664145" y="1418"/>
                    </a:lnTo>
                    <a:lnTo>
                      <a:pt x="618924" y="5675"/>
                    </a:lnTo>
                    <a:lnTo>
                      <a:pt x="574002" y="12769"/>
                    </a:lnTo>
                    <a:lnTo>
                      <a:pt x="529529" y="22701"/>
                    </a:lnTo>
                    <a:lnTo>
                      <a:pt x="485653" y="35470"/>
                    </a:lnTo>
                    <a:lnTo>
                      <a:pt x="442524" y="51077"/>
                    </a:lnTo>
                    <a:lnTo>
                      <a:pt x="400293" y="69522"/>
                    </a:lnTo>
                    <a:lnTo>
                      <a:pt x="359107" y="90804"/>
                    </a:lnTo>
                    <a:lnTo>
                      <a:pt x="319116" y="114924"/>
                    </a:lnTo>
                    <a:lnTo>
                      <a:pt x="280471" y="141882"/>
                    </a:lnTo>
                    <a:lnTo>
                      <a:pt x="243320" y="171677"/>
                    </a:lnTo>
                    <a:lnTo>
                      <a:pt x="207813" y="204310"/>
                    </a:lnTo>
                    <a:lnTo>
                      <a:pt x="174620" y="239219"/>
                    </a:lnTo>
                    <a:lnTo>
                      <a:pt x="144314" y="275744"/>
                    </a:lnTo>
                    <a:lnTo>
                      <a:pt x="116894" y="313738"/>
                    </a:lnTo>
                    <a:lnTo>
                      <a:pt x="92361" y="353055"/>
                    </a:lnTo>
                    <a:lnTo>
                      <a:pt x="70714" y="393546"/>
                    </a:lnTo>
                    <a:lnTo>
                      <a:pt x="51953" y="435067"/>
                    </a:lnTo>
                    <a:lnTo>
                      <a:pt x="36078" y="477468"/>
                    </a:lnTo>
                    <a:lnTo>
                      <a:pt x="23090" y="520605"/>
                    </a:lnTo>
                    <a:lnTo>
                      <a:pt x="12988" y="564329"/>
                    </a:lnTo>
                    <a:lnTo>
                      <a:pt x="5772" y="608493"/>
                    </a:lnTo>
                    <a:lnTo>
                      <a:pt x="1443" y="652952"/>
                    </a:lnTo>
                    <a:lnTo>
                      <a:pt x="0" y="697557"/>
                    </a:lnTo>
                    <a:lnTo>
                      <a:pt x="1443" y="742163"/>
                    </a:lnTo>
                    <a:lnTo>
                      <a:pt x="5772" y="786621"/>
                    </a:lnTo>
                    <a:lnTo>
                      <a:pt x="12988" y="830786"/>
                    </a:lnTo>
                    <a:lnTo>
                      <a:pt x="23090" y="874510"/>
                    </a:lnTo>
                    <a:lnTo>
                      <a:pt x="36078" y="917646"/>
                    </a:lnTo>
                    <a:lnTo>
                      <a:pt x="51953" y="960048"/>
                    </a:lnTo>
                    <a:lnTo>
                      <a:pt x="70714" y="1001568"/>
                    </a:lnTo>
                    <a:lnTo>
                      <a:pt x="92361" y="1042060"/>
                    </a:lnTo>
                    <a:lnTo>
                      <a:pt x="116894" y="1081376"/>
                    </a:lnTo>
                    <a:lnTo>
                      <a:pt x="144314" y="1119371"/>
                    </a:lnTo>
                    <a:lnTo>
                      <a:pt x="174620" y="1155896"/>
                    </a:lnTo>
                    <a:lnTo>
                      <a:pt x="207813" y="1190804"/>
                    </a:lnTo>
                    <a:lnTo>
                      <a:pt x="243320" y="1223437"/>
                    </a:lnTo>
                    <a:lnTo>
                      <a:pt x="280471" y="1253233"/>
                    </a:lnTo>
                    <a:lnTo>
                      <a:pt x="319116" y="1280190"/>
                    </a:lnTo>
                    <a:lnTo>
                      <a:pt x="359107" y="1304310"/>
                    </a:lnTo>
                    <a:lnTo>
                      <a:pt x="400293" y="1325593"/>
                    </a:lnTo>
                    <a:lnTo>
                      <a:pt x="442524" y="1344037"/>
                    </a:lnTo>
                    <a:lnTo>
                      <a:pt x="485653" y="1359645"/>
                    </a:lnTo>
                    <a:lnTo>
                      <a:pt x="529529" y="1372414"/>
                    </a:lnTo>
                    <a:lnTo>
                      <a:pt x="574002" y="1382346"/>
                    </a:lnTo>
                    <a:lnTo>
                      <a:pt x="618924" y="1389440"/>
                    </a:lnTo>
                    <a:lnTo>
                      <a:pt x="664145" y="1393696"/>
                    </a:lnTo>
                    <a:lnTo>
                      <a:pt x="709515" y="1395115"/>
                    </a:lnTo>
                    <a:lnTo>
                      <a:pt x="754885" y="1393696"/>
                    </a:lnTo>
                    <a:lnTo>
                      <a:pt x="800105" y="1389440"/>
                    </a:lnTo>
                    <a:lnTo>
                      <a:pt x="845027" y="1382346"/>
                    </a:lnTo>
                    <a:lnTo>
                      <a:pt x="889501" y="1372414"/>
                    </a:lnTo>
                    <a:lnTo>
                      <a:pt x="933376" y="1359645"/>
                    </a:lnTo>
                    <a:lnTo>
                      <a:pt x="976505" y="1344037"/>
                    </a:lnTo>
                    <a:lnTo>
                      <a:pt x="1018737" y="1325593"/>
                    </a:lnTo>
                    <a:lnTo>
                      <a:pt x="1059923" y="1304310"/>
                    </a:lnTo>
                    <a:lnTo>
                      <a:pt x="1099913" y="1280190"/>
                    </a:lnTo>
                    <a:lnTo>
                      <a:pt x="1138558" y="1253233"/>
                    </a:lnTo>
                    <a:lnTo>
                      <a:pt x="1175709" y="1223437"/>
                    </a:lnTo>
                    <a:lnTo>
                      <a:pt x="1211217" y="1190804"/>
                    </a:lnTo>
                  </a:path>
                </a:pathLst>
              </a:custGeom>
              <a:ln w="13154">
                <a:solidFill>
                  <a:srgbClr val="9A9A9A"/>
                </a:solidFill>
              </a:ln>
            </p:spPr>
            <p:txBody>
              <a:bodyPr wrap="square" lIns="0" tIns="0" rIns="0" bIns="0" rtlCol="0"/>
              <a:lstStyle/>
              <a:p>
                <a:endParaRPr sz="3804"/>
              </a:p>
            </p:txBody>
          </p:sp>
          <p:sp>
            <p:nvSpPr>
              <p:cNvPr id="33" name="object 12">
                <a:extLst>
                  <a:ext uri="{FF2B5EF4-FFF2-40B4-BE49-F238E27FC236}">
                    <a16:creationId xmlns:a16="http://schemas.microsoft.com/office/drawing/2014/main" id="{C06572D3-C274-37B1-333D-09A881D7E30A}"/>
                  </a:ext>
                </a:extLst>
              </p:cNvPr>
              <p:cNvSpPr/>
              <p:nvPr/>
            </p:nvSpPr>
            <p:spPr>
              <a:xfrm>
                <a:off x="2530765" y="399339"/>
                <a:ext cx="1419225" cy="1395730"/>
              </a:xfrm>
              <a:custGeom>
                <a:avLst/>
                <a:gdLst/>
                <a:ahLst/>
                <a:cxnLst/>
                <a:rect l="l" t="t" r="r" b="b"/>
                <a:pathLst>
                  <a:path w="1419225" h="1395730">
                    <a:moveTo>
                      <a:pt x="1211217" y="1190804"/>
                    </a:moveTo>
                    <a:lnTo>
                      <a:pt x="1244409" y="1155896"/>
                    </a:lnTo>
                    <a:lnTo>
                      <a:pt x="1274715" y="1119371"/>
                    </a:lnTo>
                    <a:lnTo>
                      <a:pt x="1302135" y="1081376"/>
                    </a:lnTo>
                    <a:lnTo>
                      <a:pt x="1326668" y="1042060"/>
                    </a:lnTo>
                    <a:lnTo>
                      <a:pt x="1348316" y="1001568"/>
                    </a:lnTo>
                    <a:lnTo>
                      <a:pt x="1367077" y="960048"/>
                    </a:lnTo>
                    <a:lnTo>
                      <a:pt x="1382951" y="917646"/>
                    </a:lnTo>
                    <a:lnTo>
                      <a:pt x="1395939" y="874510"/>
                    </a:lnTo>
                    <a:lnTo>
                      <a:pt x="1406042" y="830786"/>
                    </a:lnTo>
                    <a:lnTo>
                      <a:pt x="1413257" y="786621"/>
                    </a:lnTo>
                    <a:lnTo>
                      <a:pt x="1417587" y="742163"/>
                    </a:lnTo>
                    <a:lnTo>
                      <a:pt x="1419030" y="697557"/>
                    </a:lnTo>
                    <a:lnTo>
                      <a:pt x="1417587" y="652952"/>
                    </a:lnTo>
                    <a:lnTo>
                      <a:pt x="1413257" y="608493"/>
                    </a:lnTo>
                    <a:lnTo>
                      <a:pt x="1406042" y="564329"/>
                    </a:lnTo>
                    <a:lnTo>
                      <a:pt x="1395939" y="520605"/>
                    </a:lnTo>
                    <a:lnTo>
                      <a:pt x="1382951" y="477468"/>
                    </a:lnTo>
                    <a:lnTo>
                      <a:pt x="1367077" y="435067"/>
                    </a:lnTo>
                    <a:lnTo>
                      <a:pt x="1348316" y="393546"/>
                    </a:lnTo>
                    <a:lnTo>
                      <a:pt x="1326668" y="353055"/>
                    </a:lnTo>
                    <a:lnTo>
                      <a:pt x="1302135" y="313738"/>
                    </a:lnTo>
                    <a:lnTo>
                      <a:pt x="1274715" y="275744"/>
                    </a:lnTo>
                    <a:lnTo>
                      <a:pt x="1244409" y="239219"/>
                    </a:lnTo>
                    <a:lnTo>
                      <a:pt x="1211217" y="204310"/>
                    </a:lnTo>
                    <a:lnTo>
                      <a:pt x="1175709" y="171677"/>
                    </a:lnTo>
                    <a:lnTo>
                      <a:pt x="1138558" y="141882"/>
                    </a:lnTo>
                    <a:lnTo>
                      <a:pt x="1099913" y="114924"/>
                    </a:lnTo>
                    <a:lnTo>
                      <a:pt x="1059923" y="90804"/>
                    </a:lnTo>
                    <a:lnTo>
                      <a:pt x="1018737" y="69522"/>
                    </a:lnTo>
                    <a:lnTo>
                      <a:pt x="976505" y="51077"/>
                    </a:lnTo>
                    <a:lnTo>
                      <a:pt x="933376" y="35470"/>
                    </a:lnTo>
                    <a:lnTo>
                      <a:pt x="889501" y="22701"/>
                    </a:lnTo>
                    <a:lnTo>
                      <a:pt x="845027" y="12769"/>
                    </a:lnTo>
                    <a:lnTo>
                      <a:pt x="800105" y="5675"/>
                    </a:lnTo>
                    <a:lnTo>
                      <a:pt x="754885" y="1418"/>
                    </a:lnTo>
                    <a:lnTo>
                      <a:pt x="709515" y="0"/>
                    </a:lnTo>
                    <a:lnTo>
                      <a:pt x="664145" y="1418"/>
                    </a:lnTo>
                    <a:lnTo>
                      <a:pt x="618924" y="5675"/>
                    </a:lnTo>
                    <a:lnTo>
                      <a:pt x="574002" y="12769"/>
                    </a:lnTo>
                    <a:lnTo>
                      <a:pt x="529529" y="22701"/>
                    </a:lnTo>
                    <a:lnTo>
                      <a:pt x="485653" y="35470"/>
                    </a:lnTo>
                    <a:lnTo>
                      <a:pt x="442524" y="51077"/>
                    </a:lnTo>
                    <a:lnTo>
                      <a:pt x="400293" y="69522"/>
                    </a:lnTo>
                    <a:lnTo>
                      <a:pt x="359107" y="90804"/>
                    </a:lnTo>
                    <a:lnTo>
                      <a:pt x="319116" y="114924"/>
                    </a:lnTo>
                    <a:lnTo>
                      <a:pt x="280471" y="141882"/>
                    </a:lnTo>
                    <a:lnTo>
                      <a:pt x="243320" y="171677"/>
                    </a:lnTo>
                    <a:lnTo>
                      <a:pt x="207813" y="204310"/>
                    </a:lnTo>
                    <a:lnTo>
                      <a:pt x="174620" y="239219"/>
                    </a:lnTo>
                    <a:lnTo>
                      <a:pt x="144314" y="275744"/>
                    </a:lnTo>
                    <a:lnTo>
                      <a:pt x="116894" y="313738"/>
                    </a:lnTo>
                    <a:lnTo>
                      <a:pt x="92361" y="353055"/>
                    </a:lnTo>
                    <a:lnTo>
                      <a:pt x="70714" y="393546"/>
                    </a:lnTo>
                    <a:lnTo>
                      <a:pt x="51953" y="435067"/>
                    </a:lnTo>
                    <a:lnTo>
                      <a:pt x="36078" y="477468"/>
                    </a:lnTo>
                    <a:lnTo>
                      <a:pt x="23090" y="520605"/>
                    </a:lnTo>
                    <a:lnTo>
                      <a:pt x="12988" y="564329"/>
                    </a:lnTo>
                    <a:lnTo>
                      <a:pt x="5772" y="608493"/>
                    </a:lnTo>
                    <a:lnTo>
                      <a:pt x="1443" y="652952"/>
                    </a:lnTo>
                    <a:lnTo>
                      <a:pt x="0" y="697557"/>
                    </a:lnTo>
                    <a:lnTo>
                      <a:pt x="1443" y="742163"/>
                    </a:lnTo>
                    <a:lnTo>
                      <a:pt x="5772" y="786621"/>
                    </a:lnTo>
                    <a:lnTo>
                      <a:pt x="12988" y="830786"/>
                    </a:lnTo>
                    <a:lnTo>
                      <a:pt x="23090" y="874510"/>
                    </a:lnTo>
                    <a:lnTo>
                      <a:pt x="36078" y="917646"/>
                    </a:lnTo>
                    <a:lnTo>
                      <a:pt x="51953" y="960048"/>
                    </a:lnTo>
                    <a:lnTo>
                      <a:pt x="70714" y="1001568"/>
                    </a:lnTo>
                    <a:lnTo>
                      <a:pt x="92361" y="1042060"/>
                    </a:lnTo>
                    <a:lnTo>
                      <a:pt x="116894" y="1081376"/>
                    </a:lnTo>
                    <a:lnTo>
                      <a:pt x="144314" y="1119371"/>
                    </a:lnTo>
                    <a:lnTo>
                      <a:pt x="174620" y="1155896"/>
                    </a:lnTo>
                    <a:lnTo>
                      <a:pt x="207813" y="1190804"/>
                    </a:lnTo>
                    <a:lnTo>
                      <a:pt x="243320" y="1223437"/>
                    </a:lnTo>
                    <a:lnTo>
                      <a:pt x="280471" y="1253233"/>
                    </a:lnTo>
                    <a:lnTo>
                      <a:pt x="319116" y="1280190"/>
                    </a:lnTo>
                    <a:lnTo>
                      <a:pt x="359107" y="1304310"/>
                    </a:lnTo>
                    <a:lnTo>
                      <a:pt x="400293" y="1325593"/>
                    </a:lnTo>
                    <a:lnTo>
                      <a:pt x="442524" y="1344037"/>
                    </a:lnTo>
                    <a:lnTo>
                      <a:pt x="485653" y="1359645"/>
                    </a:lnTo>
                    <a:lnTo>
                      <a:pt x="529529" y="1372414"/>
                    </a:lnTo>
                    <a:lnTo>
                      <a:pt x="574002" y="1382346"/>
                    </a:lnTo>
                    <a:lnTo>
                      <a:pt x="618924" y="1389440"/>
                    </a:lnTo>
                    <a:lnTo>
                      <a:pt x="664145" y="1393696"/>
                    </a:lnTo>
                    <a:lnTo>
                      <a:pt x="709515" y="1395115"/>
                    </a:lnTo>
                    <a:lnTo>
                      <a:pt x="754885" y="1393696"/>
                    </a:lnTo>
                    <a:lnTo>
                      <a:pt x="800105" y="1389440"/>
                    </a:lnTo>
                    <a:lnTo>
                      <a:pt x="845027" y="1382346"/>
                    </a:lnTo>
                    <a:lnTo>
                      <a:pt x="889501" y="1372414"/>
                    </a:lnTo>
                    <a:lnTo>
                      <a:pt x="933376" y="1359645"/>
                    </a:lnTo>
                    <a:lnTo>
                      <a:pt x="976505" y="1344037"/>
                    </a:lnTo>
                    <a:lnTo>
                      <a:pt x="1018737" y="1325593"/>
                    </a:lnTo>
                    <a:lnTo>
                      <a:pt x="1059923" y="1304310"/>
                    </a:lnTo>
                    <a:lnTo>
                      <a:pt x="1099913" y="1280190"/>
                    </a:lnTo>
                    <a:lnTo>
                      <a:pt x="1138558" y="1253233"/>
                    </a:lnTo>
                    <a:lnTo>
                      <a:pt x="1175709" y="1223437"/>
                    </a:lnTo>
                    <a:lnTo>
                      <a:pt x="1211217" y="1190804"/>
                    </a:lnTo>
                  </a:path>
                </a:pathLst>
              </a:custGeom>
              <a:ln w="13154">
                <a:solidFill>
                  <a:srgbClr val="9A9A9A"/>
                </a:solidFill>
              </a:ln>
            </p:spPr>
            <p:txBody>
              <a:bodyPr wrap="square" lIns="0" tIns="0" rIns="0" bIns="0" rtlCol="0"/>
              <a:lstStyle/>
              <a:p>
                <a:endParaRPr sz="3804"/>
              </a:p>
            </p:txBody>
          </p:sp>
          <p:sp>
            <p:nvSpPr>
              <p:cNvPr id="34" name="object 13">
                <a:extLst>
                  <a:ext uri="{FF2B5EF4-FFF2-40B4-BE49-F238E27FC236}">
                    <a16:creationId xmlns:a16="http://schemas.microsoft.com/office/drawing/2014/main" id="{1634D3B8-D86E-387A-EB56-D90AC14341B2}"/>
                  </a:ext>
                </a:extLst>
              </p:cNvPr>
              <p:cNvSpPr/>
              <p:nvPr/>
            </p:nvSpPr>
            <p:spPr>
              <a:xfrm>
                <a:off x="2149288" y="1050482"/>
                <a:ext cx="1419225" cy="1395730"/>
              </a:xfrm>
              <a:custGeom>
                <a:avLst/>
                <a:gdLst/>
                <a:ahLst/>
                <a:cxnLst/>
                <a:rect l="l" t="t" r="r" b="b"/>
                <a:pathLst>
                  <a:path w="1419225" h="1395730">
                    <a:moveTo>
                      <a:pt x="1211217" y="1190804"/>
                    </a:moveTo>
                    <a:lnTo>
                      <a:pt x="1244409" y="1155896"/>
                    </a:lnTo>
                    <a:lnTo>
                      <a:pt x="1274715" y="1119371"/>
                    </a:lnTo>
                    <a:lnTo>
                      <a:pt x="1302135" y="1081376"/>
                    </a:lnTo>
                    <a:lnTo>
                      <a:pt x="1326668" y="1042060"/>
                    </a:lnTo>
                    <a:lnTo>
                      <a:pt x="1348316" y="1001568"/>
                    </a:lnTo>
                    <a:lnTo>
                      <a:pt x="1367077" y="960048"/>
                    </a:lnTo>
                    <a:lnTo>
                      <a:pt x="1382951" y="917646"/>
                    </a:lnTo>
                    <a:lnTo>
                      <a:pt x="1395939" y="874510"/>
                    </a:lnTo>
                    <a:lnTo>
                      <a:pt x="1406042" y="830786"/>
                    </a:lnTo>
                    <a:lnTo>
                      <a:pt x="1413257" y="786621"/>
                    </a:lnTo>
                    <a:lnTo>
                      <a:pt x="1417587" y="742163"/>
                    </a:lnTo>
                    <a:lnTo>
                      <a:pt x="1419030" y="697557"/>
                    </a:lnTo>
                    <a:lnTo>
                      <a:pt x="1417587" y="652952"/>
                    </a:lnTo>
                    <a:lnTo>
                      <a:pt x="1413257" y="608493"/>
                    </a:lnTo>
                    <a:lnTo>
                      <a:pt x="1406042" y="564329"/>
                    </a:lnTo>
                    <a:lnTo>
                      <a:pt x="1395939" y="520605"/>
                    </a:lnTo>
                    <a:lnTo>
                      <a:pt x="1382951" y="477468"/>
                    </a:lnTo>
                    <a:lnTo>
                      <a:pt x="1367077" y="435067"/>
                    </a:lnTo>
                    <a:lnTo>
                      <a:pt x="1348316" y="393546"/>
                    </a:lnTo>
                    <a:lnTo>
                      <a:pt x="1326668" y="353055"/>
                    </a:lnTo>
                    <a:lnTo>
                      <a:pt x="1302135" y="313738"/>
                    </a:lnTo>
                    <a:lnTo>
                      <a:pt x="1274715" y="275744"/>
                    </a:lnTo>
                    <a:lnTo>
                      <a:pt x="1244409" y="239219"/>
                    </a:lnTo>
                    <a:lnTo>
                      <a:pt x="1211217" y="204310"/>
                    </a:lnTo>
                    <a:lnTo>
                      <a:pt x="1175709" y="171677"/>
                    </a:lnTo>
                    <a:lnTo>
                      <a:pt x="1138558" y="141882"/>
                    </a:lnTo>
                    <a:lnTo>
                      <a:pt x="1099913" y="114924"/>
                    </a:lnTo>
                    <a:lnTo>
                      <a:pt x="1059923" y="90804"/>
                    </a:lnTo>
                    <a:lnTo>
                      <a:pt x="1018737" y="69522"/>
                    </a:lnTo>
                    <a:lnTo>
                      <a:pt x="976505" y="51077"/>
                    </a:lnTo>
                    <a:lnTo>
                      <a:pt x="933376" y="35470"/>
                    </a:lnTo>
                    <a:lnTo>
                      <a:pt x="889501" y="22701"/>
                    </a:lnTo>
                    <a:lnTo>
                      <a:pt x="845027" y="12769"/>
                    </a:lnTo>
                    <a:lnTo>
                      <a:pt x="800105" y="5675"/>
                    </a:lnTo>
                    <a:lnTo>
                      <a:pt x="754885" y="1418"/>
                    </a:lnTo>
                    <a:lnTo>
                      <a:pt x="709515" y="0"/>
                    </a:lnTo>
                    <a:lnTo>
                      <a:pt x="664145" y="1418"/>
                    </a:lnTo>
                    <a:lnTo>
                      <a:pt x="618924" y="5675"/>
                    </a:lnTo>
                    <a:lnTo>
                      <a:pt x="574002" y="12769"/>
                    </a:lnTo>
                    <a:lnTo>
                      <a:pt x="529529" y="22701"/>
                    </a:lnTo>
                    <a:lnTo>
                      <a:pt x="485653" y="35470"/>
                    </a:lnTo>
                    <a:lnTo>
                      <a:pt x="442524" y="51077"/>
                    </a:lnTo>
                    <a:lnTo>
                      <a:pt x="400293" y="69522"/>
                    </a:lnTo>
                    <a:lnTo>
                      <a:pt x="359107" y="90804"/>
                    </a:lnTo>
                    <a:lnTo>
                      <a:pt x="319116" y="114924"/>
                    </a:lnTo>
                    <a:lnTo>
                      <a:pt x="280471" y="141882"/>
                    </a:lnTo>
                    <a:lnTo>
                      <a:pt x="243320" y="171677"/>
                    </a:lnTo>
                    <a:lnTo>
                      <a:pt x="207813" y="204310"/>
                    </a:lnTo>
                    <a:lnTo>
                      <a:pt x="174620" y="239219"/>
                    </a:lnTo>
                    <a:lnTo>
                      <a:pt x="144314" y="275744"/>
                    </a:lnTo>
                    <a:lnTo>
                      <a:pt x="116894" y="313738"/>
                    </a:lnTo>
                    <a:lnTo>
                      <a:pt x="92361" y="353055"/>
                    </a:lnTo>
                    <a:lnTo>
                      <a:pt x="70714" y="393546"/>
                    </a:lnTo>
                    <a:lnTo>
                      <a:pt x="51953" y="435067"/>
                    </a:lnTo>
                    <a:lnTo>
                      <a:pt x="36078" y="477468"/>
                    </a:lnTo>
                    <a:lnTo>
                      <a:pt x="23090" y="520605"/>
                    </a:lnTo>
                    <a:lnTo>
                      <a:pt x="12988" y="564329"/>
                    </a:lnTo>
                    <a:lnTo>
                      <a:pt x="5772" y="608493"/>
                    </a:lnTo>
                    <a:lnTo>
                      <a:pt x="1443" y="652952"/>
                    </a:lnTo>
                    <a:lnTo>
                      <a:pt x="0" y="697557"/>
                    </a:lnTo>
                    <a:lnTo>
                      <a:pt x="1443" y="742163"/>
                    </a:lnTo>
                    <a:lnTo>
                      <a:pt x="5772" y="786621"/>
                    </a:lnTo>
                    <a:lnTo>
                      <a:pt x="12988" y="830786"/>
                    </a:lnTo>
                    <a:lnTo>
                      <a:pt x="23090" y="874510"/>
                    </a:lnTo>
                    <a:lnTo>
                      <a:pt x="36078" y="917646"/>
                    </a:lnTo>
                    <a:lnTo>
                      <a:pt x="51953" y="960048"/>
                    </a:lnTo>
                    <a:lnTo>
                      <a:pt x="70714" y="1001568"/>
                    </a:lnTo>
                    <a:lnTo>
                      <a:pt x="92361" y="1042060"/>
                    </a:lnTo>
                    <a:lnTo>
                      <a:pt x="116894" y="1081376"/>
                    </a:lnTo>
                    <a:lnTo>
                      <a:pt x="144314" y="1119371"/>
                    </a:lnTo>
                    <a:lnTo>
                      <a:pt x="174620" y="1155896"/>
                    </a:lnTo>
                    <a:lnTo>
                      <a:pt x="207813" y="1190804"/>
                    </a:lnTo>
                    <a:lnTo>
                      <a:pt x="243320" y="1223437"/>
                    </a:lnTo>
                    <a:lnTo>
                      <a:pt x="280471" y="1253233"/>
                    </a:lnTo>
                    <a:lnTo>
                      <a:pt x="319116" y="1280190"/>
                    </a:lnTo>
                    <a:lnTo>
                      <a:pt x="359107" y="1304310"/>
                    </a:lnTo>
                    <a:lnTo>
                      <a:pt x="400293" y="1325593"/>
                    </a:lnTo>
                    <a:lnTo>
                      <a:pt x="442524" y="1344037"/>
                    </a:lnTo>
                    <a:lnTo>
                      <a:pt x="485653" y="1359645"/>
                    </a:lnTo>
                    <a:lnTo>
                      <a:pt x="529529" y="1372414"/>
                    </a:lnTo>
                    <a:lnTo>
                      <a:pt x="574002" y="1382346"/>
                    </a:lnTo>
                    <a:lnTo>
                      <a:pt x="618924" y="1389440"/>
                    </a:lnTo>
                    <a:lnTo>
                      <a:pt x="664145" y="1393696"/>
                    </a:lnTo>
                    <a:lnTo>
                      <a:pt x="709515" y="1395115"/>
                    </a:lnTo>
                    <a:lnTo>
                      <a:pt x="754885" y="1393696"/>
                    </a:lnTo>
                    <a:lnTo>
                      <a:pt x="800105" y="1389440"/>
                    </a:lnTo>
                    <a:lnTo>
                      <a:pt x="845027" y="1382346"/>
                    </a:lnTo>
                    <a:lnTo>
                      <a:pt x="889501" y="1372414"/>
                    </a:lnTo>
                    <a:lnTo>
                      <a:pt x="933376" y="1359645"/>
                    </a:lnTo>
                    <a:lnTo>
                      <a:pt x="976505" y="1344037"/>
                    </a:lnTo>
                    <a:lnTo>
                      <a:pt x="1018737" y="1325593"/>
                    </a:lnTo>
                    <a:lnTo>
                      <a:pt x="1059923" y="1304310"/>
                    </a:lnTo>
                    <a:lnTo>
                      <a:pt x="1099913" y="1280190"/>
                    </a:lnTo>
                    <a:lnTo>
                      <a:pt x="1138558" y="1253233"/>
                    </a:lnTo>
                    <a:lnTo>
                      <a:pt x="1175709" y="1223437"/>
                    </a:lnTo>
                    <a:lnTo>
                      <a:pt x="1211217" y="1190804"/>
                    </a:lnTo>
                  </a:path>
                </a:pathLst>
              </a:custGeom>
              <a:ln w="13154">
                <a:solidFill>
                  <a:srgbClr val="9A9A9A"/>
                </a:solidFill>
              </a:ln>
            </p:spPr>
            <p:txBody>
              <a:bodyPr wrap="square" lIns="0" tIns="0" rIns="0" bIns="0" rtlCol="0"/>
              <a:lstStyle/>
              <a:p>
                <a:endParaRPr sz="3804"/>
              </a:p>
            </p:txBody>
          </p:sp>
        </p:grpSp>
        <p:sp>
          <p:nvSpPr>
            <p:cNvPr id="17" name="object 14">
              <a:extLst>
                <a:ext uri="{FF2B5EF4-FFF2-40B4-BE49-F238E27FC236}">
                  <a16:creationId xmlns:a16="http://schemas.microsoft.com/office/drawing/2014/main" id="{4BD02740-D08D-C9CD-5CA4-E066F4ED741B}"/>
                </a:ext>
              </a:extLst>
            </p:cNvPr>
            <p:cNvSpPr txBox="1"/>
            <p:nvPr/>
          </p:nvSpPr>
          <p:spPr>
            <a:xfrm>
              <a:off x="5729220" y="4157598"/>
              <a:ext cx="536830" cy="227643"/>
            </a:xfrm>
            <a:prstGeom prst="rect">
              <a:avLst/>
            </a:prstGeom>
          </p:spPr>
          <p:txBody>
            <a:bodyPr vert="horz" wrap="square" lIns="0" tIns="32210" rIns="0" bIns="0" rtlCol="0">
              <a:spAutoFit/>
            </a:bodyPr>
            <a:lstStyle/>
            <a:p>
              <a:pPr marL="26841">
                <a:spcBef>
                  <a:spcPts val="254"/>
                </a:spcBef>
              </a:pPr>
              <a:r>
                <a:rPr sz="1268" b="1" spc="-21" dirty="0">
                  <a:solidFill>
                    <a:srgbClr val="0433FF"/>
                  </a:solidFill>
                  <a:latin typeface="Arial"/>
                  <a:cs typeface="Arial"/>
                </a:rPr>
                <a:t>Model</a:t>
              </a:r>
              <a:endParaRPr sz="1268">
                <a:latin typeface="Arial"/>
                <a:cs typeface="Arial"/>
              </a:endParaRPr>
            </a:p>
          </p:txBody>
        </p:sp>
        <p:sp>
          <p:nvSpPr>
            <p:cNvPr id="18" name="object 15">
              <a:extLst>
                <a:ext uri="{FF2B5EF4-FFF2-40B4-BE49-F238E27FC236}">
                  <a16:creationId xmlns:a16="http://schemas.microsoft.com/office/drawing/2014/main" id="{3559BC2D-3482-B35D-8FA7-2ABF724DBDE6}"/>
                </a:ext>
              </a:extLst>
            </p:cNvPr>
            <p:cNvSpPr txBox="1"/>
            <p:nvPr/>
          </p:nvSpPr>
          <p:spPr>
            <a:xfrm>
              <a:off x="3945176" y="2030757"/>
              <a:ext cx="1241419" cy="227643"/>
            </a:xfrm>
            <a:prstGeom prst="rect">
              <a:avLst/>
            </a:prstGeom>
          </p:spPr>
          <p:txBody>
            <a:bodyPr vert="horz" wrap="square" lIns="0" tIns="32210" rIns="0" bIns="0" rtlCol="0">
              <a:spAutoFit/>
            </a:bodyPr>
            <a:lstStyle/>
            <a:p>
              <a:pPr marL="26841">
                <a:spcBef>
                  <a:spcPts val="254"/>
                </a:spcBef>
              </a:pPr>
              <a:r>
                <a:rPr sz="1268" b="1" dirty="0">
                  <a:solidFill>
                    <a:srgbClr val="0433FF"/>
                  </a:solidFill>
                  <a:latin typeface="Arial"/>
                  <a:cs typeface="Arial"/>
                </a:rPr>
                <a:t>Value </a:t>
              </a:r>
              <a:r>
                <a:rPr sz="1268" b="1" spc="-21" dirty="0">
                  <a:solidFill>
                    <a:srgbClr val="0433FF"/>
                  </a:solidFill>
                  <a:latin typeface="Arial"/>
                  <a:cs typeface="Arial"/>
                </a:rPr>
                <a:t>Function</a:t>
              </a:r>
              <a:endParaRPr sz="1268">
                <a:latin typeface="Arial"/>
                <a:cs typeface="Arial"/>
              </a:endParaRPr>
            </a:p>
          </p:txBody>
        </p:sp>
        <p:sp>
          <p:nvSpPr>
            <p:cNvPr id="19" name="object 16">
              <a:extLst>
                <a:ext uri="{FF2B5EF4-FFF2-40B4-BE49-F238E27FC236}">
                  <a16:creationId xmlns:a16="http://schemas.microsoft.com/office/drawing/2014/main" id="{44135B89-A328-CF38-1A4C-93C7BF1550B1}"/>
                </a:ext>
              </a:extLst>
            </p:cNvPr>
            <p:cNvSpPr txBox="1"/>
            <p:nvPr/>
          </p:nvSpPr>
          <p:spPr>
            <a:xfrm>
              <a:off x="7170136" y="2030757"/>
              <a:ext cx="546224" cy="227643"/>
            </a:xfrm>
            <a:prstGeom prst="rect">
              <a:avLst/>
            </a:prstGeom>
          </p:spPr>
          <p:txBody>
            <a:bodyPr vert="horz" wrap="square" lIns="0" tIns="32210" rIns="0" bIns="0" rtlCol="0">
              <a:spAutoFit/>
            </a:bodyPr>
            <a:lstStyle/>
            <a:p>
              <a:pPr marL="26841">
                <a:spcBef>
                  <a:spcPts val="254"/>
                </a:spcBef>
              </a:pPr>
              <a:r>
                <a:rPr sz="1268" b="1" spc="-21" dirty="0">
                  <a:solidFill>
                    <a:srgbClr val="0433FF"/>
                  </a:solidFill>
                  <a:latin typeface="Arial"/>
                  <a:cs typeface="Arial"/>
                </a:rPr>
                <a:t>Policy</a:t>
              </a:r>
              <a:endParaRPr sz="1268">
                <a:latin typeface="Arial"/>
                <a:cs typeface="Arial"/>
              </a:endParaRPr>
            </a:p>
          </p:txBody>
        </p:sp>
        <p:sp>
          <p:nvSpPr>
            <p:cNvPr id="20" name="object 17">
              <a:extLst>
                <a:ext uri="{FF2B5EF4-FFF2-40B4-BE49-F238E27FC236}">
                  <a16:creationId xmlns:a16="http://schemas.microsoft.com/office/drawing/2014/main" id="{B4AEBA0E-FD3C-285D-7165-7D749D79A086}"/>
                </a:ext>
              </a:extLst>
            </p:cNvPr>
            <p:cNvSpPr txBox="1"/>
            <p:nvPr/>
          </p:nvSpPr>
          <p:spPr>
            <a:xfrm>
              <a:off x="5752409" y="1972541"/>
              <a:ext cx="489857" cy="422760"/>
            </a:xfrm>
            <a:prstGeom prst="rect">
              <a:avLst/>
            </a:prstGeom>
          </p:spPr>
          <p:txBody>
            <a:bodyPr vert="horz" wrap="square" lIns="0" tIns="32210" rIns="0" bIns="0" rtlCol="0">
              <a:spAutoFit/>
            </a:bodyPr>
            <a:lstStyle/>
            <a:p>
              <a:pPr marL="30866" marR="10737" indent="-5368">
                <a:spcBef>
                  <a:spcPts val="254"/>
                </a:spcBef>
              </a:pPr>
              <a:r>
                <a:rPr sz="1268" b="1" spc="-42" dirty="0">
                  <a:solidFill>
                    <a:srgbClr val="F33126"/>
                  </a:solidFill>
                  <a:latin typeface="Arial"/>
                  <a:cs typeface="Arial"/>
                </a:rPr>
                <a:t>Actor</a:t>
              </a:r>
              <a:r>
                <a:rPr sz="1268" b="1" spc="1057" dirty="0">
                  <a:solidFill>
                    <a:srgbClr val="F33126"/>
                  </a:solidFill>
                  <a:latin typeface="Arial"/>
                  <a:cs typeface="Arial"/>
                </a:rPr>
                <a:t> </a:t>
              </a:r>
              <a:r>
                <a:rPr sz="1268" b="1" spc="-21" dirty="0">
                  <a:solidFill>
                    <a:srgbClr val="F33126"/>
                  </a:solidFill>
                  <a:latin typeface="Arial"/>
                  <a:cs typeface="Arial"/>
                </a:rPr>
                <a:t>Critic</a:t>
              </a:r>
              <a:endParaRPr sz="1268">
                <a:latin typeface="Arial"/>
                <a:cs typeface="Arial"/>
              </a:endParaRPr>
            </a:p>
          </p:txBody>
        </p:sp>
        <p:sp>
          <p:nvSpPr>
            <p:cNvPr id="21" name="object 18">
              <a:extLst>
                <a:ext uri="{FF2B5EF4-FFF2-40B4-BE49-F238E27FC236}">
                  <a16:creationId xmlns:a16="http://schemas.microsoft.com/office/drawing/2014/main" id="{20F48B63-2A29-AD5E-8035-F3D4A7AEAC57}"/>
                </a:ext>
              </a:extLst>
            </p:cNvPr>
            <p:cNvSpPr txBox="1"/>
            <p:nvPr/>
          </p:nvSpPr>
          <p:spPr>
            <a:xfrm>
              <a:off x="4223081" y="2695498"/>
              <a:ext cx="1046818" cy="227643"/>
            </a:xfrm>
            <a:prstGeom prst="rect">
              <a:avLst/>
            </a:prstGeom>
          </p:spPr>
          <p:txBody>
            <a:bodyPr vert="horz" wrap="square" lIns="0" tIns="32210" rIns="0" bIns="0" rtlCol="0">
              <a:spAutoFit/>
            </a:bodyPr>
            <a:lstStyle/>
            <a:p>
              <a:pPr marL="26841">
                <a:spcBef>
                  <a:spcPts val="254"/>
                </a:spcBef>
              </a:pPr>
              <a:r>
                <a:rPr sz="1268" b="1" dirty="0">
                  <a:solidFill>
                    <a:srgbClr val="F33126"/>
                  </a:solidFill>
                  <a:latin typeface="Arial"/>
                  <a:cs typeface="Arial"/>
                </a:rPr>
                <a:t>Value-</a:t>
              </a:r>
              <a:r>
                <a:rPr sz="1268" b="1" spc="-21" dirty="0">
                  <a:solidFill>
                    <a:srgbClr val="F33126"/>
                  </a:solidFill>
                  <a:latin typeface="Arial"/>
                  <a:cs typeface="Arial"/>
                </a:rPr>
                <a:t>Based</a:t>
              </a:r>
              <a:endParaRPr sz="1268">
                <a:latin typeface="Arial"/>
                <a:cs typeface="Arial"/>
              </a:endParaRPr>
            </a:p>
          </p:txBody>
        </p:sp>
        <p:sp>
          <p:nvSpPr>
            <p:cNvPr id="22" name="object 19">
              <a:extLst>
                <a:ext uri="{FF2B5EF4-FFF2-40B4-BE49-F238E27FC236}">
                  <a16:creationId xmlns:a16="http://schemas.microsoft.com/office/drawing/2014/main" id="{CBC989E4-02F6-41AC-D7F6-F39D10E9C66E}"/>
                </a:ext>
              </a:extLst>
            </p:cNvPr>
            <p:cNvSpPr txBox="1"/>
            <p:nvPr/>
          </p:nvSpPr>
          <p:spPr>
            <a:xfrm>
              <a:off x="6822500" y="2695498"/>
              <a:ext cx="1101841" cy="227643"/>
            </a:xfrm>
            <a:prstGeom prst="rect">
              <a:avLst/>
            </a:prstGeom>
          </p:spPr>
          <p:txBody>
            <a:bodyPr vert="horz" wrap="square" lIns="0" tIns="32210" rIns="0" bIns="0" rtlCol="0">
              <a:spAutoFit/>
            </a:bodyPr>
            <a:lstStyle/>
            <a:p>
              <a:pPr marL="26841">
                <a:spcBef>
                  <a:spcPts val="254"/>
                </a:spcBef>
              </a:pPr>
              <a:r>
                <a:rPr sz="1268" b="1" dirty="0">
                  <a:solidFill>
                    <a:srgbClr val="F33126"/>
                  </a:solidFill>
                  <a:latin typeface="Arial"/>
                  <a:cs typeface="Arial"/>
                </a:rPr>
                <a:t>Policy-</a:t>
              </a:r>
              <a:r>
                <a:rPr sz="1268" b="1" spc="-21" dirty="0">
                  <a:solidFill>
                    <a:srgbClr val="F33126"/>
                  </a:solidFill>
                  <a:latin typeface="Arial"/>
                  <a:cs typeface="Arial"/>
                </a:rPr>
                <a:t>Based</a:t>
              </a:r>
              <a:endParaRPr sz="1268">
                <a:latin typeface="Arial"/>
                <a:cs typeface="Arial"/>
              </a:endParaRPr>
            </a:p>
          </p:txBody>
        </p:sp>
        <p:sp>
          <p:nvSpPr>
            <p:cNvPr id="23" name="object 20">
              <a:extLst>
                <a:ext uri="{FF2B5EF4-FFF2-40B4-BE49-F238E27FC236}">
                  <a16:creationId xmlns:a16="http://schemas.microsoft.com/office/drawing/2014/main" id="{B2D70ADF-FBE4-6EE2-C3E5-DBB8C0C9C551}"/>
                </a:ext>
              </a:extLst>
            </p:cNvPr>
            <p:cNvSpPr txBox="1"/>
            <p:nvPr/>
          </p:nvSpPr>
          <p:spPr>
            <a:xfrm>
              <a:off x="5525212" y="1263759"/>
              <a:ext cx="943478" cy="227643"/>
            </a:xfrm>
            <a:prstGeom prst="rect">
              <a:avLst/>
            </a:prstGeom>
          </p:spPr>
          <p:txBody>
            <a:bodyPr vert="horz" wrap="square" lIns="0" tIns="32210" rIns="0" bIns="0" rtlCol="0">
              <a:spAutoFit/>
            </a:bodyPr>
            <a:lstStyle/>
            <a:p>
              <a:pPr marL="26841">
                <a:spcBef>
                  <a:spcPts val="254"/>
                </a:spcBef>
              </a:pPr>
              <a:r>
                <a:rPr sz="1268" b="1" dirty="0">
                  <a:solidFill>
                    <a:srgbClr val="F33126"/>
                  </a:solidFill>
                  <a:latin typeface="Arial"/>
                  <a:cs typeface="Arial"/>
                </a:rPr>
                <a:t>Model-</a:t>
              </a:r>
              <a:r>
                <a:rPr sz="1268" b="1" spc="-42" dirty="0">
                  <a:solidFill>
                    <a:srgbClr val="F33126"/>
                  </a:solidFill>
                  <a:latin typeface="Arial"/>
                  <a:cs typeface="Arial"/>
                </a:rPr>
                <a:t>Free</a:t>
              </a:r>
              <a:endParaRPr sz="1268">
                <a:latin typeface="Arial"/>
                <a:cs typeface="Arial"/>
              </a:endParaRPr>
            </a:p>
          </p:txBody>
        </p:sp>
        <p:sp>
          <p:nvSpPr>
            <p:cNvPr id="24" name="object 21">
              <a:extLst>
                <a:ext uri="{FF2B5EF4-FFF2-40B4-BE49-F238E27FC236}">
                  <a16:creationId xmlns:a16="http://schemas.microsoft.com/office/drawing/2014/main" id="{50125186-B5D0-EB1A-3472-D46AEA2CDAFD}"/>
                </a:ext>
              </a:extLst>
            </p:cNvPr>
            <p:cNvSpPr txBox="1"/>
            <p:nvPr/>
          </p:nvSpPr>
          <p:spPr>
            <a:xfrm>
              <a:off x="5450980" y="3084835"/>
              <a:ext cx="1092449" cy="227643"/>
            </a:xfrm>
            <a:prstGeom prst="rect">
              <a:avLst/>
            </a:prstGeom>
          </p:spPr>
          <p:txBody>
            <a:bodyPr vert="horz" wrap="square" lIns="0" tIns="32210" rIns="0" bIns="0" rtlCol="0">
              <a:spAutoFit/>
            </a:bodyPr>
            <a:lstStyle/>
            <a:p>
              <a:pPr marL="26841">
                <a:spcBef>
                  <a:spcPts val="254"/>
                </a:spcBef>
              </a:pPr>
              <a:r>
                <a:rPr sz="1268" b="1" dirty="0">
                  <a:solidFill>
                    <a:srgbClr val="F33126"/>
                  </a:solidFill>
                  <a:latin typeface="Arial"/>
                  <a:cs typeface="Arial"/>
                </a:rPr>
                <a:t>Model-</a:t>
              </a:r>
              <a:r>
                <a:rPr sz="1268" b="1" spc="-21" dirty="0">
                  <a:solidFill>
                    <a:srgbClr val="F33126"/>
                  </a:solidFill>
                  <a:latin typeface="Arial"/>
                  <a:cs typeface="Arial"/>
                </a:rPr>
                <a:t>Based</a:t>
              </a:r>
              <a:endParaRPr sz="1268">
                <a:latin typeface="Arial"/>
                <a:cs typeface="Arial"/>
              </a:endParaRPr>
            </a:p>
          </p:txBody>
        </p:sp>
      </p:grpSp>
      <p:sp>
        <p:nvSpPr>
          <p:cNvPr id="36" name="TextBox 35">
            <a:extLst>
              <a:ext uri="{FF2B5EF4-FFF2-40B4-BE49-F238E27FC236}">
                <a16:creationId xmlns:a16="http://schemas.microsoft.com/office/drawing/2014/main" id="{6F9F9F30-0CB1-1A77-7F35-D0C7ABEA0618}"/>
              </a:ext>
            </a:extLst>
          </p:cNvPr>
          <p:cNvSpPr txBox="1"/>
          <p:nvPr/>
        </p:nvSpPr>
        <p:spPr>
          <a:xfrm>
            <a:off x="3146304" y="5970977"/>
            <a:ext cx="6381604" cy="523220"/>
          </a:xfrm>
          <a:prstGeom prst="rect">
            <a:avLst/>
          </a:prstGeom>
          <a:noFill/>
        </p:spPr>
        <p:txBody>
          <a:bodyPr wrap="square">
            <a:spAutoFit/>
          </a:bodyPr>
          <a:lstStyle/>
          <a:p>
            <a:pPr algn="ctr"/>
            <a:r>
              <a:rPr lang="en-US" sz="1400" dirty="0"/>
              <a:t>Main categories of reinforcement learning algorithms </a:t>
            </a:r>
            <a:br>
              <a:rPr lang="en-US" sz="1400" dirty="0"/>
            </a:br>
            <a:r>
              <a:rPr lang="en-US" sz="1400" dirty="0"/>
              <a:t>(source: D. Silver, “Reinforcement learning”, 2015. </a:t>
            </a:r>
            <a:r>
              <a:rPr lang="en-US" sz="1400" dirty="0">
                <a:hlinkClick r:id="rId6"/>
              </a:rPr>
              <a:t>CC BY-NC 4.0</a:t>
            </a:r>
            <a:r>
              <a:rPr lang="en-US" sz="1400" dirty="0"/>
              <a:t>)</a:t>
            </a:r>
          </a:p>
        </p:txBody>
      </p:sp>
    </p:spTree>
    <p:extLst>
      <p:ext uri="{BB962C8B-B14F-4D97-AF65-F5344CB8AC3E}">
        <p14:creationId xmlns:p14="http://schemas.microsoft.com/office/powerpoint/2010/main" val="207962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D3AA8-68AD-678D-A8AC-3195BD40834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249C713-77E5-5A02-B555-85A58E996C47}"/>
              </a:ext>
            </a:extLst>
          </p:cNvPr>
          <p:cNvSpPr>
            <a:spLocks noGrp="1"/>
          </p:cNvSpPr>
          <p:nvPr>
            <p:ph type="title"/>
          </p:nvPr>
        </p:nvSpPr>
        <p:spPr/>
        <p:txBody>
          <a:bodyPr/>
          <a:lstStyle/>
          <a:p>
            <a:r>
              <a:rPr lang="en-US" dirty="0"/>
              <a:t>Table of contents</a:t>
            </a:r>
          </a:p>
        </p:txBody>
      </p:sp>
      <p:sp>
        <p:nvSpPr>
          <p:cNvPr id="4" name="Content Placeholder 3">
            <a:extLst>
              <a:ext uri="{FF2B5EF4-FFF2-40B4-BE49-F238E27FC236}">
                <a16:creationId xmlns:a16="http://schemas.microsoft.com/office/drawing/2014/main" id="{41A57DDF-05D0-B7A5-FDF5-425023286092}"/>
              </a:ext>
            </a:extLst>
          </p:cNvPr>
          <p:cNvSpPr>
            <a:spLocks noGrp="1"/>
          </p:cNvSpPr>
          <p:nvPr>
            <p:ph idx="1"/>
          </p:nvPr>
        </p:nvSpPr>
        <p:spPr/>
        <p:txBody>
          <a:bodyPr/>
          <a:lstStyle/>
          <a:p>
            <a:pPr marL="0" indent="0">
              <a:buNone/>
            </a:pPr>
            <a:r>
              <a:rPr lang="en-US" dirty="0"/>
              <a:t>Introduction to reinforcement learning </a:t>
            </a:r>
          </a:p>
          <a:p>
            <a:r>
              <a:rPr lang="en-US" dirty="0"/>
              <a:t>Course framework</a:t>
            </a:r>
          </a:p>
          <a:p>
            <a:r>
              <a:rPr lang="en-US" dirty="0"/>
              <a:t>Reinforcement learning: what is it? </a:t>
            </a:r>
          </a:p>
          <a:p>
            <a:r>
              <a:rPr lang="en-US" dirty="0"/>
              <a:t>Application examples and historic review Basic terminology</a:t>
            </a:r>
          </a:p>
          <a:p>
            <a:r>
              <a:rPr lang="en-US" dirty="0"/>
              <a:t>Main categories of reinforcement learning algorithms </a:t>
            </a:r>
          </a:p>
          <a:p>
            <a:r>
              <a:rPr lang="en-US" dirty="0"/>
              <a:t>Small comparison to model predictive control</a:t>
            </a:r>
          </a:p>
          <a:p>
            <a:endParaRPr lang="en-US" dirty="0"/>
          </a:p>
        </p:txBody>
      </p:sp>
    </p:spTree>
    <p:extLst>
      <p:ext uri="{BB962C8B-B14F-4D97-AF65-F5344CB8AC3E}">
        <p14:creationId xmlns:p14="http://schemas.microsoft.com/office/powerpoint/2010/main" val="37864625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A7FA5-78EC-376C-9DCD-502AD42CDE62}"/>
              </a:ext>
            </a:extLst>
          </p:cNvPr>
          <p:cNvSpPr>
            <a:spLocks noGrp="1"/>
          </p:cNvSpPr>
          <p:nvPr>
            <p:ph type="title"/>
          </p:nvPr>
        </p:nvSpPr>
        <p:spPr/>
        <p:txBody>
          <a:bodyPr/>
          <a:lstStyle/>
          <a:p>
            <a:r>
              <a:rPr lang="en-US" dirty="0"/>
              <a:t>RL vs. planning</a:t>
            </a:r>
          </a:p>
        </p:txBody>
      </p:sp>
      <p:sp>
        <p:nvSpPr>
          <p:cNvPr id="3" name="Content Placeholder 2">
            <a:extLst>
              <a:ext uri="{FF2B5EF4-FFF2-40B4-BE49-F238E27FC236}">
                <a16:creationId xmlns:a16="http://schemas.microsoft.com/office/drawing/2014/main" id="{364D2E7E-86BE-D3E5-69C1-47E411F99532}"/>
              </a:ext>
            </a:extLst>
          </p:cNvPr>
          <p:cNvSpPr>
            <a:spLocks noGrp="1"/>
          </p:cNvSpPr>
          <p:nvPr>
            <p:ph idx="1"/>
          </p:nvPr>
        </p:nvSpPr>
        <p:spPr/>
        <p:txBody>
          <a:bodyPr>
            <a:normAutofit fontScale="77500" lnSpcReduction="20000"/>
          </a:bodyPr>
          <a:lstStyle/>
          <a:p>
            <a:pPr marL="0" indent="0">
              <a:buNone/>
            </a:pPr>
            <a:r>
              <a:rPr lang="en-US" dirty="0"/>
              <a:t>Two fundamental solutions to sequential decision making:</a:t>
            </a:r>
          </a:p>
          <a:p>
            <a:r>
              <a:rPr lang="en-US" dirty="0"/>
              <a:t>Reinforcement learning:</a:t>
            </a:r>
          </a:p>
          <a:p>
            <a:pPr lvl="1"/>
            <a:r>
              <a:rPr lang="en-US" dirty="0"/>
              <a:t>The environment is initially unknown.</a:t>
            </a:r>
          </a:p>
          <a:p>
            <a:pPr lvl="1"/>
            <a:r>
              <a:rPr lang="en-US" dirty="0"/>
              <a:t>The agents interacts with the environment.</a:t>
            </a:r>
          </a:p>
          <a:p>
            <a:pPr lvl="1"/>
            <a:r>
              <a:rPr lang="en-US" dirty="0"/>
              <a:t>The policy is improved based on environment feedback (reward).</a:t>
            </a:r>
          </a:p>
          <a:p>
            <a:r>
              <a:rPr lang="en-US" dirty="0"/>
              <a:t>Planning:</a:t>
            </a:r>
          </a:p>
          <a:p>
            <a:pPr lvl="1"/>
            <a:r>
              <a:rPr lang="en-US" dirty="0"/>
              <a:t>An a priori environment model exists.</a:t>
            </a:r>
          </a:p>
          <a:p>
            <a:pPr lvl="1"/>
            <a:r>
              <a:rPr lang="en-US" dirty="0"/>
              <a:t>The agents interacts with its own model.</a:t>
            </a:r>
          </a:p>
          <a:p>
            <a:pPr lvl="1"/>
            <a:r>
              <a:rPr lang="en-US" dirty="0"/>
              <a:t>The policy is improved based on the model feedback (’virtual reward’).</a:t>
            </a:r>
          </a:p>
          <a:p>
            <a:endParaRPr lang="en-US" dirty="0"/>
          </a:p>
          <a:p>
            <a:r>
              <a:rPr lang="en-US" dirty="0"/>
              <a:t>Remark on learning and planning</a:t>
            </a:r>
          </a:p>
          <a:p>
            <a:r>
              <a:rPr lang="en-US" dirty="0"/>
              <a:t>Above the two extreme cases are confronted:</a:t>
            </a:r>
          </a:p>
          <a:p>
            <a:pPr lvl="1"/>
            <a:r>
              <a:rPr lang="en-US" dirty="0"/>
              <a:t>RL = learning based on data obtained from interacting with the system.</a:t>
            </a:r>
          </a:p>
          <a:p>
            <a:pPr lvl="1"/>
            <a:r>
              <a:rPr lang="en-US" dirty="0"/>
              <a:t>Planning = iterating on a model without improving it based on data.</a:t>
            </a:r>
          </a:p>
          <a:p>
            <a:r>
              <a:rPr lang="en-US" dirty="0"/>
              <a:t>Can one of these extreme cases lead alone to an efficient and optimal solution?</a:t>
            </a:r>
          </a:p>
          <a:p>
            <a:endParaRPr lang="en-US" dirty="0"/>
          </a:p>
        </p:txBody>
      </p:sp>
    </p:spTree>
    <p:extLst>
      <p:ext uri="{BB962C8B-B14F-4D97-AF65-F5344CB8AC3E}">
        <p14:creationId xmlns:p14="http://schemas.microsoft.com/office/powerpoint/2010/main" val="19364893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6DBF0-911C-C372-B342-E8F44BDE4C04}"/>
              </a:ext>
            </a:extLst>
          </p:cNvPr>
          <p:cNvSpPr>
            <a:spLocks noGrp="1"/>
          </p:cNvSpPr>
          <p:nvPr>
            <p:ph type="title"/>
          </p:nvPr>
        </p:nvSpPr>
        <p:spPr/>
        <p:txBody>
          <a:bodyPr>
            <a:normAutofit fontScale="90000"/>
          </a:bodyPr>
          <a:lstStyle/>
          <a:p>
            <a:r>
              <a:rPr lang="en-US" dirty="0"/>
              <a:t>Problem </a:t>
            </a:r>
            <a:br>
              <a:rPr lang="en-US" dirty="0"/>
            </a:br>
            <a:r>
              <a:rPr lang="en-US" dirty="0"/>
              <a:t>reconsideration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AEEAC76-2EE8-3A37-8C5A-4326565FE015}"/>
                  </a:ext>
                </a:extLst>
              </p:cNvPr>
              <p:cNvSpPr>
                <a:spLocks noGrp="1"/>
              </p:cNvSpPr>
              <p:nvPr>
                <p:ph idx="1"/>
              </p:nvPr>
            </p:nvSpPr>
            <p:spPr>
              <a:xfrm>
                <a:off x="838200" y="2119452"/>
                <a:ext cx="10515600" cy="4057511"/>
              </a:xfrm>
            </p:spPr>
            <p:txBody>
              <a:bodyPr>
                <a:normAutofit fontScale="62500" lnSpcReduction="20000"/>
              </a:bodyPr>
              <a:lstStyle/>
              <a:p>
                <a:r>
                  <a:rPr lang="en-US" dirty="0"/>
                  <a:t>The reward hypothesis is basically a (discounted) infinite-horizon optimal control problem (with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oMath>
                </a14:m>
                <a:r>
                  <a:rPr lang="en-US" dirty="0"/>
                  <a:t> interpreted as costs): </a:t>
                </a:r>
                <a:br>
                  <a:rPr lang="en-US" dirty="0"/>
                </a:br>
                <a:br>
                  <a:rPr lang="en-US" dirty="0"/>
                </a:b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𝑡</m:t>
                        </m:r>
                      </m:sub>
                      <m:sup>
                        <m:r>
                          <a:rPr lang="en-US" b="0" i="1" smtClean="0">
                            <a:latin typeface="Cambria Math" panose="02040503050406030204" pitchFamily="18" charset="0"/>
                          </a:rPr>
                          <m:t>∗</m:t>
                        </m:r>
                      </m:sup>
                    </m:sSub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e>
                          <m:lim>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lim>
                        </m:limLow>
                      </m:fName>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𝑡</m:t>
                            </m:r>
                            <m:r>
                              <a:rPr lang="en-US" b="0" i="1" smtClean="0">
                                <a:latin typeface="Cambria Math" panose="02040503050406030204" pitchFamily="18" charset="0"/>
                              </a:rPr>
                              <m:t>=0</m:t>
                            </m:r>
                          </m:sub>
                          <m:sup>
                            <m:r>
                              <a:rPr lang="en-US" b="0" i="1" smtClean="0">
                                <a:latin typeface="Cambria Math" panose="02040503050406030204" pitchFamily="18" charset="0"/>
                              </a:rPr>
                              <m:t>∞</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𝛾</m:t>
                                </m:r>
                              </m:e>
                              <m:sup>
                                <m:r>
                                  <a:rPr lang="en-US" b="0" i="1" smtClean="0">
                                    <a:latin typeface="Cambria Math" panose="02040503050406030204" pitchFamily="18" charset="0"/>
                                  </a:rPr>
                                  <m:t>𝑡</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e>
                        </m:nary>
                      </m:e>
                    </m:func>
                  </m:oMath>
                </a14:m>
                <a:br>
                  <a:rPr lang="en-US" dirty="0"/>
                </a:br>
                <a:br>
                  <a:rPr lang="en-US" dirty="0"/>
                </a:br>
                <a:endParaRPr lang="en-US" dirty="0"/>
              </a:p>
              <a:p>
                <a:r>
                  <a:rPr lang="en-US" dirty="0"/>
                  <a:t>For certain cases closed-form solutions can be found, e.g., a LTI system with quadratic costs and no further constraints can be optimally controlled by a linear-quadratic regulator (LQR). However, for arbitrary cases that is not possible and one relaxes the problem to a finite-horizon optimal control problem: </a:t>
                </a:r>
                <a:br>
                  <a:rPr lang="en-US" dirty="0"/>
                </a:br>
                <a:br>
                  <a:rPr lang="en-US" dirty="0"/>
                </a:b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𝑡</m:t>
                        </m:r>
                      </m:sub>
                      <m:sup>
                        <m:r>
                          <a:rPr lang="en-US" b="0" i="1" smtClean="0">
                            <a:latin typeface="Cambria Math" panose="02040503050406030204" pitchFamily="18" charset="0"/>
                          </a:rPr>
                          <m:t>∗</m:t>
                        </m:r>
                      </m:sup>
                    </m:sSub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min</m:t>
                            </m:r>
                          </m:e>
                          <m:lim>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𝑡</m:t>
                                </m:r>
                              </m:sub>
                            </m:sSub>
                          </m:lim>
                        </m:limLow>
                      </m:fName>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=0</m:t>
                            </m:r>
                          </m:sub>
                          <m:sup>
                            <m:r>
                              <a:rPr lang="en-US" b="0" i="1" smtClean="0">
                                <a:latin typeface="Cambria Math" panose="02040503050406030204" pitchFamily="18" charset="0"/>
                              </a:rPr>
                              <m:t>𝑇</m:t>
                            </m:r>
                          </m:sup>
                          <m:e>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sup>
                            </m:sSup>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𝑎</m:t>
                                </m:r>
                              </m:e>
                              <m:sub>
                                <m:r>
                                  <a:rPr lang="en-US" i="1">
                                    <a:latin typeface="Cambria Math" panose="02040503050406030204" pitchFamily="18" charset="0"/>
                                  </a:rPr>
                                  <m:t>𝑡</m:t>
                                </m:r>
                              </m:sub>
                            </m:sSub>
                            <m:r>
                              <a:rPr lang="en-US" i="1">
                                <a:latin typeface="Cambria Math" panose="02040503050406030204" pitchFamily="18" charset="0"/>
                              </a:rPr>
                              <m:t>)</m:t>
                            </m:r>
                          </m:e>
                        </m:nary>
                      </m:e>
                    </m:func>
                  </m:oMath>
                </a14:m>
                <a:br>
                  <a:rPr lang="en-US" dirty="0"/>
                </a:br>
                <a:br>
                  <a:rPr lang="en-US" dirty="0"/>
                </a:br>
                <a:r>
                  <a:rPr lang="en-US" dirty="0"/>
                  <a:t>Here, an internal model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r>
                      <a:rPr lang="en-US" b="0" i="1" dirty="0" smtClean="0">
                        <a:latin typeface="Cambria Math" panose="02040503050406030204" pitchFamily="18" charset="0"/>
                      </a:rPr>
                      <m:t>=</m:t>
                    </m:r>
                    <m:r>
                      <a:rPr lang="en-US" b="0" i="1" dirty="0" smtClean="0">
                        <a:latin typeface="Cambria Math" panose="02040503050406030204" pitchFamily="18" charset="0"/>
                      </a:rPr>
                      <m:t>𝑓</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𝑡</m:t>
                        </m:r>
                      </m:sub>
                    </m:sSub>
                    <m:r>
                      <a:rPr lang="en-US" b="0" i="1" dirty="0" smtClean="0">
                        <a:latin typeface="Cambria Math" panose="02040503050406030204" pitchFamily="18" charset="0"/>
                      </a:rPr>
                      <m:t>)</m:t>
                    </m:r>
                  </m:oMath>
                </a14:m>
                <a:r>
                  <a:rPr lang="en-US" dirty="0"/>
                  <a:t> is utilized to predict the system behavior for </a:t>
                </a:r>
                <a14:m>
                  <m:oMath xmlns:m="http://schemas.openxmlformats.org/officeDocument/2006/math">
                    <m:r>
                      <a:rPr lang="en-US" b="0" i="1" dirty="0" smtClean="0">
                        <a:latin typeface="Cambria Math" panose="02040503050406030204" pitchFamily="18" charset="0"/>
                      </a:rPr>
                      <m:t>𝑇</m:t>
                    </m:r>
                  </m:oMath>
                </a14:m>
                <a:r>
                  <a:rPr lang="en-US" dirty="0"/>
                  <a:t> future steps. This model predictive control (MPC) approach can be numerically solved.</a:t>
                </a:r>
              </a:p>
            </p:txBody>
          </p:sp>
        </mc:Choice>
        <mc:Fallback>
          <p:sp>
            <p:nvSpPr>
              <p:cNvPr id="3" name="Content Placeholder 2">
                <a:extLst>
                  <a:ext uri="{FF2B5EF4-FFF2-40B4-BE49-F238E27FC236}">
                    <a16:creationId xmlns:a16="http://schemas.microsoft.com/office/drawing/2014/main" id="{6AEEAC76-2EE8-3A37-8C5A-4326565FE015}"/>
                  </a:ext>
                </a:extLst>
              </p:cNvPr>
              <p:cNvSpPr>
                <a:spLocks noGrp="1" noRot="1" noChangeAspect="1" noMove="1" noResize="1" noEditPoints="1" noAdjustHandles="1" noChangeArrowheads="1" noChangeShapeType="1" noTextEdit="1"/>
              </p:cNvSpPr>
              <p:nvPr>
                <p:ph idx="1"/>
              </p:nvPr>
            </p:nvSpPr>
            <p:spPr>
              <a:xfrm>
                <a:off x="838200" y="2119452"/>
                <a:ext cx="10515600" cy="4057511"/>
              </a:xfrm>
              <a:blipFill>
                <a:blip r:embed="rId2"/>
                <a:stretch>
                  <a:fillRect l="-406" t="-11729" r="-696" b="-13835"/>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ECF496FC-C4D1-ED64-C040-8DB8C62D3C63}"/>
              </a:ext>
            </a:extLst>
          </p:cNvPr>
          <p:cNvGrpSpPr/>
          <p:nvPr/>
        </p:nvGrpSpPr>
        <p:grpSpPr>
          <a:xfrm>
            <a:off x="5958689" y="184249"/>
            <a:ext cx="5613283" cy="1754326"/>
            <a:chOff x="3711080" y="4232738"/>
            <a:chExt cx="5613283" cy="1754326"/>
          </a:xfrm>
        </p:grpSpPr>
        <p:sp>
          <p:nvSpPr>
            <p:cNvPr id="7" name="TextBox 6">
              <a:extLst>
                <a:ext uri="{FF2B5EF4-FFF2-40B4-BE49-F238E27FC236}">
                  <a16:creationId xmlns:a16="http://schemas.microsoft.com/office/drawing/2014/main" id="{273F58F7-C405-828E-6BC1-0C4A801DAB58}"/>
                </a:ext>
              </a:extLst>
            </p:cNvPr>
            <p:cNvSpPr txBox="1"/>
            <p:nvPr/>
          </p:nvSpPr>
          <p:spPr>
            <a:xfrm>
              <a:off x="3711080" y="4232738"/>
              <a:ext cx="5613283" cy="1754326"/>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l"/>
              <a:r>
                <a:rPr lang="en-US" b="1" dirty="0"/>
                <a:t>Reward hypothesis</a:t>
              </a:r>
              <a:r>
                <a:rPr lang="en-US" dirty="0"/>
                <a:t>: All goals can be described by the maximization of the expected cumulative reward:</a:t>
              </a:r>
            </a:p>
            <a:p>
              <a:pPr algn="l"/>
              <a:endParaRPr lang="en-US" dirty="0"/>
            </a:p>
            <a:p>
              <a:pPr algn="l"/>
              <a:endParaRPr lang="en-US" dirty="0"/>
            </a:p>
            <a:p>
              <a:pPr algn="l"/>
              <a:endParaRPr lang="en-US" dirty="0"/>
            </a:p>
            <a:p>
              <a:pPr algn="l"/>
              <a:endParaRPr lang="en-US" dirty="0"/>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4CA05A17-8FC1-DA31-9F52-AE423295DEB4}"/>
                    </a:ext>
                  </a:extLst>
                </p:cNvPr>
                <p:cNvSpPr txBox="1"/>
                <p:nvPr/>
              </p:nvSpPr>
              <p:spPr>
                <a:xfrm>
                  <a:off x="5119768" y="4959440"/>
                  <a:ext cx="2499920" cy="847861"/>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r>
                              <m:rPr>
                                <m:sty m:val="p"/>
                              </m:rPr>
                              <a:rPr lang="en-US" i="0" smtClean="0">
                                <a:latin typeface="Cambria Math" panose="02040503050406030204" pitchFamily="18" charset="0"/>
                              </a:rPr>
                              <m:t>max</m:t>
                            </m:r>
                          </m:fName>
                          <m:e>
                            <m:r>
                              <a:rPr lang="en-US" b="0"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𝑡</m:t>
                                    </m:r>
                                    <m:r>
                                      <a:rPr lang="en-US" b="0" i="1" smtClean="0">
                                        <a:latin typeface="Cambria Math" panose="02040503050406030204" pitchFamily="18" charset="0"/>
                                      </a:rPr>
                                      <m:t>=0</m:t>
                                    </m:r>
                                  </m:sub>
                                  <m:sup>
                                    <m:r>
                                      <a:rPr lang="en-US" i="1" smtClean="0">
                                        <a:latin typeface="Cambria Math" panose="02040503050406030204" pitchFamily="18" charset="0"/>
                                      </a:rPr>
                                      <m:t>∞</m:t>
                                    </m:r>
                                  </m:sup>
                                  <m:e>
                                    <m:sSub>
                                      <m:sSubPr>
                                        <m:ctrlPr>
                                          <a:rPr lang="en-US" b="0" i="1" smtClean="0">
                                            <a:latin typeface="Cambria Math" panose="02040503050406030204" pitchFamily="18" charset="0"/>
                                          </a:rPr>
                                        </m:ctrlPr>
                                      </m:sSubPr>
                                      <m:e>
                                        <m:r>
                                          <a:rPr lang="en-US" i="1" smtClean="0">
                                            <a:latin typeface="Cambria Math" panose="02040503050406030204" pitchFamily="18" charset="0"/>
                                          </a:rPr>
                                          <m:t>𝑅</m:t>
                                        </m:r>
                                      </m:e>
                                      <m:sub>
                                        <m:r>
                                          <a:rPr lang="en-US" b="0" i="1" smtClean="0">
                                            <a:latin typeface="Cambria Math" panose="02040503050406030204" pitchFamily="18" charset="0"/>
                                          </a:rPr>
                                          <m:t>𝑡</m:t>
                                        </m:r>
                                      </m:sub>
                                    </m:sSub>
                                  </m:e>
                                </m:nary>
                              </m:e>
                            </m:d>
                          </m:e>
                        </m:func>
                      </m:oMath>
                    </m:oMathPara>
                  </a14:m>
                  <a:endParaRPr lang="en-US" dirty="0"/>
                </a:p>
              </p:txBody>
            </p:sp>
          </mc:Choice>
          <mc:Fallback>
            <p:sp>
              <p:nvSpPr>
                <p:cNvPr id="8" name="TextBox 7">
                  <a:extLst>
                    <a:ext uri="{FF2B5EF4-FFF2-40B4-BE49-F238E27FC236}">
                      <a16:creationId xmlns:a16="http://schemas.microsoft.com/office/drawing/2014/main" id="{4CA05A17-8FC1-DA31-9F52-AE423295DEB4}"/>
                    </a:ext>
                  </a:extLst>
                </p:cNvPr>
                <p:cNvSpPr txBox="1">
                  <a:spLocks noRot="1" noChangeAspect="1" noMove="1" noResize="1" noEditPoints="1" noAdjustHandles="1" noChangeArrowheads="1" noChangeShapeType="1" noTextEdit="1"/>
                </p:cNvSpPr>
                <p:nvPr/>
              </p:nvSpPr>
              <p:spPr>
                <a:xfrm>
                  <a:off x="5119768" y="4959440"/>
                  <a:ext cx="2499920" cy="847861"/>
                </a:xfrm>
                <a:prstGeom prst="rect">
                  <a:avLst/>
                </a:prstGeom>
                <a:blipFill>
                  <a:blip r:embed="rId3"/>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9213796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5DF0D-2CA2-966D-99C3-8E977479A733}"/>
              </a:ext>
            </a:extLst>
          </p:cNvPr>
          <p:cNvSpPr>
            <a:spLocks noGrp="1"/>
          </p:cNvSpPr>
          <p:nvPr>
            <p:ph type="title"/>
          </p:nvPr>
        </p:nvSpPr>
        <p:spPr/>
        <p:txBody>
          <a:bodyPr/>
          <a:lstStyle/>
          <a:p>
            <a:r>
              <a:rPr lang="en-US" spc="211" dirty="0"/>
              <a:t>MPC</a:t>
            </a:r>
            <a:r>
              <a:rPr lang="en-US" spc="-116" dirty="0"/>
              <a:t> </a:t>
            </a:r>
            <a:r>
              <a:rPr lang="en-US" dirty="0"/>
              <a:t>vs.</a:t>
            </a:r>
            <a:r>
              <a:rPr lang="en-US" spc="180" dirty="0"/>
              <a:t> </a:t>
            </a:r>
            <a:r>
              <a:rPr lang="en-US" spc="-53" dirty="0"/>
              <a:t>RL</a:t>
            </a:r>
            <a:endParaRPr lang="en-US" dirty="0"/>
          </a:p>
        </p:txBody>
      </p:sp>
      <p:sp>
        <p:nvSpPr>
          <p:cNvPr id="3" name="Content Placeholder 2">
            <a:extLst>
              <a:ext uri="{FF2B5EF4-FFF2-40B4-BE49-F238E27FC236}">
                <a16:creationId xmlns:a16="http://schemas.microsoft.com/office/drawing/2014/main" id="{36D24D0C-B8D7-CC01-CDF8-4D5B148081BB}"/>
              </a:ext>
            </a:extLst>
          </p:cNvPr>
          <p:cNvSpPr>
            <a:spLocks noGrp="1"/>
          </p:cNvSpPr>
          <p:nvPr>
            <p:ph idx="1"/>
          </p:nvPr>
        </p:nvSpPr>
        <p:spPr>
          <a:xfrm>
            <a:off x="838200" y="1397331"/>
            <a:ext cx="10515600" cy="836318"/>
          </a:xfrm>
        </p:spPr>
        <p:txBody>
          <a:bodyPr>
            <a:normAutofit fontScale="77500" lnSpcReduction="20000"/>
          </a:bodyPr>
          <a:lstStyle/>
          <a:p>
            <a:r>
              <a:rPr lang="en-US" dirty="0"/>
              <a:t>Hence, MPC and RL are two sides of the same coin. Both share the same general goal (sequential optimal decision making), but follow their own philosophy:</a:t>
            </a:r>
          </a:p>
        </p:txBody>
      </p:sp>
      <p:graphicFrame>
        <p:nvGraphicFramePr>
          <p:cNvPr id="4" name="Table 3">
            <a:extLst>
              <a:ext uri="{FF2B5EF4-FFF2-40B4-BE49-F238E27FC236}">
                <a16:creationId xmlns:a16="http://schemas.microsoft.com/office/drawing/2014/main" id="{9F3DDD70-2F91-3A78-2A0F-7F79600F010F}"/>
              </a:ext>
            </a:extLst>
          </p:cNvPr>
          <p:cNvGraphicFramePr>
            <a:graphicFrameLocks noGrp="1"/>
          </p:cNvGraphicFramePr>
          <p:nvPr>
            <p:extLst>
              <p:ext uri="{D42A27DB-BD31-4B8C-83A1-F6EECF244321}">
                <p14:modId xmlns:p14="http://schemas.microsoft.com/office/powerpoint/2010/main" val="625604484"/>
              </p:ext>
            </p:extLst>
          </p:nvPr>
        </p:nvGraphicFramePr>
        <p:xfrm>
          <a:off x="1843536" y="2045895"/>
          <a:ext cx="8127999" cy="3505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40276057"/>
                    </a:ext>
                  </a:extLst>
                </a:gridCol>
                <a:gridCol w="2709333">
                  <a:extLst>
                    <a:ext uri="{9D8B030D-6E8A-4147-A177-3AD203B41FA5}">
                      <a16:colId xmlns:a16="http://schemas.microsoft.com/office/drawing/2014/main" val="677248471"/>
                    </a:ext>
                  </a:extLst>
                </a:gridCol>
                <a:gridCol w="2709333">
                  <a:extLst>
                    <a:ext uri="{9D8B030D-6E8A-4147-A177-3AD203B41FA5}">
                      <a16:colId xmlns:a16="http://schemas.microsoft.com/office/drawing/2014/main" val="333521252"/>
                    </a:ext>
                  </a:extLst>
                </a:gridCol>
              </a:tblGrid>
              <a:tr h="370840">
                <a:tc>
                  <a:txBody>
                    <a:bodyPr/>
                    <a:lstStyle/>
                    <a:p>
                      <a:r>
                        <a:rPr lang="en-US" dirty="0"/>
                        <a:t>Property</a:t>
                      </a:r>
                    </a:p>
                  </a:txBody>
                  <a:tcPr/>
                </a:tc>
                <a:tc>
                  <a:txBody>
                    <a:bodyPr/>
                    <a:lstStyle/>
                    <a:p>
                      <a:r>
                        <a:rPr lang="en-US" dirty="0"/>
                        <a:t>MPC</a:t>
                      </a:r>
                    </a:p>
                  </a:txBody>
                  <a:tcPr/>
                </a:tc>
                <a:tc>
                  <a:txBody>
                    <a:bodyPr/>
                    <a:lstStyle/>
                    <a:p>
                      <a:r>
                        <a:rPr lang="en-US" dirty="0"/>
                        <a:t>RL</a:t>
                      </a:r>
                    </a:p>
                  </a:txBody>
                  <a:tcPr/>
                </a:tc>
                <a:extLst>
                  <a:ext uri="{0D108BD9-81ED-4DB2-BD59-A6C34878D82A}">
                    <a16:rowId xmlns:a16="http://schemas.microsoft.com/office/drawing/2014/main" val="3469387447"/>
                  </a:ext>
                </a:extLst>
              </a:tr>
              <a:tr h="370840">
                <a:tc>
                  <a:txBody>
                    <a:bodyPr/>
                    <a:lstStyle/>
                    <a:p>
                      <a:r>
                        <a:rPr lang="en-US" dirty="0"/>
                        <a:t>Objective</a:t>
                      </a:r>
                    </a:p>
                  </a:txBody>
                  <a:tcPr/>
                </a:tc>
                <a:tc>
                  <a:txBody>
                    <a:bodyPr/>
                    <a:lstStyle/>
                    <a:p>
                      <a:r>
                        <a:rPr lang="en-US" dirty="0"/>
                        <a:t>Min. cost</a:t>
                      </a:r>
                    </a:p>
                  </a:txBody>
                  <a:tcPr/>
                </a:tc>
                <a:tc>
                  <a:txBody>
                    <a:bodyPr/>
                    <a:lstStyle/>
                    <a:p>
                      <a:r>
                        <a:rPr lang="en-US" dirty="0"/>
                        <a:t>Max. reward</a:t>
                      </a:r>
                    </a:p>
                  </a:txBody>
                  <a:tcPr/>
                </a:tc>
                <a:extLst>
                  <a:ext uri="{0D108BD9-81ED-4DB2-BD59-A6C34878D82A}">
                    <a16:rowId xmlns:a16="http://schemas.microsoft.com/office/drawing/2014/main" val="2585059365"/>
                  </a:ext>
                </a:extLst>
              </a:tr>
              <a:tr h="370840">
                <a:tc>
                  <a:txBody>
                    <a:bodyPr/>
                    <a:lstStyle/>
                    <a:p>
                      <a:r>
                        <a:rPr lang="en-US" dirty="0"/>
                        <a:t>Model of the environment</a:t>
                      </a:r>
                    </a:p>
                  </a:txBody>
                  <a:tcPr/>
                </a:tc>
                <a:tc>
                  <a:txBody>
                    <a:bodyPr/>
                    <a:lstStyle/>
                    <a:p>
                      <a:r>
                        <a:rPr lang="en-US" dirty="0"/>
                        <a:t>required</a:t>
                      </a:r>
                    </a:p>
                  </a:txBody>
                  <a:tcPr/>
                </a:tc>
                <a:tc>
                  <a:txBody>
                    <a:bodyPr/>
                    <a:lstStyle/>
                    <a:p>
                      <a:r>
                        <a:rPr lang="en-US" dirty="0"/>
                        <a:t>Can be unknown</a:t>
                      </a:r>
                    </a:p>
                  </a:txBody>
                  <a:tcPr/>
                </a:tc>
                <a:extLst>
                  <a:ext uri="{0D108BD9-81ED-4DB2-BD59-A6C34878D82A}">
                    <a16:rowId xmlns:a16="http://schemas.microsoft.com/office/drawing/2014/main" val="2087694707"/>
                  </a:ext>
                </a:extLst>
              </a:tr>
              <a:tr h="370840">
                <a:tc>
                  <a:txBody>
                    <a:bodyPr/>
                    <a:lstStyle/>
                    <a:p>
                      <a:r>
                        <a:rPr lang="en-US" dirty="0"/>
                        <a:t>Integration of existing knowledge</a:t>
                      </a:r>
                    </a:p>
                  </a:txBody>
                  <a:tcPr/>
                </a:tc>
                <a:tc>
                  <a:txBody>
                    <a:bodyPr/>
                    <a:lstStyle/>
                    <a:p>
                      <a:r>
                        <a:rPr lang="en-US" dirty="0"/>
                        <a:t>Easy</a:t>
                      </a:r>
                    </a:p>
                  </a:txBody>
                  <a:tcPr/>
                </a:tc>
                <a:tc>
                  <a:txBody>
                    <a:bodyPr/>
                    <a:lstStyle/>
                    <a:p>
                      <a:r>
                        <a:rPr lang="en-US" dirty="0"/>
                        <a:t>hard</a:t>
                      </a:r>
                    </a:p>
                  </a:txBody>
                  <a:tcPr/>
                </a:tc>
                <a:extLst>
                  <a:ext uri="{0D108BD9-81ED-4DB2-BD59-A6C34878D82A}">
                    <a16:rowId xmlns:a16="http://schemas.microsoft.com/office/drawing/2014/main" val="1847829570"/>
                  </a:ext>
                </a:extLst>
              </a:tr>
              <a:tr h="370840">
                <a:tc>
                  <a:txBody>
                    <a:bodyPr/>
                    <a:lstStyle/>
                    <a:p>
                      <a:r>
                        <a:rPr lang="en-US" dirty="0"/>
                        <a:t>Constraint handling</a:t>
                      </a:r>
                    </a:p>
                  </a:txBody>
                  <a:tcPr/>
                </a:tc>
                <a:tc>
                  <a:txBody>
                    <a:bodyPr/>
                    <a:lstStyle/>
                    <a:p>
                      <a:r>
                        <a:rPr lang="en-US" dirty="0"/>
                        <a:t>inherent</a:t>
                      </a:r>
                    </a:p>
                  </a:txBody>
                  <a:tcPr/>
                </a:tc>
                <a:tc>
                  <a:txBody>
                    <a:bodyPr/>
                    <a:lstStyle/>
                    <a:p>
                      <a:r>
                        <a:rPr lang="en-US" dirty="0"/>
                        <a:t>Only indirect</a:t>
                      </a:r>
                    </a:p>
                  </a:txBody>
                  <a:tcPr/>
                </a:tc>
                <a:extLst>
                  <a:ext uri="{0D108BD9-81ED-4DB2-BD59-A6C34878D82A}">
                    <a16:rowId xmlns:a16="http://schemas.microsoft.com/office/drawing/2014/main" val="2333602208"/>
                  </a:ext>
                </a:extLst>
              </a:tr>
              <a:tr h="370840">
                <a:tc>
                  <a:txBody>
                    <a:bodyPr/>
                    <a:lstStyle/>
                    <a:p>
                      <a:r>
                        <a:rPr lang="en-US" dirty="0"/>
                        <a:t>Adaptive to environment changes</a:t>
                      </a:r>
                    </a:p>
                  </a:txBody>
                  <a:tcPr/>
                </a:tc>
                <a:tc>
                  <a:txBody>
                    <a:bodyPr/>
                    <a:lstStyle/>
                    <a:p>
                      <a:r>
                        <a:rPr lang="en-US" dirty="0"/>
                        <a:t>Typically not</a:t>
                      </a:r>
                    </a:p>
                  </a:txBody>
                  <a:tcPr/>
                </a:tc>
                <a:tc>
                  <a:txBody>
                    <a:bodyPr/>
                    <a:lstStyle/>
                    <a:p>
                      <a:r>
                        <a:rPr lang="en-US" dirty="0"/>
                        <a:t>inherent</a:t>
                      </a:r>
                    </a:p>
                  </a:txBody>
                  <a:tcPr/>
                </a:tc>
                <a:extLst>
                  <a:ext uri="{0D108BD9-81ED-4DB2-BD59-A6C34878D82A}">
                    <a16:rowId xmlns:a16="http://schemas.microsoft.com/office/drawing/2014/main" val="4077663058"/>
                  </a:ext>
                </a:extLst>
              </a:tr>
              <a:tr h="370840">
                <a:tc>
                  <a:txBody>
                    <a:bodyPr/>
                    <a:lstStyle/>
                    <a:p>
                      <a:r>
                        <a:rPr lang="en-US" dirty="0"/>
                        <a:t>Online complexity</a:t>
                      </a:r>
                    </a:p>
                  </a:txBody>
                  <a:tcPr/>
                </a:tc>
                <a:tc>
                  <a:txBody>
                    <a:bodyPr/>
                    <a:lstStyle/>
                    <a:p>
                      <a:r>
                        <a:rPr lang="en-US" dirty="0"/>
                        <a:t>Depends</a:t>
                      </a:r>
                    </a:p>
                  </a:txBody>
                  <a:tcPr/>
                </a:tc>
                <a:tc>
                  <a:txBody>
                    <a:bodyPr/>
                    <a:lstStyle/>
                    <a:p>
                      <a:r>
                        <a:rPr lang="en-US" dirty="0"/>
                        <a:t>depends</a:t>
                      </a:r>
                    </a:p>
                  </a:txBody>
                  <a:tcPr/>
                </a:tc>
                <a:extLst>
                  <a:ext uri="{0D108BD9-81ED-4DB2-BD59-A6C34878D82A}">
                    <a16:rowId xmlns:a16="http://schemas.microsoft.com/office/drawing/2014/main" val="1636901736"/>
                  </a:ext>
                </a:extLst>
              </a:tr>
              <a:tr h="370840">
                <a:tc>
                  <a:txBody>
                    <a:bodyPr/>
                    <a:lstStyle/>
                    <a:p>
                      <a:r>
                        <a:rPr lang="en-US" dirty="0"/>
                        <a:t>Stability theory</a:t>
                      </a:r>
                    </a:p>
                  </a:txBody>
                  <a:tcPr/>
                </a:tc>
                <a:tc>
                  <a:txBody>
                    <a:bodyPr/>
                    <a:lstStyle/>
                    <a:p>
                      <a:r>
                        <a:rPr lang="en-US" dirty="0"/>
                        <a:t>Mature</a:t>
                      </a:r>
                    </a:p>
                  </a:txBody>
                  <a:tcPr/>
                </a:tc>
                <a:tc>
                  <a:txBody>
                    <a:bodyPr/>
                    <a:lstStyle/>
                    <a:p>
                      <a:r>
                        <a:rPr lang="en-US" dirty="0"/>
                        <a:t>immature</a:t>
                      </a:r>
                    </a:p>
                  </a:txBody>
                  <a:tcPr/>
                </a:tc>
                <a:extLst>
                  <a:ext uri="{0D108BD9-81ED-4DB2-BD59-A6C34878D82A}">
                    <a16:rowId xmlns:a16="http://schemas.microsoft.com/office/drawing/2014/main" val="2837701173"/>
                  </a:ext>
                </a:extLst>
              </a:tr>
            </a:tbl>
          </a:graphicData>
        </a:graphic>
      </p:graphicFrame>
      <p:sp>
        <p:nvSpPr>
          <p:cNvPr id="6" name="TextBox 5">
            <a:extLst>
              <a:ext uri="{FF2B5EF4-FFF2-40B4-BE49-F238E27FC236}">
                <a16:creationId xmlns:a16="http://schemas.microsoft.com/office/drawing/2014/main" id="{3144564E-7416-CCC7-C324-B18D8FFDDBF7}"/>
              </a:ext>
            </a:extLst>
          </p:cNvPr>
          <p:cNvSpPr txBox="1"/>
          <p:nvPr/>
        </p:nvSpPr>
        <p:spPr>
          <a:xfrm>
            <a:off x="1843536" y="5677645"/>
            <a:ext cx="8034155" cy="695960"/>
          </a:xfrm>
          <a:prstGeom prst="rect">
            <a:avLst/>
          </a:prstGeom>
          <a:noFill/>
        </p:spPr>
        <p:txBody>
          <a:bodyPr wrap="square">
            <a:spAutoFit/>
          </a:bodyPr>
          <a:lstStyle/>
          <a:p>
            <a:pPr algn="ctr">
              <a:lnSpc>
                <a:spcPts val="2536"/>
              </a:lnSpc>
              <a:spcBef>
                <a:spcPts val="201"/>
              </a:spcBef>
            </a:pPr>
            <a:r>
              <a:rPr lang="en-US" sz="1200" dirty="0"/>
              <a:t>Key differences on MPC vs. RL (inspired from D. </a:t>
            </a:r>
            <a:r>
              <a:rPr lang="en-US" sz="1200" dirty="0" err="1"/>
              <a:t>Görges</a:t>
            </a:r>
            <a:r>
              <a:rPr lang="en-US" sz="1200" dirty="0"/>
              <a:t>, Relations between Model Predictive Control and Reinforcement Learning, IFAC </a:t>
            </a:r>
            <a:r>
              <a:rPr lang="en-US" sz="1200" dirty="0" err="1"/>
              <a:t>PapersOnine</a:t>
            </a:r>
            <a:r>
              <a:rPr lang="en-US" sz="1200" dirty="0"/>
              <a:t> 50-1, pp. 4920-4928, 2017)</a:t>
            </a:r>
          </a:p>
        </p:txBody>
      </p:sp>
    </p:spTree>
    <p:extLst>
      <p:ext uri="{BB962C8B-B14F-4D97-AF65-F5344CB8AC3E}">
        <p14:creationId xmlns:p14="http://schemas.microsoft.com/office/powerpoint/2010/main" val="21202666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7FE76-5610-1FBD-7C73-0218D8ECF79A}"/>
              </a:ext>
            </a:extLst>
          </p:cNvPr>
          <p:cNvSpPr>
            <a:spLocks noGrp="1"/>
          </p:cNvSpPr>
          <p:nvPr>
            <p:ph type="title"/>
          </p:nvPr>
        </p:nvSpPr>
        <p:spPr/>
        <p:txBody>
          <a:bodyPr/>
          <a:lstStyle/>
          <a:p>
            <a:r>
              <a:rPr lang="en-US" dirty="0"/>
              <a:t>Summary: what you’ve learned in this lecture</a:t>
            </a:r>
          </a:p>
        </p:txBody>
      </p:sp>
      <p:sp>
        <p:nvSpPr>
          <p:cNvPr id="3" name="Content Placeholder 2">
            <a:extLst>
              <a:ext uri="{FF2B5EF4-FFF2-40B4-BE49-F238E27FC236}">
                <a16:creationId xmlns:a16="http://schemas.microsoft.com/office/drawing/2014/main" id="{0CD7D188-7118-8FC6-2267-8A36A9B019D2}"/>
              </a:ext>
            </a:extLst>
          </p:cNvPr>
          <p:cNvSpPr>
            <a:spLocks noGrp="1"/>
          </p:cNvSpPr>
          <p:nvPr>
            <p:ph idx="1"/>
          </p:nvPr>
        </p:nvSpPr>
        <p:spPr/>
        <p:txBody>
          <a:bodyPr>
            <a:normAutofit lnSpcReduction="10000"/>
          </a:bodyPr>
          <a:lstStyle/>
          <a:p>
            <a:r>
              <a:rPr lang="en-US" dirty="0"/>
              <a:t>Understanding the role of RL in machine learning and optimal sequential decision making.</a:t>
            </a:r>
          </a:p>
          <a:p>
            <a:r>
              <a:rPr lang="en-US" dirty="0"/>
              <a:t>Become acquainted with the basic RL interaction loop (agent, environment, interpreter).</a:t>
            </a:r>
          </a:p>
          <a:p>
            <a:r>
              <a:rPr lang="en-US" dirty="0"/>
              <a:t>Finding your way around the basic RL vocabulary.</a:t>
            </a:r>
          </a:p>
          <a:p>
            <a:r>
              <a:rPr lang="en-US" dirty="0"/>
              <a:t>Internalize the significance of proper reward formulations (design parameter).</a:t>
            </a:r>
          </a:p>
          <a:p>
            <a:r>
              <a:rPr lang="en-US" dirty="0"/>
              <a:t>Differentiate solution ideas on how to retrieve an optimal agent behavior (policy).</a:t>
            </a:r>
          </a:p>
          <a:p>
            <a:r>
              <a:rPr lang="en-US" dirty="0"/>
              <a:t>Delimit RL towards model predictive control as a sequential decision making alternative.</a:t>
            </a:r>
          </a:p>
          <a:p>
            <a:pPr marL="0" indent="0">
              <a:buNone/>
            </a:pPr>
            <a:endParaRPr lang="en-US" dirty="0"/>
          </a:p>
        </p:txBody>
      </p:sp>
    </p:spTree>
    <p:extLst>
      <p:ext uri="{BB962C8B-B14F-4D97-AF65-F5344CB8AC3E}">
        <p14:creationId xmlns:p14="http://schemas.microsoft.com/office/powerpoint/2010/main" val="35032287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516</TotalTime>
  <Words>3622</Words>
  <Application>Microsoft Office PowerPoint</Application>
  <PresentationFormat>Widescreen</PresentationFormat>
  <Paragraphs>479</Paragraphs>
  <Slides>44</Slides>
  <Notes>0</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Aptos</vt:lpstr>
      <vt:lpstr>Aptos Display</vt:lpstr>
      <vt:lpstr>Arial</vt:lpstr>
      <vt:lpstr>Calibri</vt:lpstr>
      <vt:lpstr>Cambria Math</vt:lpstr>
      <vt:lpstr>Palatino Linotype</vt:lpstr>
      <vt:lpstr>Tahoma</vt:lpstr>
      <vt:lpstr>Office Theme</vt:lpstr>
      <vt:lpstr>Reinforcement Learning  Introduction</vt:lpstr>
      <vt:lpstr>Topics of This Course</vt:lpstr>
      <vt:lpstr>Recommended textbooks</vt:lpstr>
      <vt:lpstr>Table of contents</vt:lpstr>
      <vt:lpstr>The basic reinforcement learning structure</vt:lpstr>
      <vt:lpstr>Agent and environment</vt:lpstr>
      <vt:lpstr>Some basic definitions from the literature</vt:lpstr>
      <vt:lpstr>Context around reinforcement learning</vt:lpstr>
      <vt:lpstr>Context around machine learning</vt:lpstr>
      <vt:lpstr>Many faces of reinforcement learning</vt:lpstr>
      <vt:lpstr>Table of contents</vt:lpstr>
      <vt:lpstr>Methodical origins</vt:lpstr>
      <vt:lpstr>History of reinforcement learning</vt:lpstr>
      <vt:lpstr>Contemporary application examples</vt:lpstr>
      <vt:lpstr>Table of contents</vt:lpstr>
      <vt:lpstr>Reward</vt:lpstr>
      <vt:lpstr>Reward examples</vt:lpstr>
      <vt:lpstr>Reward characteristics</vt:lpstr>
      <vt:lpstr>The reward function hassle</vt:lpstr>
      <vt:lpstr>Task-dependent return definitions</vt:lpstr>
      <vt:lpstr>Discounted rewards</vt:lpstr>
      <vt:lpstr>State (1)</vt:lpstr>
      <vt:lpstr>State (2)</vt:lpstr>
      <vt:lpstr>History and information state</vt:lpstr>
      <vt:lpstr>Model examples with Markov states</vt:lpstr>
      <vt:lpstr>Degree of observability</vt:lpstr>
      <vt:lpstr>Action</vt:lpstr>
      <vt:lpstr>Policy</vt:lpstr>
      <vt:lpstr>Deterministic policy example</vt:lpstr>
      <vt:lpstr>Stochastic policy</vt:lpstr>
      <vt:lpstr>Value Function</vt:lpstr>
      <vt:lpstr>Exploration and exploitation</vt:lpstr>
      <vt:lpstr>Model</vt:lpstr>
      <vt:lpstr>Table of contents</vt:lpstr>
      <vt:lpstr>Maze example</vt:lpstr>
      <vt:lpstr>Maze example: RL-solution by policy</vt:lpstr>
      <vt:lpstr>Maze example: RL-solution by value function</vt:lpstr>
      <vt:lpstr>Maze example: RL-solution by model evaluation</vt:lpstr>
      <vt:lpstr>RL agent taxonomy</vt:lpstr>
      <vt:lpstr>Table of contents</vt:lpstr>
      <vt:lpstr>RL vs. planning</vt:lpstr>
      <vt:lpstr>Problem  reconsideration</vt:lpstr>
      <vt:lpstr>MPC vs. RL</vt:lpstr>
      <vt:lpstr>Summary: what you’ve learned in this lecture</vt:lpstr>
    </vt:vector>
  </TitlesOfParts>
  <Company>Southern Methodist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Hahsler, Michael</dc:creator>
  <cp:lastModifiedBy>Hahsler, Michael</cp:lastModifiedBy>
  <cp:revision>33</cp:revision>
  <dcterms:created xsi:type="dcterms:W3CDTF">2025-09-08T14:44:49Z</dcterms:created>
  <dcterms:modified xsi:type="dcterms:W3CDTF">2025-09-09T19:54:58Z</dcterms:modified>
</cp:coreProperties>
</file>