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  <a:br>
                  <a:rPr lang="en-US" dirty="0"/>
                </a:br>
                <a:r>
                  <a:rPr lang="en-US" dirty="0"/>
                  <a:t>(see textbook for derivation)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  <a:blipFill>
                <a:blip r:embed="rId2"/>
                <a:stretch>
                  <a:fillRect l="-640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 by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, leading to convergence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547488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359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3DFF17E-DF67-BABC-A51D-6F73F6245657}"/>
              </a:ext>
            </a:extLst>
          </p:cNvPr>
          <p:cNvGrpSpPr/>
          <p:nvPr/>
        </p:nvGrpSpPr>
        <p:grpSpPr>
          <a:xfrm>
            <a:off x="9065494" y="3469270"/>
            <a:ext cx="2854818" cy="1480504"/>
            <a:chOff x="8867761" y="4764111"/>
            <a:chExt cx="2854818" cy="1480504"/>
          </a:xfrm>
        </p:grpSpPr>
        <p:grpSp>
          <p:nvGrpSpPr>
            <p:cNvPr id="9" name="Group 8" descr="Updating the value function using iterative Bellman updates.">
              <a:extLst>
                <a:ext uri="{FF2B5EF4-FFF2-40B4-BE49-F238E27FC236}">
                  <a16:creationId xmlns:a16="http://schemas.microsoft.com/office/drawing/2014/main" id="{5E13A197-79F1-6CAE-0A97-FAA7508CBCC7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A7CFF6D-44E5-4AC6-F8FA-305C74E68F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FC62ADE9-9B2E-0CE9-B525-28B9E250FAC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58658A5E-4BF3-F495-C114-E6EA460FC8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8C2E7F1D-DC32-A251-BB28-41567AFC7C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026F178-8BD0-9B6E-1868-851FF19E16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57088D6C-4C8C-FE23-F85D-8685A8BA96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33B57A32-72F6-077F-22AE-C34A118F7D5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1223FDB0-EDE1-D3F8-B49E-7C42FE2277C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FB5ACCD-0701-2FB2-F78E-42498C3867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0BA13DE3-9692-0A72-42C2-2997B4BD90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EDF9F97-99C7-C914-8056-5CB2B24BFC7D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 due to the </a:t>
                </a:r>
                <a:r>
                  <a:rPr lang="en-US" b="1" dirty="0"/>
                  <a:t>Policy Improvement Theorem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Generalized Policy Iteration (GPI)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t="-526" r="-1160" b="-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7632</TotalTime>
  <Words>2505</Words>
  <Application>Microsoft Office PowerPoint</Application>
  <PresentationFormat>Widescreen</PresentationFormat>
  <Paragraphs>337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127</cp:revision>
  <dcterms:created xsi:type="dcterms:W3CDTF">2025-09-08T14:44:49Z</dcterms:created>
  <dcterms:modified xsi:type="dcterms:W3CDTF">2026-03-30T13:49:08Z</dcterms:modified>
</cp:coreProperties>
</file>