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383" r:id="rId20"/>
    <p:sldId id="384" r:id="rId21"/>
    <p:sldId id="385" r:id="rId22"/>
    <p:sldId id="386" r:id="rId23"/>
    <p:sldId id="3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383"/>
          </p14:sldIdLst>
        </p14:section>
        <p14:section name="Generalized Policy Iteration" id="{24242526-B5FF-45B4-A80E-CA85C1F5783D}">
          <p14:sldIdLst>
            <p14:sldId id="384"/>
            <p14:sldId id="385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11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5.png"/><Relationship Id="rId7" Type="http://schemas.openxmlformats.org/officeDocument/2006/relationships/image" Target="../media/image1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  <a:blipFill>
                <a:blip r:embed="rId2"/>
                <a:stretch>
                  <a:fillRect b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403522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MDPs have an optimal deterministic policy.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500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500" b="1" dirty="0"/>
                  <a:t> </a:t>
                </a:r>
                <a:r>
                  <a:rPr lang="en-US" sz="1500" dirty="0"/>
                  <a:t>given a perfect finite MDP model.</a:t>
                </a:r>
              </a:p>
              <a:p>
                <a:r>
                  <a:rPr lang="en-US" sz="1500" dirty="0"/>
                  <a:t>Bellman optimality equations pick the best action </a:t>
                </a:r>
                <a14:m>
                  <m:oMath xmlns:m="http://schemas.openxmlformats.org/officeDocument/2006/math"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500" dirty="0"/>
                  <a:t>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</a:t>
                </a:r>
                <a:r>
                  <a:rPr lang="en-US" sz="1500" b="1" dirty="0"/>
                  <a:t>evaluate a policy </a:t>
                </a:r>
                <a:r>
                  <a:rPr lang="en-US" sz="1500" dirty="0"/>
                  <a:t>(i.e.,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).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403522" cy="4779633"/>
              </a:xfrm>
              <a:blipFill>
                <a:blip r:embed="rId2"/>
                <a:stretch>
                  <a:fillRect l="-218" t="-638" b="-39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52243" y="3618978"/>
            <a:ext cx="1265236" cy="517988"/>
            <a:chOff x="2533296" y="3175233"/>
            <a:chExt cx="1503726" cy="51798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83600" y="5193234"/>
            <a:ext cx="2717168" cy="1228272"/>
            <a:chOff x="9283602" y="5193234"/>
            <a:chExt cx="2728862" cy="1228272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193234"/>
              <a:ext cx="289677" cy="1228272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25248" y="5345966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Evaluation/Prediction</a:t>
              </a:r>
              <a:r>
                <a:rPr lang="en-US" sz="1600" dirty="0"/>
                <a:t>: Estimate the value function for a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221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Table size: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221693"/>
              </a:xfrm>
              <a:blipFill>
                <a:blip r:embed="rId2"/>
                <a:stretch>
                  <a:fillRect l="-1082" t="-2886" r="-631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Bellman expectation equations give us a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812" t="-2788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766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398380" cy="4847286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The </a:t>
                </a:r>
                <a:r>
                  <a:rPr lang="en-US" sz="2000" dirty="0"/>
                  <a:t>Belman update is a contracting mapping with 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as its fixed point (for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2000" dirty="0"/>
                  <a:t>). </a:t>
                </a:r>
                <a:br>
                  <a:rPr lang="en-US" sz="2000" dirty="0"/>
                </a:br>
                <a:r>
                  <a:rPr lang="en-US" sz="2000" dirty="0"/>
                  <a:t>I.e., 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398380" cy="4847286"/>
              </a:xfrm>
              <a:blipFill>
                <a:blip r:embed="rId2"/>
                <a:stretch>
                  <a:fillRect l="-907" t="-1635" b="-11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99786" y="4398634"/>
            <a:ext cx="4912340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23602" y="5012370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8789802" y="1822117"/>
            <a:ext cx="2660677" cy="2397755"/>
            <a:chOff x="8740049" y="1829375"/>
            <a:chExt cx="2660677" cy="239775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15184"/>
            <a:stretch>
              <a:fillRect/>
            </a:stretch>
          </p:blipFill>
          <p:spPr>
            <a:xfrm>
              <a:off x="8740049" y="2254950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799641" y="1829375"/>
              <a:ext cx="2177124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Backup diagram for the Bellman updates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  <a:blipFill>
                <a:blip r:embed="rId2"/>
                <a:stretch>
                  <a:fillRect l="-995" t="-4555" b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reduced, leading to convergence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applied many times.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5340084" y="5312557"/>
            <a:ext cx="3198072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only guaranteed if the discount rate is strictly smaller than 1!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084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:r>
                  <a:rPr lang="en-US" dirty="0"/>
                  <a:t>is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87F84E5-3C25-C8BE-2952-1F80F13AB674}"/>
              </a:ext>
            </a:extLst>
          </p:cNvPr>
          <p:cNvSpPr/>
          <p:nvPr/>
        </p:nvSpPr>
        <p:spPr>
          <a:xfrm>
            <a:off x="779489" y="1798820"/>
            <a:ext cx="8199619" cy="1926236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29091" y="1681237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9091" y="1681237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30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27939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lvl="1"/>
                <a:r>
                  <a:rPr lang="en-US" b="1" dirty="0"/>
                  <a:t>Issue</a:t>
                </a:r>
                <a:r>
                  <a:rPr lang="en-US" dirty="0"/>
                  <a:t>: Policy estimation is computationally expensive! Using fewer iterations leads to modified policy iteration.</a:t>
                </a:r>
              </a:p>
            </p:txBody>
          </p:sp>
        </mc:Choice>
        <mc:Fallback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2793912"/>
              </a:xfrm>
              <a:prstGeom prst="rect">
                <a:avLst/>
              </a:prstGeom>
              <a:blipFill>
                <a:blip r:embed="rId8"/>
                <a:stretch>
                  <a:fillRect l="-1236" t="-4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Can also stop this loop early (</a:t>
            </a:r>
            <a:r>
              <a:rPr lang="en-US" sz="1600" b="1" dirty="0"/>
              <a:t>modified policy iteration)</a:t>
            </a:r>
            <a:r>
              <a:rPr lang="en-US" sz="1600" dirty="0"/>
              <a:t>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the policy improvement and truncated policy evaluation steps.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Requires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Evaluation/Prediction</a:t>
                </a:r>
                <a:r>
                  <a:rPr lang="en-US" sz="1600" dirty="0"/>
                  <a:t>: Calculates the value function for a given policy.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GPI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r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5714</TotalTime>
  <Words>2216</Words>
  <Application>Microsoft Office PowerPoint</Application>
  <PresentationFormat>Widescreen</PresentationFormat>
  <Paragraphs>293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Policy Evaluation</vt:lpstr>
      <vt:lpstr>Policy Evaluation (Prediction):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108</cp:revision>
  <dcterms:created xsi:type="dcterms:W3CDTF">2025-09-08T14:44:49Z</dcterms:created>
  <dcterms:modified xsi:type="dcterms:W3CDTF">2026-01-31T18:31:57Z</dcterms:modified>
</cp:coreProperties>
</file>