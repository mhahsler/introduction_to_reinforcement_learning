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88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5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 (planning).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344244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29000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B45C87-9BD1-8FF4-8FDF-AE79A11009A4}"/>
              </a:ext>
            </a:extLst>
          </p:cNvPr>
          <p:cNvSpPr txBox="1"/>
          <p:nvPr/>
        </p:nvSpPr>
        <p:spPr>
          <a:xfrm>
            <a:off x="7718304" y="2623345"/>
            <a:ext cx="4129923" cy="3385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Expected Bellman update operator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8304" y="4675985"/>
            <a:ext cx="4106074" cy="830997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can be </a:t>
                </a:r>
                <a:r>
                  <a:rPr lang="en-US" b="1" dirty="0"/>
                  <a:t>sampled</a:t>
                </a:r>
                <a:r>
                  <a:rPr lang="en-US" dirty="0"/>
                  <a:t> using the value of the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observed immediate reward and next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The </a:t>
                </a:r>
                <a:r>
                  <a:rPr lang="en-US" b="1" dirty="0"/>
                  <a:t>TD error </a:t>
                </a:r>
                <a:r>
                  <a:rPr lang="en-US" dirty="0"/>
                  <a:t>is defined between two time steps as: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tuples), but only uses one reward which </a:t>
                </a:r>
                <a:r>
                  <a:rPr lang="en-US" b="1" dirty="0"/>
                  <a:t>reduces variance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 The result is </a:t>
                </a:r>
                <a:r>
                  <a:rPr lang="en-US" b="1" dirty="0"/>
                  <a:t>biased</a:t>
                </a:r>
                <a:r>
                  <a:rPr lang="en-US" dirty="0"/>
                  <a:t> towards the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3"/>
                <a:stretch>
                  <a:fillRect l="-77" t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20505" y="5499853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8608" y="3704710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sample from the error distribution because we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727857" y="3944679"/>
            <a:ext cx="1829849" cy="341088"/>
            <a:chOff x="3727857" y="3944679"/>
            <a:chExt cx="1829849" cy="34108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33"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estimation bias.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1852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34406"/>
            <a:ext cx="3528733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271483" y="2718337"/>
            <a:ext cx="4924554" cy="621075"/>
            <a:chOff x="4021326" y="2206230"/>
            <a:chExt cx="3018333" cy="62107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endParaRPr lang="en-US" dirty="0"/>
              </a:p>
              <a:p>
                <a:r>
                  <a:rPr lang="en-US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 noisy sample of the true difference.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  <a:r>
                  <a:rPr lang="en-US" dirty="0"/>
                  <a:t>Then the updates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lead to an expected TD error of 0, i.e., the Bellman consistency conditions are met which means convergence.</a:t>
                </a:r>
              </a:p>
              <a:p>
                <a:endParaRPr lang="en-US" dirty="0"/>
              </a:p>
              <a:p>
                <a:r>
                  <a:rPr lang="en-US" dirty="0"/>
                  <a:t>What is slow enough?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    (equivalent to incremental averaging)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7D45EEA-1908-E049-EF9E-508670B0AA5C}"/>
              </a:ext>
            </a:extLst>
          </p:cNvPr>
          <p:cNvSpPr/>
          <p:nvPr/>
        </p:nvSpPr>
        <p:spPr>
          <a:xfrm>
            <a:off x="1824064" y="4630166"/>
            <a:ext cx="2048969" cy="337279"/>
          </a:xfrm>
          <a:prstGeom prst="wedgeRoundRectCallout">
            <a:avLst>
              <a:gd name="adj1" fmla="val 81904"/>
              <a:gd name="adj2" fmla="val -283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Keeps learning forever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22401" y="4342108"/>
            <a:ext cx="2599545" cy="625337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Noise variance shrinks fast enough to suppress noise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The estimate is biased.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Converges typically faster than MC prediction.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57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614685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has to wait for the end of the episode but is unbiased.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314081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989" t="-2806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sampling, it relies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estimates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8219</TotalTime>
  <Words>2632</Words>
  <Application>Microsoft Office PowerPoint</Application>
  <PresentationFormat>Widescreen</PresentationFormat>
  <Paragraphs>277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168</cp:revision>
  <dcterms:created xsi:type="dcterms:W3CDTF">2025-09-08T14:44:49Z</dcterms:created>
  <dcterms:modified xsi:type="dcterms:W3CDTF">2026-04-22T14:58:58Z</dcterms:modified>
</cp:coreProperties>
</file>