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313" r:id="rId3"/>
    <p:sldId id="481" r:id="rId4"/>
    <p:sldId id="423" r:id="rId5"/>
    <p:sldId id="485" r:id="rId6"/>
    <p:sldId id="396" r:id="rId7"/>
    <p:sldId id="410" r:id="rId8"/>
    <p:sldId id="392" r:id="rId9"/>
    <p:sldId id="397" r:id="rId10"/>
    <p:sldId id="399" r:id="rId11"/>
    <p:sldId id="506" r:id="rId12"/>
    <p:sldId id="400" r:id="rId13"/>
    <p:sldId id="395" r:id="rId14"/>
    <p:sldId id="401" r:id="rId15"/>
    <p:sldId id="402" r:id="rId16"/>
    <p:sldId id="411" r:id="rId17"/>
    <p:sldId id="403" r:id="rId18"/>
    <p:sldId id="406" r:id="rId19"/>
    <p:sldId id="404" r:id="rId20"/>
    <p:sldId id="482" r:id="rId21"/>
    <p:sldId id="405" r:id="rId22"/>
    <p:sldId id="398" r:id="rId23"/>
    <p:sldId id="408" r:id="rId24"/>
    <p:sldId id="416" r:id="rId25"/>
    <p:sldId id="507" r:id="rId26"/>
    <p:sldId id="417" r:id="rId27"/>
    <p:sldId id="419" r:id="rId28"/>
    <p:sldId id="418" r:id="rId29"/>
    <p:sldId id="409" r:id="rId30"/>
    <p:sldId id="483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1"/>
            <p14:sldId id="423"/>
            <p14:sldId id="485"/>
          </p14:sldIdLst>
        </p14:section>
        <p14:section name="Value-based DRL" id="{67578A7E-6414-4247-9957-ABC1634F1E3F}">
          <p14:sldIdLst>
            <p14:sldId id="396"/>
            <p14:sldId id="410"/>
            <p14:sldId id="392"/>
            <p14:sldId id="397"/>
            <p14:sldId id="399"/>
            <p14:sldId id="506"/>
            <p14:sldId id="400"/>
            <p14:sldId id="395"/>
            <p14:sldId id="401"/>
            <p14:sldId id="402"/>
            <p14:sldId id="411"/>
            <p14:sldId id="403"/>
            <p14:sldId id="406"/>
          </p14:sldIdLst>
        </p14:section>
        <p14:section name="Policy Gradient DRL" id="{3BF9B721-8978-4F01-B115-537709387F8D}">
          <p14:sldIdLst>
            <p14:sldId id="404"/>
            <p14:sldId id="482"/>
            <p14:sldId id="405"/>
            <p14:sldId id="398"/>
            <p14:sldId id="408"/>
            <p14:sldId id="416"/>
            <p14:sldId id="507"/>
            <p14:sldId id="417"/>
            <p14:sldId id="419"/>
            <p14:sldId id="418"/>
            <p14:sldId id="409"/>
            <p14:sldId id="4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3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5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7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8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9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0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3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8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3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7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6:18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2240,'-10'9'8266,"10"-8"-8107,2 28 73,-1-11 353,-2-17-566,1 0 0,0 0 0,0 1 0,0-1-1,0 0 1,0 1 0,0-1 0,1 0 0,-1 1-1,0-1 1,0 0 0,1 0 0,-1 0-1,1 1 1,0-1 0,-1 0 0,1 0 0,1 2-1,-1-3-14,0 1-1,-1-1 1,1 1-1,0-1 1,0 0-1,0 0 0,0 1 1,0-1-1,0 0 1,0 0-1,0 0 1,0 0-1,0 0 0,0 0 1,0 0-1,0 0 1,0-1-1,0 1 0,0 0 1,0-1-1,0 1 1,0 0-1,0-1 1,0 1-1,0-1 0,1 0 1,1-1 1,0 1 0,0-1 0,0 0 0,0 0 0,0 0 0,-1 0 0,1-1 0,0 1 0,-1-1 0,0 1 0,0-1 0,1 0 0,-2 0 0,1 0 0,0 0 0,-1 0 0,1 0 0,-1-1 0,2-5 0,-3 8 2,-1 1 0,1-1 0,0 1 0,0-1 0,-1 1 0,1-1-1,0 1 1,-1-1 0,1 1 0,0-1 0,-1 1 0,1-1 0,-1 1 0,1 0 0,-1-1 0,1 1 0,-1 0 0,1-1 0,-1 1 0,1 0 0,-1 0-1,0 0 1,1-1 0,-1 1 0,1 0 0,-1 0 0,1 0 0,-1 0 0,0 0 0,1 0 0,-1 0 0,1 0 0,-1 0 0,0 0 0,1 1 0,-1-1-1,1 0 1,-1 0 0,1 0 0,-1 1 0,1-1 0,-1 1 0,0-1 2,0 0 0,1 0 0,-1 0 0,1 0 0,-1 0 0,1 0-1,-1 1 1,0-1 0,1 0 0,-1 0 0,1 1 0,-1-1 0,1 0 0,0 1 0,-1-1 0,1 0 0,-1 1-1,1-1 1,-1 0 0,1 1 0,0-1 0,-1 1 0,1-1 0,0 1 0,0-1 0,-1 1 0,1-1 0,0 1-1,0 0 1,0-1 0,0 1 0,-1-1 0,1 1 0,0-1 0,0 1 0,0-1 0,0 1 0,0 0 0,1-1-1,-1 1 1,0-1 0,0 1 0,0-1 0,0 1 0,1-1 0,-1 1 0,0-1 0,0 1 0,1-1 0,-1 1-1,1 0 1,2 2 15,1-1-1,-1 1 0,1 0 0,0-1 0,0 0 1,0 0-1,0 0 0,0-1 0,1 1 1,-1-1-1,0 0 0,9 1 0,-10-2-13,0 1-1,1-1 1,-1 1 0,0-1-1,1 0 1,-1 0-1,0-1 1,1 1 0,-1-1-1,0 0 1,1 0 0,-1 0-1,0 0 1,0 0-1,0-1 1,0 1 0,5-4-1,-8 2 57,-8 2-34,-6 2-12,3 3-7,0 0 0,1 0 0,-1 1 0,1 1 1,0-1-1,1 2 0,-1-1 0,1 1 1,1 1-1,-1-1 0,-13 18 0,21-24-10,1-1-1,-1 1 1,1 0-1,-1-1 1,1 1-1,-1 0 1,1 0-1,-1-1 1,1 1 0,0 0-1,-1 0 1,1 0-1,0 0 1,0 0-1,0-1 1,-1 1-1,1 0 1,0 0-1,0 0 1,0 0-1,1 0 1,-1 0-1,0 1 1,1-2 0,-1 1 0,1-1 0,-1 1 0,1-1 1,-1 1-1,1-1 0,0 1 0,-1-1 0,1 0 0,0 1 0,-1-1 0,1 0 0,0 0 1,-1 0-1,1 1 0,0-1 0,0 0 0,-1 0 0,1 0 0,0 0 0,1 0 1,0 0 4,1-1 1,-1 1-1,1 0 1,-1-1-1,0 1 1,1-1-1,-1 0 1,1 0 0,-1 0-1,0 0 1,0 0-1,0 0 1,0-1-1,0 1 1,0-1-1,3-2 1,-5 3-6,1 0 1,-1 1-1,1-1 1,-1 0-1,0 1 1,1-1-1,-1 0 0,0 0 1,0 1-1,0-1 1,0 0-1,0 0 1,0 0-1,1 1 1,-2-1-1,1 0 0,0 0 1,0 1-1,0-1 1,0 0-1,0 0 1,-1 1-1,1-1 0,0 0 1,-1 1-1,1-1 1,0 0-1,-1 1 1,1-1-1,-1 0 1,1 1-1,-1-1 0,1 1 1,-1-1-1,0 1 1,1-1-1,-1 1 1,0-1-1,1 1 0,-1 0 1,0-1-1,0 1 1,1 0-1,-2 0 1,2 0-9,0 0 1,0 0-1,0 0 0,-1 1 1,1-1-1,0 0 1,0 0-1,0 0 1,0 1-1,0-1 1,0 0-1,0 0 0,0 1 1,0-1-1,0 0 1,0 0-1,0 1 1,0-1-1,0 0 1,0 0-1,0 1 0,0-1 1,0 0-1,0 0 1,0 1-1,0-1 1,0 0-1,1 0 1,-1 1-1,0-1 0,0 0 1,0 0-1,0 0 1,0 1-1,1-1 1,-1 0-1,0 0 1,0 0-1,0 0 0,1 0 1,-1 1-1,0-1 1,0 0-1,1 0 1,-1 0-1,0 0 0,1 0 1,20 16-92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25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1998 36 544,'-13'-6'591,"-1"0"-1,0 1 1,0 1 0,0 0-1,-1 0 1,0 2 0,1 0-1,-1 0 1,-22 2 0,18 0-239,-216 4 1539,178 0-1704,1 3-1,-63 15 0,-184 58-54,122-30-120,94-23-6,2 5 0,-149 77 0,185-83-35,-74 53 0,95-58-24,2 1-1,0 1 1,-40 47-1,49-48 120,1 0-1,1 2 1,1 0-1,2 0 1,0 1-1,1 1 0,2 0 1,1 0-1,0 1 1,2-1-1,-4 56 1,9-70-66,2-1 0,0 1 0,0-1 0,1 0 0,1 0 0,-1 1 0,2-2 0,0 1 0,0 0 0,1-1 0,0 0 0,1 0 0,0 0 0,0-1 0,1 0 0,0 0 0,1 0 0,11 9 0,13 8-12,1-1 1,0-2-1,66 33 0,-46-27 13,40 34 159,9 4 250,-51-41 27,1-3 0,102 32-1,115 11-50,-184-46-288,1-5-1,118 7 0,-174-19-73,-1 1 1,1 1-1,35 11 0,44 8-17,15-9 34,83 13 80,-147-19-94,1-3 0,0-2 0,65-6 0,52 4 35,-139 0-35,3 1 26,51-2 0,-80-2-24,0-1-1,1 0 1,-1-1-1,0 0 1,0-1 0,0-1-1,22-10 1,-19 5 18,0 0 0,-1-1 0,0-1 0,-1 0 0,0-1 0,-1 0 0,-1-1 0,0-1 0,-1 0-1,11-18 1,-7 5-5,0-1 0,-2 0 0,-1-1 0,-1-1 0,7-33 0,-14 45-22,-1-1-1,-1 0 1,-1 0 0,-1 0-1,-1 1 1,0-1 0,-5-21-1,-3-5 15,-28-83 0,27 103 24,-2 0-1,0 1 1,-2 0-1,-24-33 1,6 15 527,-53-54 0,60 71-489,-1 1 0,-1 2 1,-1 0-1,-2 2 0,0 1 0,-1 2 0,0 0 0,-46-16 1,-41-13 1066,-212-116 1,313 153-1155,-37-20 130,49 28-292,0 0-1,0 0 1,0 0-1,-1 1 0,1 0 1,-1 0-1,1 0 1,-11 0-1,-14 7-427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4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1 255 1080,'0'-9'224,"0"2"168,5-3-152,0 2 16,2-3-87,1-1-33,-1 0-64,2-1-24,-3-4-16,3 0-8,-2-2-16,0 2 8,-4 0-56,0-2-80,-3 2-273,2 0 33,-2 0-208,2 2 304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50 320,'-5'-5'88,"5"-2"56,0 0-40,5-1-64,2-2-40,5-2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1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45 712,'3'-10'64,"6"-2"48,-3 0-232,3 2 80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3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1040,'-1'14'128,"-5"-1"232,6-1-352,0 0 0,2-5-56,2-2 48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0 3321,'-26'14'360,"-6"10"536,1 3-216,2-3 272,2 0 17,10-4-321,7-1-216,10 0-328,8 1-264,7-1-1345,6 0-959,4 1 1464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1 1872,'-16'13'232,"3"6"409,3 0 215,-4 0 208,5-4-64,3-3-216,6-2-520,1-1-184,6-3-1544,2 1 1096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7.9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1 1944,'-4'3'335,"0"0"0,0 1 0,0 0-1,0 0 1,1 0 0,-1 0 0,1 0-1,0 1 1,1-1 0,-3 6-1,4-7-203,0-1 0,0 1 0,1-1-1,-1 1 1,1-1 0,-1 1-1,1 0 1,0-1 0,0 1-1,0 0 1,1-1 0,-1 1 0,1-1-1,-1 1 1,1-1 0,0 1-1,0-1 1,0 1 0,0-1-1,0 0 1,4 5 0,22 23 72,-20-23-677,-1-1 0,0 0 0,6 11 0,-10-15 316,-1 1 1,1 0-1,-1-1 0,0 1 1,0 0-1,0 0 0,-1 0 1,1 0-1,0 0 0,-1-1 0,0 1 1,0 0-1,0 0 0,0 3 1,-3 9 60,-1-1 0,0 0 1,0 0-1,-2 0 1,-6 14-1,5-13 101,0 0 1,1 0-1,-6 31 0,11-44-4,1 1 0,-1 0 0,1 0 0,0-1 0,0 1 0,0 0 0,0 0 0,1-1 0,-1 1 0,1 0 0,-1-1 0,1 1 0,0 0 0,2 2 0,-1-1 0,1 0 0,0 0 0,1 0 0,-1-1 0,1 1 0,-1-1 0,6 4 0,-7-6-27,0 1 0,0 0 0,0 0 1,0 0-1,0 1 0,-1-1 0,1 0 0,-1 1 0,0-1 1,0 1-1,0-1 0,0 1 0,0-1 0,0 1 0,0 0 1,-1 0-1,0-1 0,1 1 0,-1 0 0,0 0 0,-1-1 1,1 1-1,0 0 0,-1 3 0,-5 14-254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0 944,'-5'2'64,"3"-2"112,2 2-112,3-2 0,1 1-8,1 1-8,0 1-48,0-1-208,-1 1 144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2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19 832,'-1'3'80,"1"-1"160,3-2-216,5 0-32,3-7-152,-1 0-96,-2-3 120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3 760,'-1'-1'104,"1"1"0,-1 0 0,1 0 0,-1 0 0,1-1 0,0 1 0,-1 0 0,1 0 0,-1 0 0,1 0 0,-1 0 0,1 0 0,-1 0 0,1 0 0,-1 0 0,1 0 0,-1 0 0,1 0 0,0 0 0,-1 1 0,1-1 0,-1 0 0,1 0 0,-1 0 0,1 1 0,0-1 0,-1 0 0,0 1 0,-2 13 2418,3-7-2815,-29 134 893,27-135-724,1 0-1,0 0 1,0 0-1,0 0 1,0 0-1,1 0 0,0 0 1,1 0-1,0 7 1,4 2-427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7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0 2024,'-12'6'120,"5"2"417,-5 1 119,7 1 96,0 0 40,8 0-416,6 0-192,6 1-152,1-1-208,1-3 104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3.5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12 1032,'-3'2'244,"-1"1"0,1-1 0,-1 1 0,1 0 0,0 0 0,0 0-1,0 0 1,1 0 0,-1 1 0,1-1 0,-1 1 0,1 0 0,1-1 0,-1 1 0,0 0-1,1 0 1,0 0 0,0 1 0,0-1 0,0 0 0,1 0 0,-1 7 0,1-9-115,0 1 0,0 0 1,1-1-1,-1 1 0,1 0 0,-1-1 1,1 1-1,0 0 0,0-1 1,0 1-1,0-1 0,0 0 0,0 1 1,1-1-1,2 3 0,-3-3-135,1-1 0,0 0-1,0 1 1,0-1-1,-1 0 1,1 0 0,0 0-1,0 0 1,0-1-1,1 1 1,-1 0 0,0-1-1,0 0 1,0 1 0,0-1-1,1 0 1,-1 0-1,0 0 1,0 0 0,0-1-1,4 0 1,-1 0 43,-1-1 0,1 0 0,-1 1 0,1-2 0,-1 1 0,0 0 0,1-1 0,-1 0 0,-1 0 0,1 0 0,0-1 0,-1 1 0,6-8 0,-6 7-25,0 1 0,-1-1 0,1 0 1,-1 1-1,0-1 0,0 0 0,-1 0 0,1-1 1,-1 1-1,0 0 0,0 0 0,0-1 1,-1 1-1,1 0 0,-1-9 0,-1 11-20,1 0 0,-1 0 0,1 1-1,-1-1 1,0 0 0,0 0 0,0 0 0,0 1-1,0-1 1,0 1 0,0-1 0,0 1-1,-1-1 1,1 1 0,-1 0 0,1-1 0,-1 1-1,1 0 1,-1 0 0,0 0 0,1 0-1,-1 0 1,0 1 0,0-1 0,0 0 0,0 1-1,1 0 1,-1-1 0,0 1 0,0 0-1,0 0 1,0 0 0,0 0 0,-3 1 0,-3-1 30,0 1 0,0 1 1,0-1-1,0 1 1,0 1-1,1-1 1,-8 5-1,-5 3 480,-30 21-1,43-26-328,1 0 1,-1 1-1,1-1 0,0 1 0,0 1 0,1-1 1,-7 10-1,12-16-172,0 1 1,0-1-1,-1 1 1,1-1-1,0 0 1,0 1-1,0-1 1,0 1-1,0-1 1,0 0-1,-1 1 1,1-1-1,0 1 1,0-1-1,0 1 1,0-1-1,0 1 0,1-1 1,-1 0-1,0 1 1,0-1-1,0 1 1,0-1-1,0 0 1,0 1-1,1-1 1,-1 1-1,0-1 1,0 0-1,1 1 1,-1-1-1,16 6-307,18-6 99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35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2426 1288,'4'-5'-166,"11"-14"2755,-8 19-772,0 13-754,4 51 1278,-8-43-1386,10 41 0,-7-40-578,1 0 0,2-1 0,0 0 0,1 0-1,0-1 1,2 0 0,1-1 0,24 29 0,-8-20-209,2-2 0,0 0 1,2-3-1,65 36 0,-70-42-74,-1 1-46,-1 1 0,33 30 0,-5-3 81,57 31 71,-8-7-135,-89-60-55,1 0 0,0-2 1,0 1-1,1-2 0,0 0 0,21 5 0,105 21 65,-108-26-75,19 4 8,131 22 40,-148-29-6,1-1-1,-1-2 1,42-4-1,217-34 1097,-249 31-1043,1-2-1,-2-2 1,1-1-1,-2-3 0,0-2 1,49-24-1,-84 36-65,1-1 0,0-1 0,-1 0-1,0 0 1,-1-1 0,1 0-1,-1 0 1,-1-1 0,1 0-1,-1 0 1,-1-1 0,0 0-1,0 0 1,0-1 0,-1 1-1,-1-1 1,6-17 0,-1 3-18,1 0 0,1 0 0,1 1 1,1 1-1,2 0 0,0 1 0,0 0 1,26-25-1,1 2 16,51-74 0,-77 94-17,0-1 0,-2-1-1,-1 0 1,-1-1 0,10-33 0,98-450 124,-119 501-134,44-292 29,-44 44-6,-4 119-18,3 122-5,1-44 1,-2-1-1,-4 1 1,-13-72 0,-4-25 15,17 106-26,-16-69 1,-28-32 9,9 34-23,-1-42-10,37 148 30,0 0 1,-1 1-1,-1-1 0,0 1 1,-1 0-1,0 1 0,0-1 1,-1 2-1,-1-1 0,1 1 1,-2 0-1,1 1 0,-1 0 1,0 0-1,-1 1 0,0 0 1,0 1-1,0 1 0,-1 0 1,0 0-1,0 1 0,0 0 1,-23-3-1,11 3-16,1 2 0,-1 0 0,0 1 0,0 2 0,-38 4 0,49-2-7,-1 0 1,0 0-1,1 2 0,0-1 0,0 2 1,0 0-1,1 0 0,-1 1 0,2 1 0,-21 16 1,-83 88-62,48-45 59,40-44 31,-1 0 1,-50 29-1,-15 11 3,-128 129-59,188-157 28,0 1 0,3 2 0,-51 83 0,30-26 7,25-44 4,-43 63-1,22-49 7,-100 149-91,113-159 69,3 1 0,-26 64-1,51-104 23,-93 215-62,67-164 100,-57 87 0,67-121-14,-15 23 71,-41 81-1,73-124-162,1-1 0,0 1 1,1 0-1,1 0 0,0 0 0,0 1 0,1 14 0,-5 40-1949,-7-6 1019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49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2131 2032,'3'-9'5378,"16"-15"-4392,-7 9 61,93-145 3812,53-76-2736,-76 119-1282,107-201 0,-23 21-486,-13 25-249,-22-10 93,-111 235-186,2 1 0,1 2 1,49-69-1,-64 102 0,-1-1-1,-1 1 1,9-21-1,-13 27-7,0 0 0,-1 0-1,1 0 1,-1 0 0,0 0 0,-1-1-1,1 1 1,-1 0 0,0 0 0,0-1-1,-1 1 1,-1-7 0,-5 2 12,5 9-59,4 7-37,0-4 70,-2 1 0,1 0-1,0 0 1,0 0 0,-1 0-1,0 0 1,0 0 0,1 0 0,-2 0-1,1 0 1,0 0 0,-1 0 0,1 0-1,-1 0 1,-1 3 0,1-2 18,0 0 0,-1 0 1,0 0-1,1-1 0,-1 1 0,0 0 0,-1-1 1,1 0-1,0 1 0,-6 4 0,0-2 4,-1-1 0,-18 9 0,-9 5 11,36-19-24,0 0-1,0 0 1,0 0-1,-1 1 1,1-1 0,0 0-1,0 0 1,0 0-1,-1 0 1,1 1 0,0-1-1,0 0 1,0 0-1,0 0 1,0 1 0,0-1-1,-1 0 1,1 0-1,0 0 1,0 1 0,0-1-1,0 0 1,0 0-1,0 1 1,0-1 0,0 0-1,0 0 1,0 1-1,0-1 1,0 0-1,0 0 1,0 1 0,0-1-1,0 0 1,0 0-1,1 0 1,-1 1 0,0-1-1,0 0 1,0 0-1,0 0 1,1 1 0,-1-1-1,0 0 1,0 1-1,0-1 0,0 0 1,1 1-1,-1-1 1,0 0-1,0 1 1,0-1-1,0 0 1,0 1-1,0-1 1,0 0-1,0 1 1,0-1-1,0 0 0,0 1 1,0-1-1,0 0 1,0 1-1,0-1 1,0 1-1,0-1 1,0 0-1,-1 0 1,1 1-1,-41 53 11,-2-2 0,-98 91 1,68-72 55,70-68-58,2-2-3,0 0 1,1 0-1,-1 0 0,0 0 1,0 0-1,0 0 0,0-1 1,0 1-1,0 0 1,0-1-1,0 1 0,0-1 1,0 1-1,0-1 0,-1 0 1,0 1-1,2-1 8,0-6-11,1 0 0,0 0-1,0 0 1,1 0-1,0 0 1,0 0 0,0 0-1,7-10 1,29-42 6,-25 42-14,2 0 1,-1 1-1,2 0 0,25-19 0,75-42-47,5-5 26,-90 53 47,-29 26-18,0 0-1,-1 0 1,1 0-1,-1 0 1,0 0 0,0 0-1,0-1 1,0 1-1,0 0 1,0-1-1,0 1 1,-1-1 0,1 1-1,-1-4 1,0 6-12,7 10-91,-7-6 124,-1 1-1,1-1 1,-1 0 0,0 0-1,0 0 1,0 0 0,-1 0-1,1 0 1,-4 5 0,1 1 15,1-3-9,1 1-1,1 0 1,-1 0-1,1-1 1,1 1-1,-1 0 1,2 11-1,-1 15 99,-10 60 269,-23 95 1,-34 88 513,66-273-877,0-1-6,0 0 0,0 0 1,0 0-1,1 0 0,-1 0 0,1 0 0,0 0 0,0 0 1,0 0-1,0 0 0,0 0 0,1 0 0,0 3 1,-1-5-19,0-1 0,0 0 0,0 0 0,1 0 0,-1 1 0,0-1 0,0 0 1,0 0-1,0 0 0,0 0 0,1 1 0,-1-1 0,0 0 0,0 0 0,0 0 0,1 0 1,-1 0-1,0 1 0,0-1 0,0 0 0,1 0 0,-1 0 0,0 0 0,0 0 0,0 0 1,1 0-1,-1 0 0,0 0 0,0 0 0,1 0 0,-1 0 0,0 0 0,0 0 1,1 0-1,-1 0 0,0 0 0,0 0 0,0 0 0,1-1 0,-1 1 0,0 0 0,0 0 1,0 0-1,1 0 0,-1 0 0,0-1 0,0 1 0,0 0 0,0 0 0,1 0 0,-1 0 1,0-1-1,0 1 0,0 0 0,8-16 8,-5 8-835,15-5-3902,-4 9 2826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1 544,'12'10'2834,"-6"-8"-1799,1 0-1,0 0 1,0-1 0,-1 0-1,1 0 1,11-1 0,29 5 1523,308 69-497,-1 0-950,-332-69-989,149 33 507,-147-35-491,0 0 1,0-1 0,0-2 0,1 0 0,26-5-1,-47 4-75,0 1-1,0-1 0,0 0 0,-1 0 0,1 0 1,0-1-1,0 1 0,0-1 0,-1 0 0,1 0 0,-1 0 1,0-1-1,0 1 0,1-1 0,4-5 0,-8 8-61,-1 0 0,1 0 0,0 0 0,0 0 0,0 0 1,0 0-1,0 0 0,0 0 0,0 0 0,0 0 0,0 0 0,0 0 0,0 0 0,0 0 0,0 0 0,0 0 0,0 0 0,-1 0 0,1 0 0,0 0 0,0 0 0,0 0 0,0 0 0,0 0 0,0 0 0,0 0 0,0 0 0,0 0 0,0 0 0,0-1 0,0 1 0,0 0 0,0 0 0,0 0 0,0 0 0,0 0 0,0 0 0,0 0 0,0 0 0,0 0 0,0 0 0,0 0 0,0 0 0,0 0 0,0 0 0,0 0 0,0-1 1,0 1-1,0 0 0,0 0 0,0 0 0,0 0 0,0 0 0,0 0 0,0 0 0,0 0 0,0 0 0,0 0 0,0 0 0,0 0 0,-9 4-494,-9 8-1322,3 4-263,2 3 715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27 2497,'0'-1'162,"0"0"0,0 0 0,0 0 1,0 0-1,0 0 0,0 0 0,1 0 1,-1 0-1,0 0 0,1 0 1,-1 0-1,0 1 0,1-1 0,-1 0 1,1 0-1,0 0 0,-1 1 1,1-1-1,0 0 0,-1 1 0,1-1 1,0 0-1,0 1 0,-1-1 0,3 0 1,-1 0 88,1 0-1,-1 1 1,1-1 0,-1 1 0,1-1 0,-1 1 0,1 0-1,-1 0 1,6 0 0,3 2 165,1 0-1,0 1 1,16 6-1,-17-5-280,0 1 0,0-1 0,0 2 0,-1 0 0,0 0 0,0 1 0,0 0-1,-1 0 1,0 1 0,-1 1 0,1-1 0,-2 1 0,1 1 0,-1-1 0,-1 1 0,0 1-1,0-1 1,-1 1 0,0 0 0,4 17 0,-2-7-38,0-2 11,-1 0 1,-1 1-1,4 36 1,-9-54-43,0 1 0,0-1 1,0 0-1,0 0 0,-1 0 1,1 0-1,-1 0 0,0 0 1,0 0-1,0 0 0,0 0 1,0 0-1,0 0 0,0 0 1,0-1-1,-1 1 0,1 0 1,-1-1-1,1 1 0,-1-1 1,0 0-1,1 1 0,-1-1 0,-4 2 1,-4 2 216,0-1-1,0 0 1,-19 4 0,10-2-224,-8 3-250,1 1-1,0 1 0,0 1 0,1 1 0,-31 23 0,17-8-392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2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617 39 1704,'-2'-9'282,"1"6"-20,1 1 0,0 0 0,-1-1 0,1 1 0,-1 0 0,1 0 0,-1 0 0,0 0 0,0 0 0,0-1 0,-3-2 0,3 5-131,0 0 0,0 0-1,-1 1 1,1-1-1,0 0 1,0 1 0,0-1-1,0 1 1,0-1-1,0 1 1,0-1 0,0 1-1,0 0 1,0 0-1,0-1 1,-2 3-1,-16 18 655,14-15-470,-122 171 2118,14-18-1399,79-117-790,-1-1 0,-2-2 0,-2-2 0,-64 48 0,102-84-240,-34 21 186,33-21-163,0 1 1,-1-1-1,1 0 1,0 0 0,-1 0-1,0 0 1,1-1-1,-1 1 1,1-1-1,-1 1 1,-5-1 0,9-2-3,1-1 0,0 1 1,0 0-1,0-1 0,0 1 1,0 0-1,0 0 0,4-2 1,361-274 212,-360 272-240,52-36 7,-53 38-18,0 1-1,0 0 0,0 0 0,0 0 0,1 1 0,-1 0 1,1 0-1,9-1 0,-13 4 23,0-1 0,0 1 0,0-1 0,0 1 0,0 0 0,0 0 0,0 0 0,-1 1 0,1-1 0,0 1 0,0-1 0,-1 1 0,1 0 0,-1 0 0,0 0-1,4 5 1,34 41 583,-36-43-540,156 229 2241,-102-162-1768,-34-44 148,35 53 1,-58-79-608,0 0 0,0 0-1,0-1 1,0 1 0,0 0 0,0 0 0,-1 0 0,1 1-1,-1-1 1,1 0 0,-1 0 0,0 3 0,0-4-35,-1 0 0,1 1 0,0-1 0,-1 0 0,1 0 0,-1 0 1,1 0-1,-1-1 0,1 1 0,-1 0 0,0 0 0,0 0 0,1 0 1,-1-1-1,0 1 0,0 0 0,0-1 0,0 1 0,0 0 0,0-1 1,0 1-1,0-1 0,0 0 0,0 1 0,0-1 0,-2 0 0,-23 5 119,-1-1-1,0-2 0,1 0 1,-42-4-1,45 1-98,-248-27 298,90 6-738,180 22 348,1 0-24,0 0 0,-1-1 0,1 1 1,0 0-1,0 0 0,-1 0 1,1 0-1,0 0 0,0 0 1,0 0-1,-1 0 0,1 0 0,0 0 1,0 0-1,-1 0 0,1 0 1,0 0-1,0 0 0,0 0 0,-1 0 1,1 0-1,0 0 0,0 1 1,0-1-1,-1 0 0,1 0 1,0 0-1,0 0 0,0 0 0,-1 0 1,1 1-1,0-1 0,0 0 1,0 0-1,0 0 0,0 1 0,0-1 1,-1 0-1,1 0 0,0 0 1,0 1-1,0-1 0,0 0 1,0 0-1,0 0 0,0 1 0,0-1 1,0 0-1,0 0 0,0 1 1,0-1-1,0 0 0,0 1 0,2 8-1514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3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 3769,'1'-9'551,"-1"6"200,0 0 1,0 0 0,1-1-1,-1 1 1,1 0 0,0 0 0,-1 0-1,4-5 1,8 47 2434,29 212 202,-3-10-2090,-26-177-1083,6 22 373,-17-84-548,-1 0 0,1 0 0,-1 0-1,1 0 1,0 0 0,-1 0 0,1-1 0,0 1 0,0 0-1,0 0 1,1-1 0,-1 1 0,0-1 0,1 1-1,-1-1 1,0 0 0,1 1 0,0-1 0,-1 0-1,1 0 1,3 2 0,-3-3-4,0-1-1,-1 1 0,1 0 1,0 0-1,-1-1 1,1 1-1,0 0 0,-1-1 1,1 0-1,-1 1 1,1-1-1,-1 0 0,1 0 1,-1 0-1,1 0 1,-1 0-1,0 0 0,0 0 1,1-1-1,-1 1 1,0 0-1,0-1 0,0 1 1,0 0-1,0-3 1,18-27 236,-2-1 0,20-49 0,-26 52-270,1 1 0,2 1 0,1 0-1,26-36 1,-40 63-20,-1-1 0,1 0 0,-1 0 0,1 1 0,0-1 1,-1 0-1,1 1 0,0-1 0,0 0 0,0 1 0,-1 0 0,1-1 0,0 1 0,0-1 0,0 1 0,1-1 0,-1 1 11,-1 0-1,1 1 0,-1-1 0,1 0 1,-1 0-1,1 0 0,-1 0 1,1 0-1,-1 1 0,1-1 0,-1 0 1,1 1-1,-1-1 0,0 0 0,1 1 1,-1-1-1,0 0 0,1 1 0,-1-1 1,0 0-1,1 1 0,-1 0 0,3 4-3,-1 0-1,-1 0 1,1 0-1,1 11 1,0-4 70,8 28 68,2 0 0,2 0-1,1-2 1,2 0 0,29 46 0,-43-79-72,-1-1 0,1 1-1,-1-1 1,1 0 0,1 0-1,-1-1 1,0 1 0,10 5-1,-11-8-8,-1 0 0,1 1 0,0-2 0,0 1 0,0 0 0,0 0 0,0-1-1,-1 0 1,1 1 0,0-1 0,0 0 0,0-1 0,0 1 0,0 0 0,0-1 0,0 0 0,0 1 0,4-3-1,4-3 57,-1 1 0,0-2-1,0 1 1,-1-2 0,1 1-1,-2-1 1,1 0 0,13-18-1,3-7 120,24-40 0,-19 17-106,-3-1 1,-1-1-1,21-79 1,-5 19-190,-42 117 67,0 1 1,0-1-1,0 0 1,0 0-1,1 1 0,-1-1 1,0 0-1,1 1 1,-1-1-1,0 1 1,1-1-1,-1 0 1,1 1-1,-1-1 0,1 1 1,-1-1-1,1 1 1,0-1-1,0 1 1,4 8-1249,-2 29-2366,-3-37 3585,2 46-1776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4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39 212 1104,'0'-1'245,"0"0"-1,-1 0 1,1 0-1,0 1 0,-1-1 1,1 0-1,-1 0 1,1 0-1,-1 0 0,0 0 1,1 1-1,-1-1 1,0 0-1,0 1 1,1-1-1,-1 0 0,0 1 1,0-1-1,0 1 1,0-1-1,0 1 1,-1-1-1,0 0-67,1 1 0,-1-1 0,1 0 0,0 1 1,-1-1-1,1 0 0,0 0 0,0 0 0,0 0 0,0 0 0,0-1 0,0 1 1,0 0-1,0 0 0,0-1 0,0 1 0,0-2 0,0-3-98,1 0 0,0 0 1,0 0-1,1 0 0,0 0 0,0 0 0,0 0 0,0 0 0,1 0 0,0 0 1,5-8-1,5-21-331,-4-4-2493,-6 19 1575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22 336 1608,'-1'-18'248,"-6"1"809,2-4-9,-1-3 480,5-3 89,-1 3-481,2-1-272,3 1-576,-1 0-144,2-2-104,-3 1 8,-1 4-32,0 3-160,-1 2-856,-3 3-673,1 1 913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8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1 111 616,'5'-13'192,"2"1"168,-4-2-168,2 0-96,-1 1-72,-3 1-16,-1 0-8,-3 2-80,-4-1 56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12 768,'-6'0'1176,"10"-2"-888,3-3-103,5 0-177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4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41 2865,'-2'0'90,"-22"3"1246,24-3-1189,-1 0 0,0 1 0,1-1 0,-1 0 0,1 0 0,-1 0 0,0 0 0,1 0 0,-1 0 0,0 0 0,1 0 0,-1 0 0,1 0 0,-1-1 0,0 1-1,1 0 1,-1 0 0,1 0 0,-1-1 0,1 1 0,-1 0 0,1-1 0,-1 1 0,1-1 0,-1 1 0,1 0 0,-1-2 0,3 1-117,0-1 0,0 1 0,0-1 0,0 1 0,0 0 0,1 0 0,-1 0 0,0 0 0,1 1 0,3-2 0,-2 1 8,-2 0-34,0 1 4,1-1 0,-1 1 0,0-1 0,0 0 0,0 1 0,0-1 0,0 0 0,-1-1 0,1 1 0,0 0 0,0 0 0,-1-1 0,1 1 0,0-1 0,1-1 0,-4 2-6,1 1 0,0 0 0,0-1 0,0 1 0,-1 0 0,1-1 0,0 1 0,0 0 0,-1 0 0,1-1 0,0 1 0,-1 0-1,1 0 1,0 0 0,0-1 0,-1 1 0,1 0 0,-1 0 0,1 0 0,0 0 0,-1 0 0,1 0 0,0 0 0,-1-1 0,1 1 0,0 0 0,-1 0 0,1 1 0,-1-1 0,1 0 0,0 0 0,-1 0 0,1 0 0,0 0 0,-1 0 0,1 0 0,0 1 0,-1-1 0,0 0 0,-18 5 310,2 3 238,12-6-209,0 1 1,-1-1-1,1 0 1,-1-1-1,-8 3 1,8-6-119,13-2-1524,3-2 629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7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31 244 2457,'-7'-5'824,"0"-2"808,1 2 32,-1-2-527,3-1-193,4-1-392,0-3-96,4-3-288,4-2-80,4-4-64,2-4-152,1-8-1128,0-4-809,1-6 1105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0 153 280,'2'-16'32,"3"1"128,2-2 8,0 0 24,1-2-16,3-1-112,-6-2-160,0-4 64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0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3 133 1288,'-2'-7'80,"2"-5"80,0-1-112,3-6-32,2-1 16,6-1-16,-5 1-24,5-1 8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74 1480,'-7'-7'72,"3"2"24,3 0-72,4-5 0,4-4-24,5-1-184,3-2 128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4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86 1152,'-17'-4'512,"3"4"1393,-1-5 2088,15 0-2489,5-2-776,-1-3-336,-1-2-240,0 0-32,3 5-56,2-1 0,2 3-576,-1-1-928,-1 1 792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5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94 624,'-4'4'423,"-1"-1"0,0 1 0,1 0 0,0 0 0,0 1 0,0-1 0,1 1 0,-1 0 0,1 0 0,0 0 1,1 0-1,-1 0 0,-1 7 0,3-9-241,0 0 1,0 0-1,1-1 1,-1 1 0,1 0-1,0 0 1,0 0 0,0 0-1,0 0 1,1-1-1,-1 1 1,1 0 0,-1 0-1,1-1 1,0 1 0,0 0-1,0-1 1,1 1-1,-1-1 1,1 1 0,-1-1-1,1 1 1,0-1 0,0 0-1,0 0 1,0 0-1,0 0 1,0-1 0,4 3-1,-3-2-165,0 0-1,1 0 1,-1-1 0,0 1-1,1-1 1,-1 0 0,1 0-1,0 0 1,-1-1-1,1 1 1,0-1 0,-1 0-1,1 0 1,4-1 0,-6 1 1,0 0 1,0-1-1,0 1 1,0-1-1,0 1 1,0-1 0,0 0-1,0 0 1,0 0-1,0 0 1,-1 0-1,1-1 1,0 1 0,-1 0-1,1-1 1,-1 1-1,1-1 1,-1 0-1,0 1 1,0-1 0,0 0-1,0 0 1,0 0-1,0 0 1,0 0-1,0-2 1,0 0-6,0 0 0,-1 0 0,1 1 0,-1-1 0,0 0 0,0 0 0,0 0 0,0 0 0,-1 1 0,1-1 1,-1 0-1,0 0 0,0 1 0,-1-1 0,1 1 0,-1-1 0,0 1 0,0-1 0,0 1 0,0 0 0,0 0 0,-1 0 0,0 0 0,1 0 0,-1 1 0,0-1 0,0 1 0,0 0 0,-1 0 0,-3-2 0,1 1-9,0 0 1,0 1-1,0-1 0,0 1 0,-1 0 0,1 1 0,-1 0 0,1 0 1,-1 0-1,1 1 0,-1 0 0,0 0 0,1 1 0,-1 0 1,1 0-1,-13 4 0,13-3 112,0 1-1,0 0 1,0 0 0,0 1-1,1 0 1,0 0 0,-8 6 0,12-9-75,0 0 0,1 0 1,-1 1-1,0-1 1,0 0-1,0 0 1,1 0-1,-1 0 0,0 1 1,1-1-1,0 0 1,-1 1-1,1-1 1,0 0-1,-1 1 0,1-1 1,0 3-1,0-3-16,1 0-1,-1 1 1,1-1-1,0 0 1,-1 0-1,1 1 1,0-1-1,0 0 0,-1 0 1,1 0-1,0 0 1,0 0-1,0 0 1,1 0-1,-1 0 1,0 0-1,0 0 1,0-1-1,1 1 1,-1-1-1,2 2 1,9 2 34,0 0 1,1-1 0,0 0 0,-1 0-1,1-1 1,0-1 0,0-1-1,0 1 1,0-2 0,0 0 0,0-1-1,-1 0 1,1 0 0,0-2 0,-1 0-1,0 0 1,0-1 0,21-11 0,-29 13-37,1-1 0,0 0 1,-1 0-1,0 0 0,0 0 1,0-1-1,-1 1 1,1-1-1,-1 0 0,0 0 1,0 0-1,1-6 0,-3 8-13,0 1 0,0-1-1,0 1 1,-1-1 0,1 0-1,-1 1 1,0-1 0,0 1-1,0-1 1,0 0 0,0 1-1,-1-1 1,1 1 0,-1-1-1,0 0 1,0 1 0,1-1-1,-2 1 1,1 0 0,0-1-1,0 1 1,-1 0 0,1 0-1,-1 0 1,0 0 0,0 0-1,1 0 1,-6-3 0,1 1-11,0 1 1,0-1 0,-1 1-1,1 0 1,-1 1 0,0-1 0,0 2-1,0-1 1,0 1 0,0 0-1,0 0 1,0 0 0,0 1-1,-1 1 1,1-1 0,-9 3-1,3-1 3,0 1 0,0 0 0,0 1 0,0 1 0,1 0-1,-1 1 1,-19 12 0,29-16 26,0 0-1,1 0 1,-1 0-1,1 0 1,0 0-1,0 1 1,0-1 0,0 1-1,0-1 1,0 1-1,-2 6 1,4-8-19,-1 0 0,1 0 0,0 0 1,0 0-1,0 0 0,0 0 0,0 0 0,0 0 1,0 0-1,0 0 0,0 0 0,1 0 0,-1 0 1,0 0-1,1 0 0,-1 0 0,0 0 0,1-1 1,0 1-1,-1 0 0,1 0 0,-1 0 0,1 0 1,0-1-1,-1 1 0,1 0 0,0-1 0,0 1 1,0-1-1,0 1 0,0-1 0,-1 1 1,1-1-1,0 1 0,0-1 0,0 0 0,0 1 1,0-1-1,0 0 0,2 0 0,6 2-52,0-1 0,0 0 0,0 0-1,0-1 1,0-1 0,0 1 0,-1-1-1,1-1 1,15-3 0,4-4-218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24 437 2184,'-11'-17'1317,"9"16"-1259,1 0 0,0 0 0,1 0 0,-1 0 1,0-1-1,0 1 0,0 0 0,1 0 0,-1 0 0,0-1 1,1 1-1,-1 0 0,1-1 0,0 1 0,-1-1 0,1 1 1,0 0-1,0-1 0,0 1 0,0-1 0,0 1 0,0-1 1,0 1-1,1 0 0,0-3 0,2-5-91,1 0 0,0 1 0,10-16 0,-9 17-278,0-1 0,-1 0 0,0 0 0,0 0 0,3-10 0,-5 9 166,1 0-1,-1 0 0,0 0 0,-1 0 0,0 0 1,-1 0-1,0 0 0,0 0 0,-1 0 1,0 0-1,0 0 0,-3-9 0,3 14 147,0 1-1,1-1 1,-1 1-1,1-1 1,0 1-1,0-1 1,0 1-1,1-1 0,-1 1 1,1-1-1,0 1 1,0 0-1,3-7 1,23-43 6,-23 45-11,7-9-52,-1 0 22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6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1016,'0'-5'24,"7"0"0,1 0-24,4-2 8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89 170 3641,'-19'-1'368,"0"-2"156,17-1-366,9-4-152,21-10 38,-18 12-439,-1-1 0,1 1 0,-1-1 0,0-1 0,9-10 0,-17 16 380,1 1 0,-1-1 1,0 0-1,0 1 0,0-1 0,0 0 1,-1 1-1,1-1 0,0 0 1,-1 0-1,1 0 0,-1 0 1,0 0-1,1 0 0,-1 1 1,0-1-1,0 0 0,0 0 1,0 0-1,-1 0 0,1 0 0,-1 0 1,1 0-1,-1 0 0,1 1 1,-1-1-1,0 0 0,0 0 1,0 1-1,0-1 0,0 1 1,0-1-1,-1 1 0,1-1 0,0 1 1,-1 0-1,-1-2 0,1 1 146,-1 0 0,0 0-1,1 1 1,-1-1-1,0 1 1,0 0 0,1-1-1,-1 1 1,0 1-1,0-1 1,0 0 0,-1 1-1,1-1 1,0 1-1,0 0 1,0 0 0,0 0-1,0 1 1,0-1-1,0 1 1,0-1 0,-5 3-1,3-2-147,1 1 0,0 0 0,0 0-1,0 0 1,0 0 0,0 1 0,1-1 0,-1 1-1,1 0 1,0 0 0,-1 0 0,1 0 0,1 1-1,-1-1 1,-3 7 0,-4 13-571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42 1368,'-1'-18'1357,"-3"-6"3612,3 25-4790,0-1 1,1 1 0,-1 0-1,1 0 1,-1-1 0,1 1 0,-1 0-1,1 0 1,-1 0 0,1 0-1,0 0 1,-1 0 0,1 0 0,0-1-1,0 3 1,-72 418 3969,42-221-3764,12-90-284,-25 197-131,43-303-39,0 17-1159,20-41-5952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121 0 4577,'-13'2'1384,"2"13"1337,1 19-705,-2 14-79,-1 24-617,1 13-272,-2 22-424,2 2-184,2-1-272,3-6-56,2-17-184,3-6-352,4-18-1976,1-10 1464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1 1224,'-5'0'456,"2"5"881,-1 12 351,-1 7 432,-2 20 201,-1 16-337,-2 20-431,-1 9-385,-1 10-512,2-1-176,2-2-264,1-4-96,2-10-24,0-7-104,3-12-776,2-5-552,7-21-2113,1-8 1433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8 4009,'5'-7'4425,"-10"27"-2113,-7 26-543,-1 18-329,-8 26-224,-1 12-216,3 7-367,2-1-145,9-9-248,4-9-104,4-12-400,4-4-560,3-13 495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2.4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 1416,'5'-5'-328,"3"-4"1681,0 2 0,0-1 0,1 1 0,14-9 0,-22 15-1086,1 1 1,-1-1-1,0 0 1,1 1 0,-1-1-1,1 1 1,-1-1-1,1 1 1,-1 0-1,1 0 1,-1 0-1,1 0 1,-1 0-1,1 0 1,-1 0 0,1 0-1,1 1 1,-2 0-167,1-1 1,-1 1 0,0 0 0,0 0-1,1 0 1,-1 0 0,0 1-1,0-1 1,0 0 0,0 0-1,-1 1 1,1-1 0,0 0 0,0 1-1,-1-1 1,1 1 0,-1-1-1,1 1 1,-1-1 0,0 3 0,3 11 161,-1 0 0,-1 0 0,-1 0 1,0 0-1,-1 0 0,0-1 0,-4 16 1,-30 106 607,19-82-612,16-53-254,-11 38 210,-10 70-1,20-98-165,0 0 0,0 0 1,1 1-1,1-1 0,0 0 0,0 0 0,1-1 1,1 1-1,0 0 0,0-1 0,8 17 0,-9-24 41,0 0 0,0 0-1,0 0 1,0 0-1,1-1 1,-1 1-1,1-1 1,0 0-1,-1 1 1,1-1-1,0 0 1,0-1 0,0 1-1,1 0 1,-1-1-1,0 0 1,1 0-1,-1 0 1,1 0-1,-1 0 1,1-1-1,-1 0 1,6 1 0,7-2 580,1 0 0,-1-1 0,32-9 0,-1 2 371,22 5-269,-45 3-1153,29-3-1,23-6-3841,-37 8 2585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5:51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51 704,'1'0'116,"0"-1"0,-1-1 0,1 1 0,-1 0 0,1 0 0,-1 0 0,1 0 0,-1 0 0,0 0 0,1-1 0,-1 1 0,0 0 0,0 0 0,0 0 0,0-1 0,0-1 0,-1 3-33,1-1-1,-1 1 1,1 0 0,0 0 0,-1 0 0,1-1 0,-1 1 0,1 0 0,-1 0 0,1 0 0,0 0 0,-1 0 0,1 0 0,-1 0 0,1 0-1,-1 0 1,1 0 0,-1 0 0,1 0 0,0 1 0,-1-1 0,1 0 0,-1 0 0,1 0 0,0 1 0,-1-1 0,1 0 0,-1 1 0,-4 1 205,1 1 0,0 0 0,0 0 1,0 0-1,0 1 0,1-1 1,-4 5-1,6-6-229,-1 0-1,1-1 1,0 1 0,0 0-1,0 0 1,0-1 0,1 1 0,-1 0-1,0 0 1,1 0 0,-1 0-1,1 0 1,0 0 0,0 0-1,0 0 1,0 0 0,0 0 0,0 0-1,0 0 1,1 0 0,-1 0-1,1 0 1,-1 0 0,1 0-1,0 0 1,0 0 0,0-1 0,2 4-1,-2-3-20,1-1 0,0 1 0,-1-1 0,1 1 0,0-1 0,0 0 0,0 0 0,0 0 0,0 0 0,0 0 0,1 0 0,-1 0 0,0-1 0,0 1 0,1-1 0,-1 0 0,0 0-1,0 1 1,1-1 0,-1-1 0,0 1 0,1 0 0,-1-1 0,4 0 0,0-1 21,1-1 1,-1 1-1,0-1 0,0 0 1,-1-1-1,1 0 0,-1 1 1,6-6-1,-8 7-34,-1 0 0,0 0 1,0 0-1,0 0 0,0 0 0,-1-1 0,1 1 1,-1 0-1,1-1 0,-1 0 0,0 1 0,0-1 1,0 0-1,0 1 0,0-1 0,0 0 0,-1 0 1,0 0-1,1 1 0,-1-1 0,-1-4 0,1 5 30,-1 0-1,0 0 1,0 0-1,-1 0 1,1 0-1,0 0 1,-1 1-1,1-1 1,-1 0-1,1 1 1,-1-1-1,0 1 1,0 0-1,0-1 1,1 1-1,-1 0 1,-1 0-1,1 0 1,0 0-1,0 1 1,0-1-1,0 0 1,0 1-1,-1 0 1,1-1-1,-3 1 1,1 0 23,0-1-1,-1 1 1,1 0-1,0 0 1,-1 0 0,1 1-1,0-1 1,-1 1-1,1 0 1,0 0-1,0 1 1,0-1 0,-4 3-1,7-4-58,1 1 0,-1-1-1,1 0 1,-1 1 0,1-1-1,-1 0 1,1 1 0,-1-1-1,1 1 1,0-1 0,-1 1-1,1-1 1,0 1 0,0-1 0,-1 1-1,1-1 1,0 1 0,0-1-1,-1 1 1,1-1 0,0 1-1,0 0 1,0-1 0,0 1-1,0-1 1,0 1 0,0-1-1,0 2 1,1-1 16,0 1 0,-1-1 1,1 0-1,0 0 0,0 0 0,-1 0 1,1 1-1,0-1 0,0-1 0,0 1 0,3 2 1,1 0 64,1 1 0,-1-1 0,1 0 0,8 2 0,-6-2-42,0-1 0,1 0 0,0 0 0,-1-1 0,1 0 0,11-1 0,-15 0-28,-1 0 0,1-1 0,0 0 0,0 0 0,-1 0 1,1 0-1,-1 0 0,1-1 0,-1 0 0,1 0 0,-1 0 0,0-1 1,4-3-1,-7 6-22,-1-1 1,1 1-1,0 0 1,-1-1-1,1 1 1,-1-1-1,1 1 1,-1-1-1,1 1 1,-1-1-1,0 0 1,1 1-1,-1-1 1,0 1-1,1-1 1,-1 0-1,0 1 0,0-1 1,0 0-1,1 1 1,-1-1-1,0 0 1,0 0-1,0 1 1,0-1-1,0 0 1,0 1-1,-1-1 1,1 0-1,0 1 1,0-2-1,-1 1 4,-1-1-1,1 1 0,0 0 1,0-1-1,-1 1 1,1 0-1,0 0 1,-1 0-1,1 0 0,-1 0 1,1 0-1,-3 0 1,-5-2 3,1 0 1,-1 0-1,0 1 1,-10-1-1,10 2-16,1 0-8,0 0 0,-1 0 1,1 1-1,0 1 0,-1-1 0,-11 3 1,20-3 2,0 0 1,-1 0-1,1 0 1,0 0-1,0 0 1,0 0 0,-1 0-1,1 0 1,0 1-1,0-1 1,0 0-1,-1 0 1,1 0 0,0 0-1,0 0 1,0 0-1,0 1 1,-1-1-1,1 0 1,0 0 0,0 0-1,0 0 1,0 1-1,0-1 1,0 0-1,0 0 1,0 0 0,-1 1-1,1-1 1,0 0-1,0 0 1,0 0 0,0 1-1,0-1 1,0 0-1,0 0 1,0 0-1,0 1 1,0-1 0,0 0-1,0 0 1,1 0-1,-1 1 1,0-1-1,0 0 1,8 8-623,6 1 297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29 1384,'-7'-5'32,"6"0"-24,1 0-16,1 0-144,4-3 104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40 104,'0'-14'0,"3"6"-8,3-1-8,0 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77 1096,'-4'-10'176,"4"1"120,2 3-80,5-1-184,2 0-32,-1 2 0,1-2-8,1 2-72,-2-2-88,-1 0-280,2 0 264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8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29 568,'-17'-7'152,"7"6"240,-1-3-184,5 4-16,0-2-48,1 1-56,2-1 0,3 0 0,0 1-24,2-3-56,1 3-8,0-1-8,1 0-48,-1 2 32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23.5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3016 867 3313,'-1'-1'212,"1"0"0,0 0 1,-1 0-1,1 0 0,0 0 1,0 1-1,0-1 0,-1 0 1,1 0-1,0 0 0,0 0 0,1 0 1,-1 0-1,0 0 0,0 0 1,0 0-1,1 0 0,-1 0 1,0 1-1,1-1 0,-1 0 1,1 0-1,0-1 0,17-23 551,-4 6-253,-12 14-331,0 0 1,-1 0-1,1-1 1,-1 1-1,0 0 1,0-1-1,-1 1 1,1-1-1,-1 1 1,-1-1-1,1 0 1,-1 1 0,0 0-1,-3-11 1,2 9 27,0 0 0,-1 0 0,0 0 0,-1 0 0,0 0 0,0 1 0,0-1 0,-1 1 0,1 0 0,-8-6 0,-10-9 167,17 15-346,0 1-1,-1-1 1,1 1 0,-1 1-1,0-1 1,0 1-1,-1 0 1,1 0-1,-1 1 1,0 0 0,0 0-1,0 0 1,-9-1-1,-8 0 48,0 1 0,0 1 0,0 2-1,0 0 1,0 1 0,0 2 0,-33 7-1,13 1-12,0 3 0,-81 36 0,64-27-62,42-17 0,-1 1 0,-19 11 0,19-6 7,0-2-1,-1 0 0,0-1 0,0-1 0,-1-1 0,1-1 0,-2-1 0,-22 2 0,27-5-4,-39 1 2,53-3-3,-1 0 1,1 0 0,-1 0 0,1-1 0,0 0 0,-1 0 0,1 0-1,0-1 1,-7-2 0,7 0 5,0 1 0,0-1 0,1 1 0,-1-1 0,1 0 0,0 0 0,-5-8 0,-8-12 18,10 17-13,-5-5 36,1 0 0,-12-19-1,19 26-42,0-1-1,0 1 1,1-1-1,0 0 1,0 0 0,1 0-1,-1 0 1,1 0-1,0-9 1,1-8-10,2-1 1,0 1 0,2 0 0,0 1 0,11-33-1,7-31 11,-21 77 2,-1 1 1,0-1 0,0 0 0,0 0 0,-1 1 0,-1-1 0,0 0 0,0 1 0,0 0 0,-1-1 0,-6-11 0,1 3-2,-1 1 1,0 0 0,-1 1 0,-17-21 0,18 27-7,1 1 0,-1-1 0,0 2-1,-1-1 1,1 1 0,-1 1 0,-1 0 0,-13-6-1,16 8-2,0 1 0,-1 0 0,1 1-1,0 0 1,-1 0 0,1 1-1,-1 0 1,0 1 0,1-1-1,-1 2 1,0-1 0,-11 3 0,5 1-2,0 1 0,0 0 0,0 1 1,-23 14-1,-53 39-33,62-39 26,-1 0 0,-39 17 1,53-28 6,-1 0 1,-29 24 0,-15 8-3,26-19-10,1 1 0,-61 53 1,-49 71 7,128-128 4,-18 30 0,19-27 3,-21 25 1,-12 11 0,29-34 1,-1 0 1,0-2 0,-42 35-1,28-28-11,-43 46 1,44-41-18,-19 23 16,-84 122 1,34-41 7,81-112 0,-3 4-15,-22 35 0,40-55 14,1 0 1,-1 0-1,2 0 0,0 0 0,0 0 0,1 1 0,0 0 0,-2 15 0,6-13-7,0 0 0,1 1 0,0-1 0,1 0 0,0-1 0,8 22 0,-7-23 8,3 6-23,1 0 0,1 0 0,0-1 0,14 18 0,15 29 44,-28-45-24,1 0 0,0-1 0,2-1-1,0 1 1,0-2 0,1 0 0,1-1 0,1 0-1,0-1 1,26 15 0,-17-17 36,0-1-1,1-1 1,0-1-1,0-1 1,31 3 0,44 12 21,-76-15-48,-10-4 7,0 1-1,-1 1 1,1 0-1,-1 1 1,0 0-1,0 1 1,23 17-1,-26-14 35,1-1-1,0-1 1,0 0 0,0 0-1,1-1 1,0-1-1,0 0 1,1-1 0,24 6-1,196 30 371,-204-37-383,0-1-1,0-2 1,-1-1 0,34-3 0,47-1 431,-86 4-430,0-1 1,0-1-1,0-1 1,-1-2-1,28-8 1,114-46 110,-83 27-73,-46 17-25,39-23 1,-14 7-20,31-5 22,-43 18-32,100-54-17,-79 35 44,-59 32-30,0 1 0,0 1 0,0-1 1,1 2-1,-1 0 0,1 0 1,-1 1-1,19 0 0,-15 1 5,6-3 32,-1-1 0,0 0-1,0-2 1,0 0 0,-1-1 0,29-15-1,-41 19 24,-2 2 9,-1-1-1,1 1 0,-1 0 0,0 1 1,1-1-1,0 1 0,6 0 0,-7 0-70,0 0 0,0 0 1,0 0-1,1-1 0,-1 1 0,0-1 0,0 0 0,0 0 0,-1-1 0,6-1 1,3-6 71,-1 0 1,0-1 0,-1 0-1,0-1 1,0 0 0,-1-1-1,-1 1 1,8-16 0,5-4 64,29-50-21,-34 52-122,38-49 0,-10 19 21,14-17 54,-9 27 48,-48 48-117,0-1 0,0 1 0,-1-1 0,1 1 0,-1-1 0,1 1 0,-1-1 0,0 1 0,1-1 0,-1 1 0,0-1 0,0 1 0,0-1 0,0 0 0,0 1 0,-1-3 0,-6-29 95,6 29-98,-3-16 8,1-1-1,2 0 0,0-31 1,1 29 4,-1 0 1,-6-37-1,5 51-8,0-1 0,0 1-1,-1 0 1,0 0 0,-1 0 0,0 0 0,-1 0-1,0 1 1,0 0 0,0 0 0,-1 0 0,0 1-1,-12-11 1,13 14-7,-59-63 60,58 60-65,1 1 1,0-2-1,0 1 0,1 0 0,0-1 1,0 0-1,1 0 0,-4-13 0,5 6-39,-3-9-1846,0 15 1162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9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1596 616,'9'3'5361,"13"0"-2941,-9-2-1226,7 4-457,1 0 1,-1 2-1,27 13 0,21 6-114,107 26 133,-136-43-543,0-2 1,63 4-1,-48-9 164,1-1-1,-1-4 1,1-1 0,-1-3-1,-1-2 1,75-23 0,-88 18-280,0-3 0,-2-1 1,37-23-1,-56 28-69,-1 0-1,0-1 1,-1 0 0,-1-2-1,0 0 1,-1-1-1,-1 0 1,0-1 0,-1-1-1,-2 0 1,0-1 0,0 0-1,11-34 1,-18 38 14,0-1 1,4-31-1,-7 35-39,1 1-1,0-1 0,1 1 1,0-1-1,1 1 0,9-19 1,-6 15 12,0 0 0,-2 0 0,7-29 0,1-4-11,-5 19 18,-2 0 1,5-62-1,-6 43-10,5-193 21,-11 231-26,0-1 0,-1 1 1,-1-1-1,0 1 0,-6-17 1,-7-24 12,14 45-18,0-1 1,-1 1-1,-6-12 1,-5-13 3,12 27-6,-6-20-2,0 1 0,-2 0 1,-22-39-1,29 59 2,0 0 0,-1 1-1,1-1 1,-1 1 0,-6-5 0,6 5 0,0 0 0,0 0 0,1 0 0,-1-1 0,1 0 0,-4-5 0,2 3-1,0 0 1,0-1-1,-1 2 1,1-1-1,-1 1 1,-14-10-1,-43-21-4,54 33 1,0 0 0,0 2 1,0-1-1,0 1 1,0 0-1,-1 1 1,1 0-1,-16 2 1,-7 0 4,-2-1-1,20 0 0,0-1 0,-1 0 0,1-1 0,-18-4 0,28 4 6,1-1 0,-1 0-1,1 0 1,0 0 0,0-1 0,0 1 0,0-1 0,0 0-1,1 1 1,-1-1 0,1 0 0,-4-6 0,5 7-334,0 1 0,0-1 0,0 0-1,1 1 1,-1-1 0,1 0 0,-1 0 0,1 0 0,-1-2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31 2521,'-17'-6'640,"5"0"280,5 5-328,4-3-184,3 3-376,2-3-32,3 1-168,2-1-368,0 3 336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69 2745,'0'1'93,"-1"-1"0,0 0 0,0 1 0,0-1 0,0 1 0,0-1 0,0 1 0,1-1 0,-1 1 0,0-1 0,0 1 0,1 0 0,-1-1 0,0 1 0,1 0 0,-1 0 0,0 1 0,1-1-50,0-1 0,0 1-1,0-1 1,0 1 0,0 0 0,0-1 0,0 1 0,0-1 0,0 1-1,0 0 1,0-1 0,0 1 0,1-1 0,-1 1 0,0-1-1,0 1 1,1-1 0,-1 1 0,0-1 0,1 1 0,0 0-1,0 0-16,1 1 0,0 0-1,0-1 1,0 0 0,0 1-1,0-1 1,0 0-1,0 0 1,1 0 0,-1 0-1,0-1 1,5 2 0,-3-2-64,0 1 1,1-1-1,-1 0 1,0-1-1,0 1 1,0 0-1,0-1 1,0 0 0,0 0-1,6-3 1,-9 4 18,0-1 1,0 1-1,-1-1 1,1 1-1,0-1 1,-1 1-1,1-1 1,0 0-1,-1 1 1,1-1-1,0 0 1,-1 1-1,1-1 1,-1 0 0,0 0-1,1 0 1,-1 0-1,1 1 1,-1-3-1,0 1 23,0 1 1,0-1-1,0 1 0,0-1 1,-1 1-1,1-1 0,0 0 1,-1 1-1,0 0 0,1-1 1,-1 1-1,0-1 0,0 1 1,1 0-1,-3-3 0,-3-3 468,0 0 0,0 0-1,-13-10 1,16 14-61,0 1 0,0 0 0,0-1 1,-1 1-1,1 1 0,-1-1 1,1 0-1,-1 1 0,0 0 0,1 0 1,-7-1-1,9 2-368,1 0 1,-1-1-1,1 1 1,-1 0-1,0 0 1,1 0-1,-1 0 1,1 0-1,-1 0 1,1 0-1,-1 0 1,0 0-1,1 0 1,-1 0-1,1 0 1,-1 0-1,1 1 1,-1-1-1,0 0 1,1 0-1,-1 0 1,1 1-1,-1-1 1,1 0-1,-1 1 1,1-1-1,0 1 1,-1-1-1,1 0 1,-1 1-1,1-1 1,0 1-1,-1-1 1,1 1-1,0-1 1,0 1-1,-1-1 1,1 1-1,0 0 1,0-1-1,0 1 1,0-1-1,0 1 1,0-1-1,0 1 1,0 0-1,0-1 1,0 1-1,0-1 1,0 1-1,0-1 1,0 1-1,0 0 1,1-1-1,-1 1 1,0 0-1,2 2-97,-1 0 0,1-1 1,-1 1-1,1 0 0,0-1 0,0 1 0,0-1 0,0 0 0,3 3 0,18 11-1411,8 4 532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3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405 91 848,'3'-8'140,"14"-32"1254,-16 38-1136,-1 0-1,1 0 1,-1 0 0,1-1 0,-1 1-1,0 0 1,0 0 0,0 0-1,0-1 1,0 1 0,0 0 0,0 0-1,-1 0 1,0 0 0,0-4-1,0 6-192,0-1-1,1 1 1,-1-1-1,0 1 1,1 0-1,-1-1 1,0 1-1,1 0 1,-1-1-1,0 1 1,0 0-1,1 0 1,-1 0-1,0 0 1,0 0-1,1 0 1,-1 0-1,0 0 1,0 0-1,1 0 1,-1 0-1,0 0 1,0 1-1,1-1 1,-1 0-1,0 1 1,1-1-1,-1 0 1,0 1-1,1-1 1,-1 1-1,1-1 1,-2 1-1,-24 18 58,24-17-64,-22 18 46,2 1 1,0 1-1,1 1 1,1 1-1,-24 39 0,-69 139 1287,105-186-1292,-8 17 225,1 0-1,1 1 0,2 0 0,2 1 0,1 0 0,2 0 1,1 1-1,-2 51 0,7-25 64,8 83-1,-3-118-350,0 0-1,2-1 1,0 1 0,2-1-1,17 38 1,-25-63-45,18 32-343,-17-31 80,1 0-1,-1 0 0,1 0 0,-1 0 0,1 0 0,0 0 0,-1 0 0,1-1 0,0 1 0,0-1 0,5 3 0,-7-4 197,0 0 0,0 0 0,0 0 0,1 0 0,-1 0 1,0 0-1,0 0 0,1 0 0,-1 0 0,0 0 0,0 0 0,0 0 0,1 0 0,-1 0 0,0 0 0,0 0 0,1 0 0,-1 0 0,0 0 0,0 0 0,0 0 0,1 0 0,-1 0 0,0 0 0,0-1 0,2-1-836,-2 2 836,0 0 0,0 0 0,0-1 0,1-19-2042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6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0 105 7882,'1'-4'363,"0"1"0,0-1 0,0 0 0,0 0 0,1 1 0,0-1 0,-1 1 0,1-1 0,0 1 0,1 0 0,-1 0 0,3-4 0,-1 4-211,0 0 1,0 1-1,0-1 0,1 1 1,-1-1-1,1 1 0,-1 1 1,1-1-1,7-1 0,27-7 449,2 2-1,-1 2 0,1 2 1,46 1-1,-47 4-2491,0 2 1,46 9-1,-66-7-1308,-5 0 1129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 2577,'10'-11'680,"-2"3"728,-1 8-376,0 2 40,-4 10 281,1 5 231,-4 10-376,2 2-87,-2 8-361,0 3-208,1 2-376,1-1-64,-2-2-48,-2-1 0,-3-8-304,-2-1-632,-3-11 504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6609,'0'0'200,"9"10"-2600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3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2377,'25'23'2745,"-17"-16"-1790,0-1 1,-1 2-1,0-1 0,-1 1 0,0 0 1,0 0-1,5 11 0,47 115 1993,-39-87-2711,1 0 0,34 55-1,-52-98-217,15 20 105,-17-24-117,1 1 0,0 0 0,-1 0 0,1 0 0,0 0 0,0 0 0,-1-1 0,1 1 0,0 0 0,0-1-1,0 1 1,0-1 0,0 1 0,0-1 0,0 1 0,0-1 0,0 0 0,0 1 0,2-1 0,-3 0-100,1-1 0,-1 1 0,1-1 0,-1 0 0,0 1 0,1-1 1,-1 0-1,0 1 0,0-1 0,1 0 0,-1 1 0,0-1 0,0 0 1,0 1-1,0-1 0,0 0 0,0 1 0,0-1 0,0 0 1,0 1-1,0-1 0,0 0 0,0 1 0,-1-1 0,1 0 0,0 1 1,-1-2-1,-6-21-3957,-1 6 1686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0 224 8242,'12'-16'824,"9"1"360,4 1-608,4-1 64,-2-2 377,-1 1 71,0-1-144,-1 0-152,4 2-368,0-2-176,-3 2-200,-1-1-224,-8 3-880,-5 1-704,-7 3 688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3 153 6537,'0'-1'42,"1"0"0,-1 0 1,1 0-1,-1 1 0,1-1 0,-1 0 0,1 0 0,-1 0 0,1 0 0,0 1 0,0-1 0,-1 0 0,1 0 0,0 1 0,0-1 0,0 1 0,0-1 0,0 1 0,-1-1 0,1 1 0,2-1 0,29-10 1178,-21 8-557,134-57 1931,-143 59-2579,0 0 0,0 0 0,0 0 0,0 0 1,0 0-1,0-1 0,0 1 0,0-1 0,0 1 1,0-1-1,-1 0 0,1 0 0,-1 0 0,3-3 0,-4 4-6,0 0 0,0 1-1,1-1 1,-1 0-1,0 0 1,0 1-1,0-1 1,0 0-1,0 1 1,0-1-1,0 0 1,0 0-1,0 1 1,0-1-1,-1 0 1,1 1-1,0-1 1,0 0-1,-1 1 1,1-2-1,-1 1 1,-1 0 1,1 0-1,0-1 0,0 1 0,0 0 0,-1 0 0,1 0 0,0 1 0,-1-1 1,1 0-1,-1 0 0,-1 0 0,-4-1 14,-1 0-1,1 1 1,0-1 0,-1 2-1,1-1 1,-1 1 0,1 0-1,-1 0 1,1 1 0,0 0-1,-1 1 1,1 0 0,-12 4-1,12-4 84,0 1 0,-1 0 0,1 0 0,1 1 0,-1 0-1,0 0 1,1 1 0,0 0 0,0 0 0,1 0 0,-1 0-1,1 1 1,-5 7 0,9-11-48,-1 0 1,1 1-1,0-1 0,0 0 0,1 0 0,-1 1 1,0-1-1,1 0 0,-1 1 0,1-1 1,0 0-1,0 1 0,0-1 0,0 1 1,0-1-1,1 0 0,0 4 0,0-2-7,1 0 0,0 0 0,0 0 0,0 0-1,0-1 1,0 1 0,1-1 0,-1 1-1,5 3 1,6 4 10,0 0-1,0-1 1,29 15-1,-40-23-54,8 4-175,0-1 0,1 0 0,0 0 0,0-1 0,0-1-1,0 1 1,1-2 0,12 2 0,-18-4-386,1 1 1,0-1-1,0-1 1,0 1-1,0-1 0,0 0 1,-1-1-1,1 0 1,0 0-1,-1 0 1,1-1-1,-1 0 1,0 0-1,0 0 0,5-5 1,10-10-1397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7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20 472 2609,'-2'-1'553,"2"1"-415,0 0 1,-1 0-1,1 0 1,0-1-1,-1 1 0,1 0 1,0 0-1,-1 0 1,1 0-1,-1 0 0,1 0 1,0 0-1,-1 0 1,1 0-1,-1 0 0,1 0 1,0 0-1,-1 0 0,1 0 1,-1 0-1,-3 3 1938,3-3-1938,1 1 1,0-1-1,0 0 1,0 1-1,0-1 0,-1 1 1,1-1-1,0 0 1,0 1-1,0-1 0,0 0 1,0 1-1,0-1 1,0 1-1,0-1 0,0 0 1,0 1-1,0-1 0,0 1 1,0-1-1,0 0 1,0 1-1,1 0 0,-1 2 190,1 0 0,0 0 0,0 1 1,0-1-1,0 0 0,3 5 0,0-2-259,0-1 0,1 1 1,0-1-1,0 0 0,0 0 1,1-1-1,0 0 0,0 0 1,0 0-1,0-1 0,7 3 1,12 5-30,38 10 1,-54-18-42,0 0 0,1-1 0,0 0 0,-1-1 0,1 0 0,19-1-1,-26 0-4,-1-1 0,1 1 0,-1 0-1,0-1 1,1 0 0,-1 1 0,0-1-1,0 0 1,0 0 0,1 0 0,-1-1 0,0 1-1,0 0 1,0-1 0,-1 1 0,1-1-1,0 0 1,-1 1 0,1-1 0,-1 0-1,1 0 1,-1 0 0,0 0 0,0 0-1,0-1 1,0 1 0,0 0 0,0 0-1,-1-1 1,1 1 0,-1 0 0,0-1-1,1-3 1,-1 0 13,-1-1-1,1 1 1,-1 0-1,0 0 1,-1-1-1,0 1 0,0 0 1,0 1-1,0-1 1,-1 0-1,0 1 1,0-1-1,-1 1 1,1 0-1,-1 0 1,0 0-1,-1 1 1,1-1-1,-1 1 1,0 0-1,0 0 1,-5-3-1,1 1-2,-1 1 0,1 0 0,-1 0 0,0 1 0,0 0 0,0 0 0,-1 2 0,1-1 0,-1 1 0,1 0 0,-1 1 0,-11 0 0,16 2 42,1-1-1,0 1 1,-1 0-1,1 1 0,0-1 1,0 1-1,0 0 0,0 0 1,0 0-1,0 1 1,1 0-1,-1 0 0,1 0 1,-6 5-1,8-6-20,0 0 0,1 0 0,-1 0 0,1 0 1,-1 1-1,1-1 0,0 0 0,0 0 0,0 1 0,0-1 0,0 1 0,0-1 0,1 1 0,-1-1 0,1 1 0,0-1 0,0 1 1,0 0-1,0-1 0,0 1 0,0-1 0,1 1 0,-1-1 0,1 1 0,0-1 0,0 1 0,0-1 0,0 1 0,0-1 1,0 0-1,1 0 0,1 2 0,0 0-22,0 0 1,0-1-1,1 1 1,-1-1-1,1 0 1,0 0 0,0 0-1,0-1 1,0 1-1,0-1 1,1 0-1,-1 0 1,1-1-1,-1 1 1,1-1-1,0 0 1,-1 0-1,1-1 1,0 1 0,9-2-1,-5 1-50,-1 0 1,1-1-1,-1-1 0,0 1 0,1-2 1,-1 1-1,0-1 0,0 0 0,0 0 1,-1-1-1,9-5 0,-2-2-100,-1 0 1,0-1-1,-1-1 0,0 0 1,-1 0-1,0-1 0,-1-1 1,-1 1-1,15-32 0,-14 23 49,-1 0 0,-1-1 0,-1 0 0,-1 0 0,-1-1-1,2-34 1,-6 38 74,-2-30 1,1 45 54,-1 1 1,0-1 0,0 0-1,0 1 1,-1-1 0,0 0-1,0 1 1,0 0 0,-6-9 0,8 13-8,0 0 0,-1 1 0,1-1-1,0 0 1,-1 1 0,1-1 0,0 1 0,-1-1 0,1 1 0,-1-1 0,1 1 0,-1-1 0,1 1 0,-1 0 0,1-1 0,-1 1 0,0-1 0,1 1 0,-1 0 0,1 0 0,-1-1 0,0 1 0,1 0 0,-1 0 0,0 0 0,1 0 0,-1 0 0,0 0 0,1 0 0,-1 0-1,0 0 1,1 0 0,-1 0 0,0 0 0,1 1 0,-1-1 0,0 0 0,1 0 0,-1 1 0,0-1 0,1 0 0,-1 1 0,1-1 0,-1 1 0,1-1 0,-2 1 0,0 2 124,0 0 1,1-1 0,-1 1-1,0 0 1,1 0 0,0 0-1,-3 5 1,1 8 217,0 0 0,1-1 0,0 1 0,1 0 0,1 0 0,0 0 0,2 0 0,0 0 0,5 21 0,1-4-477,1-1 1,2-1-1,23 47 1,4-6-1611,7-2 607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2721,'0'0'30,"-1"1"1,0-1-1,0 0 1,1 1 0,-1-1-1,0 0 1,1 1-1,-1-1 1,1 1 0,-1-1-1,0 1 1,1-1-1,-1 1 1,1 0 0,0-1-1,-1 1 1,1-1-1,-1 1 1,1 0 0,0 0-1,-1-1 1,1 1-1,0 0 1,0-1 0,0 1-1,0 0 1,-1 0-1,1 0 1,0-1 0,0 1-1,1 0 1,-1 1-1,2 33 1316,-2-30-959,25 132 5553,-16-97-5562,-2 0 1,4 73 0,-13-76-86,2-36-470,-1 1-1,1-1 1,0 1-1,0-1 0,-1 1 1,1-1-1,-1 1 1,1-1-1,-1 1 0,0-1 1,1 0-1,-1 1 1,0-1-1,0 0 1,0 0-1,0 1 0,0-1 1,0 0-1,-3 1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7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2433,'0'-1'134,"0"-1"1,1 0-1,-1 0 1,1 1 0,0-1-1,-1 0 1,1 1 0,0-1-1,0 1 1,0-1 0,0 1-1,0-1 1,0 1-1,1 0 1,-1 0 0,0-1-1,1 1 1,-1 0 0,1 0-1,-1 0 1,1 1 0,0-1-1,-1 0 1,1 1-1,0-1 1,-1 0 0,1 1-1,0 0 1,0 0 0,-1-1-1,3 1 1,8-1 442,0 1 0,0 0 0,20 4 0,-21-3 93,4 1-266,0 1 1,-1 1-1,1 1 0,-1 0 0,1 1 0,-1 0 0,-1 1 0,0 0 0,0 2 0,0-1 0,-1 1 0,16 16 0,-17-15-268,-1 0 0,0 1 0,-1 0 0,0 1 1,-1-1-1,0 2 0,-1-1 0,0 1 0,-1 0 0,-1 0 0,0 1 0,-1 0 0,4 19 0,-7-23-26,-1 0 0,0 1 0,-1-1-1,0 0 1,0 1 0,-1-1 0,-1 0 0,1 0 0,-2 0 0,1 0 0,-1-1 0,-1 0-1,0 1 1,0-2 0,-1 1 0,0 0 0,-14 14 0,-6 4-1,-2-1 0,-1-1 0,-48 32 0,43-33-420,-1-2-1,-54 25 1,72-40-1030,10-9 448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2537,'-7'199'9523,"1"-45"-7209,4-118-1880,1-22-197,0 0 0,1 0-1,0 0 1,1 0 0,5 26 0,-6-39-221,1 0 0,-1-1-1,0 1 1,0-1 0,0 1 0,0 0 0,0-1 0,1 1 0,-1-1 0,0 1 0,1-1-1,-1 1 1,0-1 0,1 1 0,-1-1 0,0 1 0,1-1 0,-1 1 0,1-1 0,-1 1-1,1-1 1,-1 0 0,1 1 0,-1-1 0,1 0 0,0 0 0,-1 1 0,1-1 0,-1 0-1,1 0 1,0 0 0,-1 0 0,1 0 0,-1 0 0,1 0 0,0 0 0,-1 0 0,1 0-1,-1 0 1,1 0 0,0 0 0,-1 0 0,1-1 0,-1 1 0,1 0 0,-1 0 0,1-1-1,0 1 1,0-1 0,3-2 59,1-1-1,-1 0 0,1 0 1,4-7-1,-6 8-61,99-115 304,64-69-221,-139 158-106,-19 19-62,1 0-1,0 1 1,0 0 0,1 1 0,0 0-1,11-7 1,-34 30-5541,-5 2 3707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7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10106,'3'9'1296,"9"10"745,5 3-689,9 0-496,6-2-144,6-1 73,1-2 7,-1 0-184,-1-1-136,-5 1-240,-3 0-56,-5-2-96,-5 0-96,-10-4-376,-4-1-344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0 3929,'-2'1'182,"1"-1"0,0 1 0,0 0 0,0-1 1,0 1-1,0 0 0,0 0 0,0 0 0,0 0 0,0 0 1,0 0-1,1 0 0,-1 0 0,0 0 0,1 0 0,-1 1 1,1-1-1,-1 0 0,0 2 0,-9 32 2053,5-17-1014,-28 104 1791,5-15-1429,26-104-1528,-2 11 271,0 0-1,0 1 1,1-1-1,-1 27 1,4-39-264,-1 1 1,1 0 0,1-1 0,-1 1 0,0 0 0,1-1-1,-1 1 1,1-1 0,0 1 0,-1 0 0,1-1-1,1 0 1,-1 1 0,0-1 0,1 0 0,-1 1 0,1-1-1,-1 0 1,1 0 0,0 0 0,0 0 0,0-1-1,0 1 1,0 0 0,1-1 0,-1 0 0,0 1 0,1-1-1,-1 0 1,1 0 0,-1 0 0,1-1 0,4 2-1,3-1 79,0-1 0,-1 1 0,1-1 0,0-1-1,-1 0 1,1 0 0,17-6 0,67-27 380,-59 20-341,-19 8-106,90-31 398,-91 33-405,-1 0 1,1 2 0,-1 0-1,1 0 1,22 2 0,-35 0-92,-1 0-1,1 0 1,-1 0 0,0 0 0,1 1 0,-1-1 0,1 1 0,-1-1-1,0 1 1,0 0 0,1-1 0,-1 1 0,0 0 0,0 0-1,0 0 1,0 0 0,0 0 0,0 0 0,2 2 0,-1 0-510,0 1 0,-1-1 0,1 1 0,-1-1 0,3 8 1,1 9-934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6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74 2721,'-9'-5'376,"2"2"120,2-2-64,2-1-200,3 1-120,0-1-80,0-3-16,3-1-64,2-2-240,2 0 184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22 190 4025,'-13'-19'616,"6"4"456,5 3-208,2-2-319,2 2-281,1 0-216,2-1-32,2-1-56,2-3-88,3-2-841,-1-3-791,1 2 1088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2 106 3097,'-2'-15'640,"2"3"432,4 1-136,1-1-688,2 2-104,1 0-128,2-2-144,2 0-1792,0 0 1416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1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2 156 2064,'-2'-16'513,"2"3"279,4-1-408,4-5-32,-1 6-288,0-1-24,0 4-16,-4 3-16,2-2-32,0 1-88,1-1-696,-1-3-601,-2 0 1057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2.7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2346 715 456,'-1'-5'6145,"1"5"-6037,-12-2 1798,-15 4-487,-24 5-740,-1-2 0,0-2 1,0-3-1,0-2 0,0-2 0,1-2 0,-77-19 0,98 17-377,0 0 1,-34-15-1,54 19-284,1 0 0,0-2 0,0 1 0,0-1 0,0 0 0,1-1 0,0 0 0,0 0 0,1-1 0,-8-9 0,0-4-14,5 9 0,0 0 0,2-1 0,-1 0 0,2-1 0,0 1 0,-9-26 0,7 10 4,-22-45 1,-6-16 6,8 26-15,25 54 0,-1 0 1,0 0 0,0 1 0,-1-1-1,0 1 1,-1 1 0,0-1-1,-12-10 1,-2-6-7,20 21 4,-1 1 1,-1 0 0,1 0-1,0 1 1,-1-1-1,1 0 1,-1 1-1,0-1 1,0 1 0,0 0-1,0 0 1,0 0-1,0 1 1,-1-1-1,1 1 1,-5-2 0,-16-3-10,0 2 1,0 0 0,0 2 0,-1 1 0,1 1 0,-1 0 0,-33 7 0,41-4 3,1 0 1,-1 2 0,1 0 0,0 1-1,0 0 1,1 1 0,0 1 0,0 1-1,1 0 1,0 1 0,-19 16 0,0 6 64,4-3 7,-37 26 0,58-50-59,0 0 0,0-1 0,-13 6 0,13-7-2,0 0 0,0 1 0,-14 9 0,-2 7 1,13-11-2,0 0-1,0-1 1,-18 9 0,18-11-3,-89 48 0,88-46 0,0 0-1,1 1 1,0 0 0,0 0 0,-16 21-1,23-24-4,0 0 0,1 0 0,0 1 0,1-1 0,-1 1 0,-2 12 0,-9 23 2,2-21 10,-1-1 0,-29 35 1,25-33 1,-24 37 0,35-46-10,1 1 0,0-1 1,1 1-1,0-1 0,1 1 1,-1 15-1,1-12 0,0-1 0,-1 1 0,-11 30 1,-20 20 8,26-52-15,0 0 0,2 1-1,-1 0 1,2 0 0,0 0-1,1 1 1,1 0 0,-2 18-1,0 53-24,-7 63 90,12-146-61,1 0 0,0 1 1,0-1-1,0 0 1,1 1-1,0-1 0,0 0 1,0 0-1,1 0 1,2 6-1,26 49-41,-14-33 37,6 14-17,37 53 0,-48-79 17,1-1 0,0 0 0,1-1 0,0 0 0,1-1 0,23 15 1,-28-21 5,110 63-16,-106-63 13,0 0 1,0-1-1,1-1 1,0 0 0,0-1-1,0-1 1,22 2-1,57-8-23,6-1 33,-88 5-4,1 1 1,0 1-1,-1-1 1,1 2-1,-1 0 1,14 5-1,-16-3 20,-1 0-1,0 1 1,0 0 0,0 0-1,-1 0 1,0 1 0,0 0-1,-1 1 1,6 8 0,-2-4 113,1 0 0,12 11 0,-2-6 33,0-2 1,0 0-1,2-1 1,0-1-1,0-2 1,1 0-1,32 9 1,59 21 69,75 22-188,-164-58-1143,44 6 0,-18-6 150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1 422 3017,'1'-1'123,"1"1"0,-1-1 1,0 1-1,1-1 1,-1 0-1,0 1 0,1-1 1,-1 0-1,0 0 0,0 0 1,0 0-1,0 0 1,0 0-1,0 0 0,0-1 1,0 1-1,0 0 1,-1 0-1,1-1 0,0 1 1,-1-1-1,1 1 0,-1 0 1,1-1-1,-1 1 1,0-1-1,0-2 0,7-18 1685,22-35 305,-23 47-2110,0-1 1,0 1-1,-1-1 1,-1 0 0,0 0-1,0-1 1,-1 1-1,0-1 1,0-13 0,-3 21-528,-1-1 1,1 0-1,-1 0 1,-1 1 0,1-1-1,-1 1 1,0-1-1,-4-6 1,4 6-172,0 1 0,0-1 0,0 0 0,0 0-1,1 0 1,-2-5 0,3 8 715,0 0-1,0-1 1,0 1-1,1 0 1,-1-1-1,0 1 1,1 0-1,-1-1 1,1 1-1,1-3 1,0 1 493,0 1 0,0 0 1,1 0-1,-1 0 1,1 0-1,-1 0 1,1 1-1,0-1 1,0 1-1,5-4 1,7-5-111,-1-3-3713,-7 4 2200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9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93 552,'0'-10'200,"0"1"208,-2 0-56,6 3-136,-4-3-72,-2 2-112,2-1-16,0-1-56,2 1-96,3-1-344,-2 1 296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9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0 588 848,'1'-6'757,"-1"0"0,1 0 0,0 0 0,0 0 0,3-7-1,11-27 49,-10 30-942,-1 0 0,0 0 0,-1 0 0,0-1 0,2-12 0,-4-10-697,-1 0 1,-5-40 0,0-21-300,5 88 1079,1 0 0,0 0 0,0 1 0,4-12-1,-3 12 587,-1-1 1,1 1-1,-1-1 0,0-10 0,-1 6 2858,-1 9-3322,1 0-1,0 0 0,0 0 1,0 0-1,0 0 1,0 0-1,0 0 1,0 0-1,1 0 1,-1 0-1,0 0 1,1 0-1,-1 0 1,0 0-1,1 0 1,-1 0-1,2-1 1,-1-2-44,1 0 1,-1-1-1,0 1 1,0 0-1,0 0 1,-1 0-1,1-1 1,-1-4-1,3-20-2039,0 20 44,0-1 836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0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391 75 416,'-4'-3'376,"0"0"-1,-1 0 1,1 1-1,0-1 1,-1 1 0,0 0-1,1 1 1,-1-1-1,0 1 1,0 0 0,0 0-1,1 0 1,-1 1-1,0 0 1,0 0 0,0 0-1,0 0 1,0 1-1,0 0 1,0 0 0,0 0-1,0 1 1,1-1-1,-8 5 1,10-5-210,-1 0 0,0 0 1,1 0-1,0 0 0,-1 0 0,1 1 0,0-1 0,0 1 0,0 0 1,0 0-1,0 0 0,0 0 0,0 0 0,1 0 0,-1 0 0,1 0 1,-1 1-1,1-1 0,0 1 0,0-1 0,0 1 0,0-1 0,0 1 1,1 0-1,-1-1 0,1 1 0,0 0 0,0-1 0,0 1 0,0 4 1,1 1-46,0-1 0,0 0 0,1 1 0,-1-1 0,2 0 0,-1 0 0,1 0 0,0-1 0,0 1 0,1 0 0,0-1 0,0 0 0,6 6 1,-7-8-108,0 0 1,1 0 0,-1 0-1,1 0 1,0-1 0,0 0 0,1 0-1,-1 0 1,1 0 0,-1-1 0,1 0-1,0 0 1,0 0 0,0 0 0,0-1-1,0 0 1,0 0 0,0 0 0,8-1-1,-12 0-1,0 0-1,0 0 0,0 0 0,0 0 1,0-1-1,0 1 0,0 0 1,0-1-1,0 1 0,0-1 0,0 1 1,-1-1-1,1 0 0,0 1 1,0-1-1,0 0 0,-1 1 0,1-1 1,0 0-1,-1 0 0,1 0 1,0 0-1,-1 0 0,1 1 1,-1-1-1,0 0 0,1 0 0,-1 0 1,0 0-1,1 0 0,-1-1 1,0 1-1,0 0 0,0 0 0,0 0 1,0 0-1,0 0 0,0 0 1,-1 0-1,1 0 0,0 0 0,-1 0 1,0-2-1,0-4 44,-2 0 0,1 0 0,-1 1 1,-7-13-1,-1 1-25,-2 1 1,0 1-1,-1 0 0,0 1 1,-1 1-1,-1 0 1,0 1-1,-27-16 1,32 23-5,0 1 1,0 1-1,-1-1 1,0 2 0,0 0-1,0 1 1,0 0 0,0 0-1,0 1 1,0 1-1,-1 0 1,1 1 0,-17 3-1,28-4-21,0 0 0,1 0-1,-1 0 1,0 0 0,0 0-1,0 0 1,0 0 0,0 0-1,1 1 1,-1-1 0,0 0 0,0 1-1,0-1 1,1 0 0,-1 1-1,0-1 1,0 1 0,1-1-1,-1 1 1,0 0 0,1-1-1,-1 1 1,1 0 0,-1-1-1,1 1 1,-1 0 0,1-1 0,0 1-1,-1 0 1,1 0 0,0 0-1,-1 0 1,1-1 0,0 1-1,0 0 1,0 0 0,0 0-1,0 0 1,0 0 0,0 0-1,0-1 1,0 1 0,0 0 0,0 0-1,1 0 1,-1 0 0,0-1-1,1 1 1,-1 0 0,1 1-1,2 3 13,1 0-1,-1 0 1,1 0-1,0 0 1,10 7-1,14 12 32,2-1 0,0-2 0,2-2 0,0 0 0,38 15-1,-63-31-27,0 0 0,0-1-1,0 0 1,0 0-1,11 1 1,-16-3-9,-1 0 0,1 0 0,-1 0-1,1 0 1,-1 0 0,0 0 0,1 0 0,-1 0 0,1 0 0,-1-1 0,0 1 0,1-1 0,-1 1 0,0-1-1,0 1 1,1-1 0,-1 0 0,0 0 0,0 0 0,0 1 0,0-1 0,0 0 0,0 0 0,0 0 0,0-1-1,0 1 1,0 0 0,-1 0 0,1 0 0,0-1 0,-1 1 0,1 0 0,-1-1 0,1 1 0,-1-2 0,1-3 19,-1-1 0,0 1 0,-1 0 0,1 0 0,-1 0 0,0-1 0,-1 1 0,1 0 0,-1 0 0,0 0 0,-1 1 0,0-1 0,0 0 0,0 1 0,0 0 0,-1 0 0,0 0 0,-5-5 0,0-1-15,-1 1 0,-1 0 0,0 0-1,0 1 1,-1 1 0,-23-13 0,26 16-17,0 2-1,-1-1 1,1 1 0,-12-2 0,18 4-8,0 1-1,1-1 1,-1 1-1,0 0 1,1-1-1,-1 1 1,0 0 0,1 1-1,-1-1 1,0 0-1,1 1 1,-1 0-1,0-1 1,1 1-1,-1 0 1,1 0-1,-1 1 1,1-1 0,0 0-1,-3 3 1,4-3 3,0 0 0,0 0 0,1 1 0,-1-1 0,0 0 1,1 1-1,-1-1 0,1 0 0,-1 1 0,1-1 1,0 1-1,0-1 0,0 1 0,0-1 0,0 0 0,0 1 1,0-1-1,0 1 0,0-1 0,1 1 0,-1-1 0,0 0 1,1 1-1,-1-1 0,1 0 0,0 1 0,-1-1 0,1 0 1,0 0-1,0 0 0,0 1 0,1 0 0,4 5 16,0-1-1,0 0 1,14 11-1,-6-6 1,0-2 1,1 0-1,21 10 1,-31-16 2,0-1 0,0 0 0,1 0 1,-1 0-1,1-1 0,-1 0 0,1 0 0,-1 0 1,1-1-1,0 0 0,-1 0 0,1 0 1,0-1-1,7-1 0,-12 2-1,1-1 1,-1 1-1,1-1 0,-1 1 1,1-1-1,-1 1 0,0-1 0,1 0 1,-1 0-1,0 0 0,1 0 1,-1 0-1,0 0 0,0 0 1,0 0-1,0 0 0,0-1 1,0 1-1,0 0 0,-1-1 1,1 1-1,0 0 0,-1-1 0,1 1 1,-1-1-1,0 1 0,1-1 1,-1 0-1,0 1 0,0-1 1,0 1-1,0-1 0,0 1 1,0-1-1,0 1 0,-1-1 0,1 1 1,0-1-1,-1 1 0,0-2 1,-1-2 16,0 1 0,0-1 0,-1 1 0,1 0 0,-1 0 0,0 0 0,0 1 0,0-1 0,-1 1 1,1-1-1,-1 1 0,-5-3 0,4 3-34,0 0 1,-1 0-1,0 0 1,1 1-1,-1 0 0,0 0 1,0 0-1,0 1 1,-1 0-1,1 0 0,0 1 1,0 0-1,0 0 1,-1 0-1,-11 3 1,17-3-19,0 1 1,1-1-1,-1 0 1,0 1-1,0 0 1,0-1-1,1 1 1,-1-1-1,0 1 1,1 0-1,-1 0 1,0-1-1,1 1 1,-1 0-1,1 0 1,-1 0-1,1 0 1,0-1-1,-1 1 1,1 0 0,0 0-1,0 0 1,-1 0-1,1 0 1,0 0-1,0 0 1,0 0-1,0 0 1,0 0-1,0 0 1,1 0-1,-1 0 1,0 1-1,11 25-293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7.7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231 119 648,'12'-2'11583,"-9"7"-12796,5 12 1818,0 0 1,-1 0-1,-1 0 0,5 23 0,7 22 297,11 4-108,2-2 0,45 71 0,-56-102-524,9 11 81,2-1 0,63 66-1,12 17 45,-82-92-218,-1 2-1,25 52 1,27 82 300,-45-97-228,70 124 0,-86-177-154,21 23 0,-24-31-3,-1 1 1,0 0 0,-1 0 0,11 21-1,-13-22 138,-6-10 184,-6-8-116,-3-4-161,1 0 0,-9-15 0,-15-21-24,-68-53 2,70 73-112,1-2 0,2 0 1,-33-45-1,-96-185-2,51 82-25,46 96 23,40 56-2,-26-40-1,39 54-8,0 0 0,0-1 0,1 1 0,1-1-1,0 1 1,0-1 0,-2-22 0,2-15-56,-6-50 22,7 84 48,-1 0 0,0 0-1,-1 1 1,-10-24-1,10 30-3,-1 0 0,0 0 0,0 1 0,0-1 0,-1 1 0,0 0 0,0 1 0,-1 0 0,1 0 0,-10-6-1,5 4-13,1 0 0,0-1 0,-10-11-1,18 16 9,0 1 0,0-1 0,1 0 0,-1 0 0,1 0-1,0 0 1,0 0 0,0 0 0,0 0 0,1 0 0,-1 0-1,0-4 1,1-44-27,0 18 32,-4-11-286,3 44 281,0 1 0,0-1-1,0 0 1,0 1 0,0-1 0,0 1-1,0 0 1,0-1 0,0 1 0,1 0 0,-1 0-1,0-1 1,0 1 0,1 0 0,-1 0-1,0 0 1,1 0 0,-1 1 0,-12 23-5,10-20-6,-75 129-25,53-96 23,2 2 1,-35 78 0,38-65 37,33-87 41,9-29-9,15-128 10,-9 40-66,-25 122 8,-3 23-13,0 0 0,1 0 0,0 0 0,0 0 0,3-11 0,-3 16 6,-1 1 0,1 0 1,-1-1-1,1 1 0,-1 0 0,1-1 1,-1 1-1,1 0 0,-1 0 0,1 0 0,-1-1 1,1 1-1,-1 0 0,1 0 0,-1 0 0,1 0 1,-1 0-1,1 0 0,-1 0 0,1 0 1,0 0-1,-1 0 0,1 1 0,-1-1 0,1 0 1,-1 0-1,1 0 0,-1 1 0,1-1 1,-1 0-1,1 0 0,-1 1 0,0-1 0,1 0 1,-1 1-1,1-1 0,-1 1 0,0-1 0,1 0 1,-1 2-1,18 15-70,2 7 11,31 50 0,-44-61 62,0 1-1,0 1 1,-1-1-1,-1 1 0,6 26 1,-5-12 21,-2 0-1,-1 1 1,-1 0-1,-4 47 1,2-76-7,0 1-1,0-1 1,0 1 0,-1-1-1,1 1 1,0-1 0,-1 1-1,1-1 1,-1 1-1,0-1 1,1 1 0,-1-1-1,0 0 1,-1 2 0,-6-3 154,-3-11-90,2-5-57,0 0 0,1 0 0,1-1 0,1 0 0,0-1 0,-6-32 0,6 12-42,2 0 0,2-47 1,2 83 23,0-1-1,0 0 0,0 1 1,0-1-1,0 0 0,0 1 1,-1-1-1,1 0 0,-1 1 1,1-1-1,-1 1 0,0-1 1,0 1-1,-3-5 0,4 7-4,-1 0-1,1 0 0,-1 0 0,1 0 1,0 0-1,-1 1 0,1-1 0,-1 0 1,1 0-1,-1 0 0,1 0 0,-1 1 1,1-1-1,0 0 0,-1 0 0,1 1 1,-1-1-1,1 0 0,0 1 0,-1-1 1,1 0-1,0 1 0,0-1 0,-1 1 1,1-1-1,0 0 0,0 1 0,-1 0 1,-7 13-111,-31 89 44,-9 19 12,-9-5 117,62-138-18,-5 19-42,0 0 0,1 0 0,-1-1 1,1 1-1,-1 0 0,1 0 0,0 0 0,0 0 1,0-1-1,0 1 0,2-2 0,3-6 2,1 0 0,-2-1 0,1 0 0,6-21 0,5-8 0,-2 4-6,17-32-21,-28 62 26,-1 0-1,1 1 0,0-1 1,0 1-1,1 0 1,0 0-1,0 0 1,7-5-1,-10 9-6,-1 1 0,1-1 1,-1 1-1,0-1 0,1 1 0,-1 0 0,1-1 0,-1 1 0,1 0 0,0 0 0,-1 0 0,1 0 1,-1 0-1,1 1 0,-1-1 0,1 0 0,-1 1 0,0-1 0,1 1 0,-1-1 0,1 1 0,-1 0 0,0 0 1,3 1-1,33 29-140,-25-20 107,37 29 142,3-2 0,0-2 0,3-3 0,74 34 0,-127-66-80,-1 0 0,1-1 0,-1 1 0,1 0 0,-1 0 0,1 0 0,-1 0 0,0 0 0,1 0 0,-1 0 0,0 0 0,0 1 0,1 1 0,-2-3-18,0 0-1,0 1 1,1-1-1,-1 1 1,0-1-1,0 1 1,0-1-1,0 1 1,0-1-1,0 0 1,0 1 0,0-1-1,-1 1 1,1-1-1,0 1 1,0-1-1,0 1 1,0-1-1,-1 0 1,1 1-1,0-1 1,0 1-1,-1-1 1,1 0 0,0 1-1,-1-1 1,1 0-1,0 0 1,-1 1-1,-5 2-359,1 1-1,-1-2 0,1 1 1,-1-1-1,-8 3 1,-3 1-2154,-7 5 594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F94D61-C2E8-430B-BB84-E5583A65AE6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83448-A914-4ED0-AB4F-81B36D53B2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2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783448-A914-4ED0-AB4F-81B36D53B27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724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13" Type="http://schemas.openxmlformats.org/officeDocument/2006/relationships/image" Target="../media/image1410.png"/><Relationship Id="rId7" Type="http://schemas.openxmlformats.org/officeDocument/2006/relationships/image" Target="../media/image730.png"/><Relationship Id="rId12" Type="http://schemas.openxmlformats.org/officeDocument/2006/relationships/image" Target="../media/image131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210.png"/><Relationship Id="rId10" Type="http://schemas.openxmlformats.org/officeDocument/2006/relationships/image" Target="../media/image1110.png"/><Relationship Id="rId9" Type="http://schemas.openxmlformats.org/officeDocument/2006/relationships/image" Target="../media/image7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160.png"/><Relationship Id="rId12" Type="http://schemas.openxmlformats.org/officeDocument/2006/relationships/image" Target="../media/image19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80.png"/><Relationship Id="rId10" Type="http://schemas.openxmlformats.org/officeDocument/2006/relationships/image" Target="../media/image170.png"/><Relationship Id="rId9" Type="http://schemas.openxmlformats.org/officeDocument/2006/relationships/image" Target="../media/image75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medium.com/@kswagat1979/advantage-actor-critic-a2c-models-ab188ddfcb72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133" Type="http://schemas.openxmlformats.org/officeDocument/2006/relationships/image" Target="../media/image50.png"/><Relationship Id="rId129" Type="http://schemas.openxmlformats.org/officeDocument/2006/relationships/image" Target="../media/image48.png"/><Relationship Id="rId137" Type="http://schemas.openxmlformats.org/officeDocument/2006/relationships/image" Target="../media/image54.png"/><Relationship Id="rId2" Type="http://schemas.openxmlformats.org/officeDocument/2006/relationships/image" Target="../media/image47.png"/><Relationship Id="rId13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128" Type="http://schemas.openxmlformats.org/officeDocument/2006/relationships/image" Target="../media/image111.png"/><Relationship Id="rId131" Type="http://schemas.openxmlformats.org/officeDocument/2006/relationships/image" Target="../media/image114.png"/><Relationship Id="rId136" Type="http://schemas.openxmlformats.org/officeDocument/2006/relationships/image" Target="../media/image53.png"/><Relationship Id="rId127" Type="http://schemas.openxmlformats.org/officeDocument/2006/relationships/image" Target="../media/image110.png"/><Relationship Id="rId130" Type="http://schemas.openxmlformats.org/officeDocument/2006/relationships/image" Target="../media/image113.png"/><Relationship Id="rId135" Type="http://schemas.openxmlformats.org/officeDocument/2006/relationships/image" Target="../media/image52.png"/><Relationship Id="rId126" Type="http://schemas.openxmlformats.org/officeDocument/2006/relationships/image" Target="../media/image109.png"/><Relationship Id="rId13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7.xml"/><Relationship Id="rId21" Type="http://schemas.openxmlformats.org/officeDocument/2006/relationships/customXml" Target="../ink/ink7.xml"/><Relationship Id="rId42" Type="http://schemas.openxmlformats.org/officeDocument/2006/relationships/image" Target="../media/image72.png"/><Relationship Id="rId63" Type="http://schemas.openxmlformats.org/officeDocument/2006/relationships/customXml" Target="../ink/ink28.xml"/><Relationship Id="rId84" Type="http://schemas.openxmlformats.org/officeDocument/2006/relationships/image" Target="../media/image94.png"/><Relationship Id="rId138" Type="http://schemas.openxmlformats.org/officeDocument/2006/relationships/customXml" Target="../ink/ink68.xml"/><Relationship Id="rId159" Type="http://schemas.openxmlformats.org/officeDocument/2006/relationships/image" Target="../media/image129.png"/><Relationship Id="rId170" Type="http://schemas.openxmlformats.org/officeDocument/2006/relationships/customXml" Target="../ink/ink84.xml"/><Relationship Id="rId191" Type="http://schemas.openxmlformats.org/officeDocument/2006/relationships/image" Target="../media/image145.png"/><Relationship Id="rId107" Type="http://schemas.openxmlformats.org/officeDocument/2006/relationships/customXml" Target="../ink/ink50.xml"/><Relationship Id="rId11" Type="http://schemas.openxmlformats.org/officeDocument/2006/relationships/customXml" Target="../ink/ink2.xml"/><Relationship Id="rId32" Type="http://schemas.openxmlformats.org/officeDocument/2006/relationships/image" Target="../media/image67.png"/><Relationship Id="rId53" Type="http://schemas.openxmlformats.org/officeDocument/2006/relationships/customXml" Target="../ink/ink23.xml"/><Relationship Id="rId74" Type="http://schemas.openxmlformats.org/officeDocument/2006/relationships/image" Target="../media/image88.png"/><Relationship Id="rId149" Type="http://schemas.openxmlformats.org/officeDocument/2006/relationships/image" Target="../media/image124.png"/><Relationship Id="rId128" Type="http://schemas.openxmlformats.org/officeDocument/2006/relationships/image" Target="../media/image111.png"/><Relationship Id="rId5" Type="http://schemas.openxmlformats.org/officeDocument/2006/relationships/image" Target="../media/image520.png"/><Relationship Id="rId95" Type="http://schemas.openxmlformats.org/officeDocument/2006/relationships/customXml" Target="../ink/ink44.xml"/><Relationship Id="rId160" Type="http://schemas.openxmlformats.org/officeDocument/2006/relationships/customXml" Target="../ink/ink79.xml"/><Relationship Id="rId181" Type="http://schemas.openxmlformats.org/officeDocument/2006/relationships/image" Target="../media/image140.png"/><Relationship Id="rId22" Type="http://schemas.openxmlformats.org/officeDocument/2006/relationships/image" Target="../media/image62.png"/><Relationship Id="rId43" Type="http://schemas.openxmlformats.org/officeDocument/2006/relationships/customXml" Target="../ink/ink18.xml"/><Relationship Id="rId64" Type="http://schemas.openxmlformats.org/officeDocument/2006/relationships/image" Target="../media/image83.png"/><Relationship Id="rId118" Type="http://schemas.openxmlformats.org/officeDocument/2006/relationships/customXml" Target="../ink/ink58.xml"/><Relationship Id="rId139" Type="http://schemas.openxmlformats.org/officeDocument/2006/relationships/image" Target="../media/image119.png"/><Relationship Id="rId85" Type="http://schemas.openxmlformats.org/officeDocument/2006/relationships/customXml" Target="../ink/ink39.xml"/><Relationship Id="rId150" Type="http://schemas.openxmlformats.org/officeDocument/2006/relationships/customXml" Target="../ink/ink74.xml"/><Relationship Id="rId171" Type="http://schemas.openxmlformats.org/officeDocument/2006/relationships/image" Target="../media/image135.png"/><Relationship Id="rId192" Type="http://schemas.openxmlformats.org/officeDocument/2006/relationships/customXml" Target="../ink/ink95.xml"/><Relationship Id="rId12" Type="http://schemas.openxmlformats.org/officeDocument/2006/relationships/image" Target="../media/image57.png"/><Relationship Id="rId33" Type="http://schemas.openxmlformats.org/officeDocument/2006/relationships/customXml" Target="../ink/ink13.xml"/><Relationship Id="rId108" Type="http://schemas.openxmlformats.org/officeDocument/2006/relationships/image" Target="../media/image106.png"/><Relationship Id="rId54" Type="http://schemas.openxmlformats.org/officeDocument/2006/relationships/image" Target="../media/image78.png"/><Relationship Id="rId75" Type="http://schemas.openxmlformats.org/officeDocument/2006/relationships/customXml" Target="../ink/ink34.xml"/><Relationship Id="rId96" Type="http://schemas.openxmlformats.org/officeDocument/2006/relationships/image" Target="../media/image100.png"/><Relationship Id="rId140" Type="http://schemas.openxmlformats.org/officeDocument/2006/relationships/customXml" Target="../ink/ink69.xml"/><Relationship Id="rId161" Type="http://schemas.openxmlformats.org/officeDocument/2006/relationships/image" Target="../media/image130.png"/><Relationship Id="rId182" Type="http://schemas.openxmlformats.org/officeDocument/2006/relationships/customXml" Target="../ink/ink90.xml"/><Relationship Id="rId6" Type="http://schemas.openxmlformats.org/officeDocument/2006/relationships/image" Target="../media/image530.png"/><Relationship Id="rId23" Type="http://schemas.openxmlformats.org/officeDocument/2006/relationships/customXml" Target="../ink/ink8.xml"/><Relationship Id="rId119" Type="http://schemas.openxmlformats.org/officeDocument/2006/relationships/customXml" Target="../ink/ink59.xml"/><Relationship Id="rId44" Type="http://schemas.openxmlformats.org/officeDocument/2006/relationships/image" Target="../media/image73.png"/><Relationship Id="rId65" Type="http://schemas.openxmlformats.org/officeDocument/2006/relationships/customXml" Target="../ink/ink29.xml"/><Relationship Id="rId86" Type="http://schemas.openxmlformats.org/officeDocument/2006/relationships/image" Target="../media/image95.png"/><Relationship Id="rId151" Type="http://schemas.openxmlformats.org/officeDocument/2006/relationships/image" Target="../media/image125.png"/><Relationship Id="rId130" Type="http://schemas.openxmlformats.org/officeDocument/2006/relationships/image" Target="../media/image113.png"/><Relationship Id="rId172" Type="http://schemas.openxmlformats.org/officeDocument/2006/relationships/customXml" Target="../ink/ink85.xml"/><Relationship Id="rId193" Type="http://schemas.openxmlformats.org/officeDocument/2006/relationships/image" Target="../media/image146.png"/><Relationship Id="rId13" Type="http://schemas.openxmlformats.org/officeDocument/2006/relationships/customXml" Target="../ink/ink3.xml"/><Relationship Id="rId109" Type="http://schemas.openxmlformats.org/officeDocument/2006/relationships/customXml" Target="../ink/ink51.xml"/><Relationship Id="rId34" Type="http://schemas.openxmlformats.org/officeDocument/2006/relationships/image" Target="../media/image68.png"/><Relationship Id="rId55" Type="http://schemas.openxmlformats.org/officeDocument/2006/relationships/customXml" Target="../ink/ink24.xml"/><Relationship Id="rId76" Type="http://schemas.openxmlformats.org/officeDocument/2006/relationships/image" Target="../media/image89.png"/><Relationship Id="rId97" Type="http://schemas.openxmlformats.org/officeDocument/2006/relationships/customXml" Target="../ink/ink45.xml"/><Relationship Id="rId120" Type="http://schemas.openxmlformats.org/officeDocument/2006/relationships/customXml" Target="../ink/ink60.xml"/><Relationship Id="rId141" Type="http://schemas.openxmlformats.org/officeDocument/2006/relationships/image" Target="../media/image120.png"/><Relationship Id="rId7" Type="http://schemas.openxmlformats.org/officeDocument/2006/relationships/image" Target="../media/image540.png"/><Relationship Id="rId71" Type="http://schemas.openxmlformats.org/officeDocument/2006/relationships/customXml" Target="../ink/ink32.xml"/><Relationship Id="rId92" Type="http://schemas.openxmlformats.org/officeDocument/2006/relationships/image" Target="../media/image98.png"/><Relationship Id="rId162" Type="http://schemas.openxmlformats.org/officeDocument/2006/relationships/customXml" Target="../ink/ink80.xml"/><Relationship Id="rId183" Type="http://schemas.openxmlformats.org/officeDocument/2006/relationships/image" Target="../media/image141.png"/><Relationship Id="rId2" Type="http://schemas.openxmlformats.org/officeDocument/2006/relationships/notesSlide" Target="../notesSlides/notesSlide1.xml"/><Relationship Id="rId29" Type="http://schemas.openxmlformats.org/officeDocument/2006/relationships/customXml" Target="../ink/ink11.xml"/><Relationship Id="rId24" Type="http://schemas.openxmlformats.org/officeDocument/2006/relationships/image" Target="../media/image63.png"/><Relationship Id="rId40" Type="http://schemas.openxmlformats.org/officeDocument/2006/relationships/image" Target="../media/image71.png"/><Relationship Id="rId45" Type="http://schemas.openxmlformats.org/officeDocument/2006/relationships/customXml" Target="../ink/ink19.xml"/><Relationship Id="rId66" Type="http://schemas.openxmlformats.org/officeDocument/2006/relationships/image" Target="../media/image84.png"/><Relationship Id="rId87" Type="http://schemas.openxmlformats.org/officeDocument/2006/relationships/customXml" Target="../ink/ink40.xml"/><Relationship Id="rId110" Type="http://schemas.openxmlformats.org/officeDocument/2006/relationships/image" Target="../media/image107.png"/><Relationship Id="rId115" Type="http://schemas.openxmlformats.org/officeDocument/2006/relationships/customXml" Target="../ink/ink55.xml"/><Relationship Id="rId136" Type="http://schemas.openxmlformats.org/officeDocument/2006/relationships/customXml" Target="../ink/ink67.xml"/><Relationship Id="rId157" Type="http://schemas.openxmlformats.org/officeDocument/2006/relationships/image" Target="../media/image128.png"/><Relationship Id="rId178" Type="http://schemas.openxmlformats.org/officeDocument/2006/relationships/customXml" Target="../ink/ink88.xml"/><Relationship Id="rId131" Type="http://schemas.openxmlformats.org/officeDocument/2006/relationships/image" Target="../media/image114.png"/><Relationship Id="rId61" Type="http://schemas.openxmlformats.org/officeDocument/2006/relationships/customXml" Target="../ink/ink27.xml"/><Relationship Id="rId82" Type="http://schemas.openxmlformats.org/officeDocument/2006/relationships/image" Target="../media/image93.png"/><Relationship Id="rId152" Type="http://schemas.openxmlformats.org/officeDocument/2006/relationships/customXml" Target="../ink/ink75.xml"/><Relationship Id="rId173" Type="http://schemas.openxmlformats.org/officeDocument/2006/relationships/image" Target="../media/image136.png"/><Relationship Id="rId194" Type="http://schemas.openxmlformats.org/officeDocument/2006/relationships/customXml" Target="../ink/ink96.xml"/><Relationship Id="rId199" Type="http://schemas.openxmlformats.org/officeDocument/2006/relationships/image" Target="../media/image109.png"/><Relationship Id="rId19" Type="http://schemas.openxmlformats.org/officeDocument/2006/relationships/customXml" Target="../ink/ink6.xml"/><Relationship Id="rId14" Type="http://schemas.openxmlformats.org/officeDocument/2006/relationships/image" Target="../media/image58.png"/><Relationship Id="rId30" Type="http://schemas.openxmlformats.org/officeDocument/2006/relationships/image" Target="../media/image66.png"/><Relationship Id="rId35" Type="http://schemas.openxmlformats.org/officeDocument/2006/relationships/customXml" Target="../ink/ink14.xml"/><Relationship Id="rId56" Type="http://schemas.openxmlformats.org/officeDocument/2006/relationships/image" Target="../media/image79.png"/><Relationship Id="rId77" Type="http://schemas.openxmlformats.org/officeDocument/2006/relationships/customXml" Target="../ink/ink35.xml"/><Relationship Id="rId100" Type="http://schemas.openxmlformats.org/officeDocument/2006/relationships/image" Target="../media/image102.png"/><Relationship Id="rId105" Type="http://schemas.openxmlformats.org/officeDocument/2006/relationships/customXml" Target="../ink/ink49.xml"/><Relationship Id="rId126" Type="http://schemas.openxmlformats.org/officeDocument/2006/relationships/customXml" Target="../ink/ink66.xml"/><Relationship Id="rId147" Type="http://schemas.openxmlformats.org/officeDocument/2006/relationships/image" Target="../media/image123.png"/><Relationship Id="rId168" Type="http://schemas.openxmlformats.org/officeDocument/2006/relationships/customXml" Target="../ink/ink83.xml"/><Relationship Id="rId8" Type="http://schemas.openxmlformats.org/officeDocument/2006/relationships/image" Target="../media/image55.png"/><Relationship Id="rId51" Type="http://schemas.openxmlformats.org/officeDocument/2006/relationships/customXml" Target="../ink/ink22.xml"/><Relationship Id="rId72" Type="http://schemas.openxmlformats.org/officeDocument/2006/relationships/image" Target="../media/image87.png"/><Relationship Id="rId93" Type="http://schemas.openxmlformats.org/officeDocument/2006/relationships/customXml" Target="../ink/ink43.xml"/><Relationship Id="rId98" Type="http://schemas.openxmlformats.org/officeDocument/2006/relationships/image" Target="../media/image101.png"/><Relationship Id="rId121" Type="http://schemas.openxmlformats.org/officeDocument/2006/relationships/customXml" Target="../ink/ink61.xml"/><Relationship Id="rId142" Type="http://schemas.openxmlformats.org/officeDocument/2006/relationships/customXml" Target="../ink/ink70.xml"/><Relationship Id="rId163" Type="http://schemas.openxmlformats.org/officeDocument/2006/relationships/image" Target="../media/image131.png"/><Relationship Id="rId184" Type="http://schemas.openxmlformats.org/officeDocument/2006/relationships/customXml" Target="../ink/ink91.xml"/><Relationship Id="rId189" Type="http://schemas.openxmlformats.org/officeDocument/2006/relationships/image" Target="../media/image144.png"/><Relationship Id="rId3" Type="http://schemas.openxmlformats.org/officeDocument/2006/relationships/image" Target="../media/image500.png"/><Relationship Id="rId25" Type="http://schemas.openxmlformats.org/officeDocument/2006/relationships/customXml" Target="../ink/ink9.xml"/><Relationship Id="rId46" Type="http://schemas.openxmlformats.org/officeDocument/2006/relationships/image" Target="../media/image74.png"/><Relationship Id="rId67" Type="http://schemas.openxmlformats.org/officeDocument/2006/relationships/customXml" Target="../ink/ink30.xml"/><Relationship Id="rId116" Type="http://schemas.openxmlformats.org/officeDocument/2006/relationships/customXml" Target="../ink/ink56.xml"/><Relationship Id="rId137" Type="http://schemas.openxmlformats.org/officeDocument/2006/relationships/image" Target="../media/image118.png"/><Relationship Id="rId158" Type="http://schemas.openxmlformats.org/officeDocument/2006/relationships/customXml" Target="../ink/ink78.xml"/><Relationship Id="rId20" Type="http://schemas.openxmlformats.org/officeDocument/2006/relationships/image" Target="../media/image61.png"/><Relationship Id="rId41" Type="http://schemas.openxmlformats.org/officeDocument/2006/relationships/customXml" Target="../ink/ink17.xml"/><Relationship Id="rId62" Type="http://schemas.openxmlformats.org/officeDocument/2006/relationships/image" Target="../media/image82.png"/><Relationship Id="rId83" Type="http://schemas.openxmlformats.org/officeDocument/2006/relationships/customXml" Target="../ink/ink38.xml"/><Relationship Id="rId88" Type="http://schemas.openxmlformats.org/officeDocument/2006/relationships/image" Target="../media/image96.png"/><Relationship Id="rId111" Type="http://schemas.openxmlformats.org/officeDocument/2006/relationships/customXml" Target="../ink/ink52.xml"/><Relationship Id="rId153" Type="http://schemas.openxmlformats.org/officeDocument/2006/relationships/image" Target="../media/image126.png"/><Relationship Id="rId174" Type="http://schemas.openxmlformats.org/officeDocument/2006/relationships/customXml" Target="../ink/ink86.xml"/><Relationship Id="rId179" Type="http://schemas.openxmlformats.org/officeDocument/2006/relationships/image" Target="../media/image139.png"/><Relationship Id="rId195" Type="http://schemas.openxmlformats.org/officeDocument/2006/relationships/image" Target="../media/image147.png"/><Relationship Id="rId190" Type="http://schemas.openxmlformats.org/officeDocument/2006/relationships/customXml" Target="../ink/ink94.xml"/><Relationship Id="rId15" Type="http://schemas.openxmlformats.org/officeDocument/2006/relationships/customXml" Target="../ink/ink4.xml"/><Relationship Id="rId36" Type="http://schemas.openxmlformats.org/officeDocument/2006/relationships/image" Target="../media/image69.png"/><Relationship Id="rId57" Type="http://schemas.openxmlformats.org/officeDocument/2006/relationships/customXml" Target="../ink/ink25.xml"/><Relationship Id="rId106" Type="http://schemas.openxmlformats.org/officeDocument/2006/relationships/image" Target="../media/image105.png"/><Relationship Id="rId127" Type="http://schemas.openxmlformats.org/officeDocument/2006/relationships/image" Target="../media/image110.png"/><Relationship Id="rId10" Type="http://schemas.openxmlformats.org/officeDocument/2006/relationships/image" Target="../media/image56.png"/><Relationship Id="rId31" Type="http://schemas.openxmlformats.org/officeDocument/2006/relationships/customXml" Target="../ink/ink12.xml"/><Relationship Id="rId52" Type="http://schemas.openxmlformats.org/officeDocument/2006/relationships/image" Target="../media/image77.png"/><Relationship Id="rId73" Type="http://schemas.openxmlformats.org/officeDocument/2006/relationships/customXml" Target="../ink/ink33.xml"/><Relationship Id="rId78" Type="http://schemas.openxmlformats.org/officeDocument/2006/relationships/image" Target="../media/image91.png"/><Relationship Id="rId94" Type="http://schemas.openxmlformats.org/officeDocument/2006/relationships/image" Target="../media/image99.png"/><Relationship Id="rId99" Type="http://schemas.openxmlformats.org/officeDocument/2006/relationships/customXml" Target="../ink/ink46.xml"/><Relationship Id="rId101" Type="http://schemas.openxmlformats.org/officeDocument/2006/relationships/customXml" Target="../ink/ink47.xml"/><Relationship Id="rId122" Type="http://schemas.openxmlformats.org/officeDocument/2006/relationships/customXml" Target="../ink/ink62.xml"/><Relationship Id="rId143" Type="http://schemas.openxmlformats.org/officeDocument/2006/relationships/image" Target="../media/image121.png"/><Relationship Id="rId148" Type="http://schemas.openxmlformats.org/officeDocument/2006/relationships/customXml" Target="../ink/ink73.xml"/><Relationship Id="rId164" Type="http://schemas.openxmlformats.org/officeDocument/2006/relationships/customXml" Target="../ink/ink81.xml"/><Relationship Id="rId169" Type="http://schemas.openxmlformats.org/officeDocument/2006/relationships/image" Target="../media/image134.png"/><Relationship Id="rId185" Type="http://schemas.openxmlformats.org/officeDocument/2006/relationships/image" Target="../media/image142.png"/><Relationship Id="rId4" Type="http://schemas.openxmlformats.org/officeDocument/2006/relationships/image" Target="../media/image510.png"/><Relationship Id="rId9" Type="http://schemas.openxmlformats.org/officeDocument/2006/relationships/customXml" Target="../ink/ink1.xml"/><Relationship Id="rId180" Type="http://schemas.openxmlformats.org/officeDocument/2006/relationships/customXml" Target="../ink/ink89.xml"/><Relationship Id="rId26" Type="http://schemas.openxmlformats.org/officeDocument/2006/relationships/image" Target="../media/image64.png"/><Relationship Id="rId47" Type="http://schemas.openxmlformats.org/officeDocument/2006/relationships/customXml" Target="../ink/ink20.xml"/><Relationship Id="rId68" Type="http://schemas.openxmlformats.org/officeDocument/2006/relationships/image" Target="../media/image85.png"/><Relationship Id="rId89" Type="http://schemas.openxmlformats.org/officeDocument/2006/relationships/customXml" Target="../ink/ink41.xml"/><Relationship Id="rId112" Type="http://schemas.openxmlformats.org/officeDocument/2006/relationships/image" Target="../media/image108.png"/><Relationship Id="rId154" Type="http://schemas.openxmlformats.org/officeDocument/2006/relationships/customXml" Target="../ink/ink76.xml"/><Relationship Id="rId175" Type="http://schemas.openxmlformats.org/officeDocument/2006/relationships/image" Target="../media/image137.png"/><Relationship Id="rId196" Type="http://schemas.openxmlformats.org/officeDocument/2006/relationships/customXml" Target="../ink/ink97.xml"/><Relationship Id="rId200" Type="http://schemas.openxmlformats.org/officeDocument/2006/relationships/image" Target="../media/image90.png"/><Relationship Id="rId16" Type="http://schemas.openxmlformats.org/officeDocument/2006/relationships/image" Target="../media/image59.png"/><Relationship Id="rId37" Type="http://schemas.openxmlformats.org/officeDocument/2006/relationships/customXml" Target="../ink/ink15.xml"/><Relationship Id="rId58" Type="http://schemas.openxmlformats.org/officeDocument/2006/relationships/image" Target="../media/image80.png"/><Relationship Id="rId79" Type="http://schemas.openxmlformats.org/officeDocument/2006/relationships/customXml" Target="../ink/ink36.xml"/><Relationship Id="rId102" Type="http://schemas.openxmlformats.org/officeDocument/2006/relationships/image" Target="../media/image103.png"/><Relationship Id="rId123" Type="http://schemas.openxmlformats.org/officeDocument/2006/relationships/customXml" Target="../ink/ink63.xml"/><Relationship Id="rId144" Type="http://schemas.openxmlformats.org/officeDocument/2006/relationships/customXml" Target="../ink/ink71.xml"/><Relationship Id="rId90" Type="http://schemas.openxmlformats.org/officeDocument/2006/relationships/image" Target="../media/image97.png"/><Relationship Id="rId165" Type="http://schemas.openxmlformats.org/officeDocument/2006/relationships/image" Target="../media/image132.png"/><Relationship Id="rId186" Type="http://schemas.openxmlformats.org/officeDocument/2006/relationships/customXml" Target="../ink/ink92.xml"/><Relationship Id="rId27" Type="http://schemas.openxmlformats.org/officeDocument/2006/relationships/customXml" Target="../ink/ink10.xml"/><Relationship Id="rId48" Type="http://schemas.openxmlformats.org/officeDocument/2006/relationships/image" Target="../media/image75.png"/><Relationship Id="rId69" Type="http://schemas.openxmlformats.org/officeDocument/2006/relationships/customXml" Target="../ink/ink31.xml"/><Relationship Id="rId113" Type="http://schemas.openxmlformats.org/officeDocument/2006/relationships/customXml" Target="../ink/ink53.xml"/><Relationship Id="rId80" Type="http://schemas.openxmlformats.org/officeDocument/2006/relationships/image" Target="../media/image92.png"/><Relationship Id="rId155" Type="http://schemas.openxmlformats.org/officeDocument/2006/relationships/image" Target="../media/image127.png"/><Relationship Id="rId176" Type="http://schemas.openxmlformats.org/officeDocument/2006/relationships/customXml" Target="../ink/ink87.xml"/><Relationship Id="rId197" Type="http://schemas.openxmlformats.org/officeDocument/2006/relationships/image" Target="../media/image148.png"/><Relationship Id="rId201" Type="http://schemas.openxmlformats.org/officeDocument/2006/relationships/image" Target="../media/image112.png"/><Relationship Id="rId17" Type="http://schemas.openxmlformats.org/officeDocument/2006/relationships/customXml" Target="../ink/ink5.xml"/><Relationship Id="rId38" Type="http://schemas.openxmlformats.org/officeDocument/2006/relationships/image" Target="../media/image70.png"/><Relationship Id="rId59" Type="http://schemas.openxmlformats.org/officeDocument/2006/relationships/customXml" Target="../ink/ink26.xml"/><Relationship Id="rId103" Type="http://schemas.openxmlformats.org/officeDocument/2006/relationships/customXml" Target="../ink/ink48.xml"/><Relationship Id="rId124" Type="http://schemas.openxmlformats.org/officeDocument/2006/relationships/customXml" Target="../ink/ink64.xml"/><Relationship Id="rId70" Type="http://schemas.openxmlformats.org/officeDocument/2006/relationships/image" Target="../media/image86.png"/><Relationship Id="rId91" Type="http://schemas.openxmlformats.org/officeDocument/2006/relationships/customXml" Target="../ink/ink42.xml"/><Relationship Id="rId145" Type="http://schemas.openxmlformats.org/officeDocument/2006/relationships/image" Target="../media/image122.png"/><Relationship Id="rId166" Type="http://schemas.openxmlformats.org/officeDocument/2006/relationships/customXml" Target="../ink/ink82.xml"/><Relationship Id="rId187" Type="http://schemas.openxmlformats.org/officeDocument/2006/relationships/image" Target="../media/image143.png"/><Relationship Id="rId1" Type="http://schemas.openxmlformats.org/officeDocument/2006/relationships/slideLayout" Target="../slideLayouts/slideLayout6.xml"/><Relationship Id="rId28" Type="http://schemas.openxmlformats.org/officeDocument/2006/relationships/image" Target="../media/image65.png"/><Relationship Id="rId49" Type="http://schemas.openxmlformats.org/officeDocument/2006/relationships/customXml" Target="../ink/ink21.xml"/><Relationship Id="rId114" Type="http://schemas.openxmlformats.org/officeDocument/2006/relationships/customXml" Target="../ink/ink54.xml"/><Relationship Id="rId60" Type="http://schemas.openxmlformats.org/officeDocument/2006/relationships/image" Target="../media/image81.png"/><Relationship Id="rId81" Type="http://schemas.openxmlformats.org/officeDocument/2006/relationships/customXml" Target="../ink/ink37.xml"/><Relationship Id="rId135" Type="http://schemas.openxmlformats.org/officeDocument/2006/relationships/image" Target="../media/image117.png"/><Relationship Id="rId156" Type="http://schemas.openxmlformats.org/officeDocument/2006/relationships/customXml" Target="../ink/ink77.xml"/><Relationship Id="rId177" Type="http://schemas.openxmlformats.org/officeDocument/2006/relationships/image" Target="../media/image138.png"/><Relationship Id="rId198" Type="http://schemas.openxmlformats.org/officeDocument/2006/relationships/image" Target="../media/image36.png"/><Relationship Id="rId202" Type="http://schemas.openxmlformats.org/officeDocument/2006/relationships/image" Target="../media/image115.png"/><Relationship Id="rId18" Type="http://schemas.openxmlformats.org/officeDocument/2006/relationships/image" Target="../media/image60.png"/><Relationship Id="rId39" Type="http://schemas.openxmlformats.org/officeDocument/2006/relationships/customXml" Target="../ink/ink16.xml"/><Relationship Id="rId50" Type="http://schemas.openxmlformats.org/officeDocument/2006/relationships/image" Target="../media/image76.png"/><Relationship Id="rId104" Type="http://schemas.openxmlformats.org/officeDocument/2006/relationships/image" Target="../media/image104.png"/><Relationship Id="rId125" Type="http://schemas.openxmlformats.org/officeDocument/2006/relationships/customXml" Target="../ink/ink65.xml"/><Relationship Id="rId146" Type="http://schemas.openxmlformats.org/officeDocument/2006/relationships/customXml" Target="../ink/ink72.xml"/><Relationship Id="rId167" Type="http://schemas.openxmlformats.org/officeDocument/2006/relationships/image" Target="../media/image133.png"/><Relationship Id="rId188" Type="http://schemas.openxmlformats.org/officeDocument/2006/relationships/customXml" Target="../ink/ink9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31556" y="-151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7308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Deep 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Based on An Introduction to Deep Reinforcement Learning**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+ Sutton/Barto* Sections 9.7 and 15.7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1" y="4894586"/>
            <a:ext cx="4169519" cy="1443894"/>
          </a:xfrm>
        </p:spPr>
        <p:txBody>
          <a:bodyPr>
            <a:normAutofit fontScale="55000" lnSpcReduction="20000"/>
          </a:bodyPr>
          <a:lstStyle/>
          <a:p>
            <a:pPr algn="l"/>
            <a:r>
              <a:rPr lang="en-US" sz="23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8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800" baseline="30000" dirty="0">
                <a:solidFill>
                  <a:schemeClr val="bg1"/>
                </a:solidFill>
              </a:rPr>
              <a:t>nd</a:t>
            </a:r>
            <a:r>
              <a:rPr lang="en-US" sz="1800" dirty="0">
                <a:solidFill>
                  <a:schemeClr val="bg1"/>
                </a:solidFill>
              </a:rPr>
              <a:t> edition, MIT Press, Cambridge, MA, 2018</a:t>
            </a: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700" dirty="0">
                <a:solidFill>
                  <a:schemeClr val="bg1"/>
                </a:solidFill>
              </a:rPr>
              <a:t>**Vincent François-Lavet, Peter Henderson, </a:t>
            </a:r>
            <a:r>
              <a:rPr lang="en-US" sz="1700" dirty="0" err="1">
                <a:solidFill>
                  <a:schemeClr val="bg1"/>
                </a:solidFill>
              </a:rPr>
              <a:t>Riashat</a:t>
            </a:r>
            <a:r>
              <a:rPr lang="en-US" sz="1700" dirty="0">
                <a:solidFill>
                  <a:schemeClr val="bg1"/>
                </a:solidFill>
              </a:rPr>
              <a:t> Islam, Marc G. Bellemare and Joelle Pineau (2018), “An Introduction to Deep Reinforcement Learning</a:t>
            </a:r>
            <a:r>
              <a:rPr lang="en-US" sz="1700" i="1" dirty="0">
                <a:solidFill>
                  <a:schemeClr val="bg1"/>
                </a:solidFill>
              </a:rPr>
              <a:t>”, Foundations and Trends in Machine Learning</a:t>
            </a:r>
            <a:r>
              <a:rPr lang="en-US" sz="1700" dirty="0">
                <a:solidFill>
                  <a:schemeClr val="bg1"/>
                </a:solidFill>
              </a:rPr>
              <a:t>: Vol. 11, No. 3-4. DOI: 10.1561/2200000071.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6" y="4854740"/>
            <a:ext cx="1037459" cy="1303078"/>
            <a:chOff x="5248582" y="2401735"/>
            <a:chExt cx="1694835" cy="205453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b="1" dirty="0"/>
              <a:t>Part III: Modern RL Methods</a:t>
            </a:r>
          </a:p>
          <a:p>
            <a:pPr lvl="1"/>
            <a:r>
              <a:rPr lang="en-US" b="1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Notation*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Approximation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on policy distribution (fraction of time spent in state)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step size (gradient descent learning rate)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action-value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mean squared value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gradient of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evaluated 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9E7F800-DE58-B920-0E6E-9C32EEC84232}"/>
              </a:ext>
            </a:extLst>
          </p:cNvPr>
          <p:cNvSpPr txBox="1"/>
          <p:nvPr/>
        </p:nvSpPr>
        <p:spPr>
          <a:xfrm>
            <a:off x="822817" y="6308208"/>
            <a:ext cx="4907559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*Some authors use a slightly different notation.</a:t>
            </a:r>
          </a:p>
        </p:txBody>
      </p:sp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393A2-3A52-0628-2793-673C8A990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Tabular RL to Deep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6B133-F6A6-FC0E-B898-C9D545BBB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4389" y="1346215"/>
            <a:ext cx="2033424" cy="4429605"/>
          </a:xfr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sz="2000" b="1" dirty="0"/>
          </a:p>
          <a:p>
            <a:pPr marL="0" indent="0" algn="ctr">
              <a:buNone/>
            </a:pPr>
            <a:r>
              <a:rPr lang="en-US" sz="2000" b="1" dirty="0"/>
              <a:t>Tabular Methods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800" dirty="0"/>
              <a:t>Table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Q-learning, Sarsa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With sufficient exploration, appropriate learning rates.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Table size for big state/action spaces.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2B1493-3CCF-6E7A-4B28-EB76CD56B373}"/>
              </a:ext>
            </a:extLst>
          </p:cNvPr>
          <p:cNvSpPr txBox="1">
            <a:spLocks/>
          </p:cNvSpPr>
          <p:nvPr/>
        </p:nvSpPr>
        <p:spPr>
          <a:xfrm>
            <a:off x="4850550" y="1346215"/>
            <a:ext cx="1990672" cy="446316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9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300" b="1" dirty="0">
                <a:solidFill>
                  <a:schemeClr val="lt1"/>
                </a:solidFill>
              </a:rPr>
              <a:t>Linear Functions Approximation</a:t>
            </a:r>
          </a:p>
          <a:p>
            <a:endParaRPr lang="en-US" sz="19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Linear combination of basis functions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Stochastic Gradient Descent (SGD) used in Sarsa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Can converge to a good approximation of the optimal value function or policy. 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Performance depends on choice of basis functions.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F618EC6-B70F-B1AA-A8ED-0BA8DD4642F8}"/>
              </a:ext>
            </a:extLst>
          </p:cNvPr>
          <p:cNvSpPr txBox="1">
            <a:spLocks/>
          </p:cNvSpPr>
          <p:nvPr/>
        </p:nvSpPr>
        <p:spPr>
          <a:xfrm>
            <a:off x="8563485" y="1368113"/>
            <a:ext cx="2073756" cy="44412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600" b="1" dirty="0">
                <a:solidFill>
                  <a:schemeClr val="lt1"/>
                </a:solidFill>
              </a:rPr>
              <a:t>Deep RL (DRL)</a:t>
            </a:r>
          </a:p>
          <a:p>
            <a:endParaRPr lang="en-US" sz="18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Deep ANN 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Stochastic Gradient Descent (SGD) used </a:t>
            </a:r>
            <a:r>
              <a:rPr lang="en-US" sz="1800">
                <a:solidFill>
                  <a:schemeClr val="lt1"/>
                </a:solidFill>
              </a:rPr>
              <a:t>in DQN </a:t>
            </a:r>
            <a:r>
              <a:rPr lang="en-US" sz="1800" dirty="0">
                <a:solidFill>
                  <a:schemeClr val="lt1"/>
                </a:solidFill>
              </a:rPr>
              <a:t>and Actor-Critic methods.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Non-linearity makes convergence challenging.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r>
              <a:rPr lang="en-US" sz="1400" dirty="0">
                <a:solidFill>
                  <a:schemeClr val="lt1"/>
                </a:solidFill>
              </a:rPr>
              <a:t>Converges to local optima</a:t>
            </a:r>
          </a:p>
          <a:p>
            <a:r>
              <a:rPr lang="en-US" sz="1400" dirty="0">
                <a:solidFill>
                  <a:schemeClr val="lt1"/>
                </a:solidFill>
              </a:rPr>
              <a:t>Instability</a:t>
            </a:r>
          </a:p>
          <a:p>
            <a:r>
              <a:rPr lang="en-US" sz="1400" dirty="0">
                <a:solidFill>
                  <a:schemeClr val="lt1"/>
                </a:solidFill>
              </a:rPr>
              <a:t>Hyperparameter sensitivity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19CB78-3A1E-E0AF-3A60-7F41B1573638}"/>
              </a:ext>
            </a:extLst>
          </p:cNvPr>
          <p:cNvSpPr txBox="1"/>
          <p:nvPr/>
        </p:nvSpPr>
        <p:spPr>
          <a:xfrm>
            <a:off x="217126" y="4998774"/>
            <a:ext cx="1029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sz="1200" dirty="0"/>
            </a:br>
            <a:r>
              <a:rPr lang="en-US" sz="1200" dirty="0"/>
              <a:t>Limitations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A66D07-2041-1F26-5CBE-44F830643AFF}"/>
              </a:ext>
            </a:extLst>
          </p:cNvPr>
          <p:cNvSpPr txBox="1"/>
          <p:nvPr/>
        </p:nvSpPr>
        <p:spPr>
          <a:xfrm>
            <a:off x="154005" y="4083554"/>
            <a:ext cx="10824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Convergence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9500E-A0E9-0BBD-A2AC-129CC4B6188A}"/>
              </a:ext>
            </a:extLst>
          </p:cNvPr>
          <p:cNvSpPr txBox="1"/>
          <p:nvPr/>
        </p:nvSpPr>
        <p:spPr>
          <a:xfrm>
            <a:off x="319747" y="3186890"/>
            <a:ext cx="916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Methods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4C628F-7D62-30F3-707E-27B50DB7CA6E}"/>
              </a:ext>
            </a:extLst>
          </p:cNvPr>
          <p:cNvSpPr txBox="1"/>
          <p:nvPr/>
        </p:nvSpPr>
        <p:spPr>
          <a:xfrm>
            <a:off x="76174" y="2206410"/>
            <a:ext cx="1238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Representation</a:t>
            </a:r>
            <a:br>
              <a:rPr lang="en-US" sz="1200" dirty="0"/>
            </a:br>
            <a:r>
              <a:rPr lang="en-US" sz="1200" dirty="0"/>
              <a:t>(value function or policy)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7D2E8DE-4746-FA54-6856-94C588AF19D4}"/>
              </a:ext>
            </a:extLst>
          </p:cNvPr>
          <p:cNvCxnSpPr/>
          <p:nvPr/>
        </p:nvCxnSpPr>
        <p:spPr>
          <a:xfrm>
            <a:off x="236799" y="290148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D89225-F495-82BE-4BF2-F3C0D79D9BC8}"/>
              </a:ext>
            </a:extLst>
          </p:cNvPr>
          <p:cNvCxnSpPr/>
          <p:nvPr/>
        </p:nvCxnSpPr>
        <p:spPr>
          <a:xfrm>
            <a:off x="236799" y="369144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442813E-9F01-2B55-212F-377D25E29DBE}"/>
              </a:ext>
            </a:extLst>
          </p:cNvPr>
          <p:cNvCxnSpPr/>
          <p:nvPr/>
        </p:nvCxnSpPr>
        <p:spPr>
          <a:xfrm>
            <a:off x="236799" y="4786213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Arrow: Right 5">
            <a:extLst>
              <a:ext uri="{FF2B5EF4-FFF2-40B4-BE49-F238E27FC236}">
                <a16:creationId xmlns:a16="http://schemas.microsoft.com/office/drawing/2014/main" id="{A4CE0E24-0C93-0473-04A2-7C91D905000E}"/>
              </a:ext>
            </a:extLst>
          </p:cNvPr>
          <p:cNvSpPr/>
          <p:nvPr/>
        </p:nvSpPr>
        <p:spPr>
          <a:xfrm>
            <a:off x="3703914" y="3325389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EFDC2A2-A59D-E4D4-D196-48A815D37A2C}"/>
              </a:ext>
            </a:extLst>
          </p:cNvPr>
          <p:cNvSpPr/>
          <p:nvPr/>
        </p:nvSpPr>
        <p:spPr>
          <a:xfrm>
            <a:off x="7188625" y="3311910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E5C614-E299-9F4D-4716-1B91C940CC7D}"/>
              </a:ext>
            </a:extLst>
          </p:cNvPr>
          <p:cNvSpPr txBox="1"/>
          <p:nvPr/>
        </p:nvSpPr>
        <p:spPr>
          <a:xfrm>
            <a:off x="3537453" y="4222053"/>
            <a:ext cx="1148235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scales to large state/action spaces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+ generalizes over states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789D49-C5BF-68B5-59CB-8352F870EBD3}"/>
              </a:ext>
            </a:extLst>
          </p:cNvPr>
          <p:cNvSpPr txBox="1"/>
          <p:nvPr/>
        </p:nvSpPr>
        <p:spPr>
          <a:xfrm>
            <a:off x="7128236" y="4209469"/>
            <a:ext cx="1148235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more powerful approximation for high-dimensional and continuous state and action spaces</a:t>
            </a:r>
          </a:p>
        </p:txBody>
      </p:sp>
    </p:spTree>
    <p:extLst>
      <p:ext uri="{BB962C8B-B14F-4D97-AF65-F5344CB8AC3E}">
        <p14:creationId xmlns:p14="http://schemas.microsoft.com/office/powerpoint/2010/main" val="3078183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B8486-FEED-3AE4-C050-283D1E44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Disclaimer: Convergence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0E4EE-39BC-EA5B-575A-C11F62330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So far, we have had strong convergence guarantees:</a:t>
            </a:r>
          </a:p>
          <a:p>
            <a:pPr lvl="1"/>
            <a:r>
              <a:rPr lang="en-US" b="1" dirty="0"/>
              <a:t>Tabular RL </a:t>
            </a:r>
            <a:r>
              <a:rPr lang="en-US" dirty="0"/>
              <a:t>has the contraction mapping guarantee (Bellman Operator): guaranteed convergence to the optimal value function (a fixed point). The policy improvement theorem shows that the policy improves in every step.</a:t>
            </a:r>
          </a:p>
          <a:p>
            <a:pPr lvl="1"/>
            <a:r>
              <a:rPr lang="en-US" b="1" dirty="0"/>
              <a:t>TD/Q-learning </a:t>
            </a:r>
            <a:r>
              <a:rPr lang="en-US" dirty="0"/>
              <a:t>converges with sufficient exploration and diminishing learning rates.</a:t>
            </a:r>
          </a:p>
          <a:p>
            <a:pPr lvl="1"/>
            <a:r>
              <a:rPr lang="en-US" b="1" dirty="0"/>
              <a:t>Linear approximation: </a:t>
            </a:r>
            <a:r>
              <a:rPr lang="en-US" dirty="0"/>
              <a:t> Mean squared value error creates a convex optimization problem. On-policy learning converges to the global optimum.</a:t>
            </a:r>
            <a:br>
              <a:rPr lang="en-US" dirty="0"/>
            </a:br>
            <a:r>
              <a:rPr lang="en-US" dirty="0"/>
              <a:t>But off-Policy convergence is not guaranteed: Off-policy + bootstrapping + function approximation = </a:t>
            </a:r>
            <a:r>
              <a:rPr lang="en-US" b="1" dirty="0"/>
              <a:t>deadly triad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Non-linear approximation (DRL) breaks most guarantees in RL!</a:t>
            </a:r>
          </a:p>
          <a:p>
            <a:pPr lvl="1"/>
            <a:r>
              <a:rPr lang="en-US" b="1" dirty="0"/>
              <a:t>Loss of contraction mapping </a:t>
            </a:r>
            <a:r>
              <a:rPr lang="en-US" dirty="0"/>
              <a:t>due to a non-linear projection. A fixed point may not exist or be reachable.</a:t>
            </a:r>
          </a:p>
          <a:p>
            <a:pPr lvl="1"/>
            <a:r>
              <a:rPr lang="en-US" b="1" dirty="0"/>
              <a:t>Monotonic policy improvement is lost: </a:t>
            </a:r>
            <a:r>
              <a:rPr lang="en-US" dirty="0"/>
              <a:t>Policy can get worse.</a:t>
            </a:r>
          </a:p>
          <a:p>
            <a:pPr lvl="1"/>
            <a:r>
              <a:rPr lang="en-US" b="1" dirty="0"/>
              <a:t>Stochastic approximation guarantees break</a:t>
            </a:r>
            <a:r>
              <a:rPr lang="en-US" dirty="0"/>
              <a:t>: Targets depend on parameters (bootstrapping), and </a:t>
            </a:r>
            <a:r>
              <a:rPr lang="en-US" b="1" dirty="0"/>
              <a:t>gradients are biased.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025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89BDD76-DC2B-7000-DB38-1C210A26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Value-based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4055AC-D358-1E88-DB0E-AB53A1BC0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 parameterized value function that is updated via gradient descent.</a:t>
            </a:r>
          </a:p>
        </p:txBody>
      </p:sp>
    </p:spTree>
    <p:extLst>
      <p:ext uri="{BB962C8B-B14F-4D97-AF65-F5344CB8AC3E}">
        <p14:creationId xmlns:p14="http://schemas.microsoft.com/office/powerpoint/2010/main" val="2046941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458EF6-A107-0A9A-1840-241EF37D1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Value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dirty="0"/>
              </a:p>
              <a:p>
                <a:r>
                  <a:rPr lang="en-US" b="0" dirty="0"/>
                  <a:t>Value functions: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Bellman equation: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Optimality condition:</a:t>
                </a:r>
              </a:p>
              <a:p>
                <a:pPr marL="457200" lvl="1" indent="0">
                  <a:buNone/>
                </a:pPr>
                <a:r>
                  <a:rPr lang="en-US" b="0" dirty="0"/>
                  <a:t>                         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    and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Optimal policy: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61437BC7-CDF4-31E8-14F6-91CFBC0BC7A9}"/>
              </a:ext>
            </a:extLst>
          </p:cNvPr>
          <p:cNvSpPr/>
          <p:nvPr/>
        </p:nvSpPr>
        <p:spPr>
          <a:xfrm>
            <a:off x="8380602" y="1765882"/>
            <a:ext cx="3150066" cy="1283515"/>
          </a:xfrm>
          <a:prstGeom prst="wedgeRoundRectCallout">
            <a:avLst>
              <a:gd name="adj1" fmla="val -129947"/>
              <a:gd name="adj2" fmla="val 1599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The expectation reflects all uncertainty: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policy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transitions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reward model</a:t>
            </a:r>
          </a:p>
        </p:txBody>
      </p:sp>
    </p:spTree>
    <p:extLst>
      <p:ext uri="{BB962C8B-B14F-4D97-AF65-F5344CB8AC3E}">
        <p14:creationId xmlns:p14="http://schemas.microsoft.com/office/powerpoint/2010/main" val="198661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Tabular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Tabular update rule only uses Sars: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followed!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Off-policy</a:t>
                </a:r>
              </a:p>
              <a:p>
                <a:r>
                  <a:rPr lang="en-US" dirty="0"/>
                  <a:t>Converges to the optimal value function if</a:t>
                </a:r>
              </a:p>
              <a:p>
                <a:pPr lvl="1"/>
                <a:r>
                  <a:rPr lang="en-US" dirty="0"/>
                  <a:t>State-action pairs are represented discretely (in a table).</a:t>
                </a:r>
              </a:p>
              <a:p>
                <a:pPr lvl="1"/>
                <a:r>
                  <a:rPr lang="en-US" dirty="0"/>
                  <a:t>All action are repeatedly sampled in all states (behavior policy keeps exploring).</a:t>
                </a:r>
              </a:p>
              <a:p>
                <a:endParaRPr lang="en-US" b="1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can often not be represented in a table due to too many action-value pairs. 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Deadly </a:t>
                </a:r>
                <a:r>
                  <a:rPr lang="en-US" dirty="0" err="1"/>
                  <a:t>triade</a:t>
                </a:r>
                <a:r>
                  <a:rPr lang="en-US" dirty="0"/>
                  <a:t>:  </a:t>
                </a:r>
              </a:p>
              <a:p>
                <a:pPr lvl="1"/>
                <a:r>
                  <a:rPr lang="en-US" dirty="0"/>
                  <a:t>Bootstrapping</a:t>
                </a:r>
              </a:p>
              <a:p>
                <a:pPr lvl="1"/>
                <a:r>
                  <a:rPr lang="en-US" dirty="0"/>
                  <a:t>off-policy learning</a:t>
                </a:r>
              </a:p>
              <a:p>
                <a:pPr lvl="1"/>
                <a:r>
                  <a:rPr lang="en-US" dirty="0"/>
                  <a:t>function approximation</a:t>
                </a:r>
              </a:p>
              <a:p>
                <a:r>
                  <a:rPr lang="en-US" dirty="0"/>
                  <a:t>Linear approximation converges for special cases. Non-linear approximation is an issue!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498327BA-1D9D-E7A5-5900-D16895A74482}"/>
              </a:ext>
            </a:extLst>
          </p:cNvPr>
          <p:cNvGrpSpPr/>
          <p:nvPr/>
        </p:nvGrpSpPr>
        <p:grpSpPr>
          <a:xfrm>
            <a:off x="5643135" y="1712423"/>
            <a:ext cx="3160042" cy="1158041"/>
            <a:chOff x="5502761" y="1996939"/>
            <a:chExt cx="4441087" cy="124297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13D399-5436-DD5C-3C09-991F8AE5AA15}"/>
                </a:ext>
              </a:extLst>
            </p:cNvPr>
            <p:cNvSpPr txBox="1"/>
            <p:nvPr/>
          </p:nvSpPr>
          <p:spPr>
            <a:xfrm>
              <a:off x="6414761" y="1996939"/>
              <a:ext cx="933217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B2469E7-597A-6D5F-34FF-F1CEC74C31D2}"/>
                </a:ext>
              </a:extLst>
            </p:cNvPr>
            <p:cNvSpPr txBox="1"/>
            <p:nvPr/>
          </p:nvSpPr>
          <p:spPr>
            <a:xfrm>
              <a:off x="8504372" y="1996939"/>
              <a:ext cx="1439476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64E7F2E-CD37-E643-C336-282CA98C2197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2" y="2359291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35DED0-7CD9-B356-3D6F-AE0DEAC31728}"/>
                </a:ext>
              </a:extLst>
            </p:cNvPr>
            <p:cNvCxnSpPr>
              <a:cxnSpLocks/>
            </p:cNvCxnSpPr>
            <p:nvPr/>
          </p:nvCxnSpPr>
          <p:spPr>
            <a:xfrm>
              <a:off x="8570463" y="2359291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C989D5A-3C84-7EFE-4075-12A7DF0B1EC4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2D040B2-06C2-0A8F-6120-ED33338A4B78}"/>
                </a:ext>
              </a:extLst>
            </p:cNvPr>
            <p:cNvSpPr txBox="1"/>
            <p:nvPr/>
          </p:nvSpPr>
          <p:spPr>
            <a:xfrm>
              <a:off x="7215301" y="2909560"/>
              <a:ext cx="1209685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4526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Q-Learning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7336" y="1927972"/>
            <a:ext cx="8154789" cy="342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2ADE-7CC7-3066-8F13-622CC576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Fitted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Initial setting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such that all Q-value are close to 0 (helps with learning).</a:t>
                </a:r>
              </a:p>
              <a:p>
                <a:endParaRPr lang="en-US" dirty="0"/>
              </a:p>
              <a:p>
                <a:r>
                  <a:rPr lang="en-US" dirty="0"/>
                  <a:t>Bootstrapped target value at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Update: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baseline="-25000" dirty="0"/>
              </a:p>
              <a:p>
                <a:pPr marL="0" indent="0" algn="ctr">
                  <a:buNone/>
                </a:pPr>
                <a:endParaRPr lang="en-US" baseline="-25000" dirty="0"/>
              </a:p>
              <a:p>
                <a:endParaRPr lang="en-US" dirty="0"/>
              </a:p>
              <a:p>
                <a:r>
                  <a:rPr lang="en-US" dirty="0"/>
                  <a:t>Linear approximation with transformed state features can be used.</a:t>
                </a:r>
              </a:p>
              <a:p>
                <a:r>
                  <a:rPr lang="en-US" dirty="0"/>
                  <a:t>Next, we will consider an artificial neural network (ANN) as the approximator.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D8CB0364-C457-08BE-C26F-39D883758D83}"/>
                  </a:ext>
                </a:extLst>
              </p:cNvPr>
              <p:cNvSpPr/>
              <p:nvPr/>
            </p:nvSpPr>
            <p:spPr>
              <a:xfrm>
                <a:off x="8154098" y="301501"/>
                <a:ext cx="3754074" cy="759072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Notation</a:t>
                </a:r>
                <a:r>
                  <a:rPr lang="en-US" dirty="0"/>
                  <a:t>: DRL literature uses often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where our textbook uses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D8CB0364-C457-08BE-C26F-39D883758D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4098" y="301501"/>
                <a:ext cx="3754074" cy="759072"/>
              </a:xfrm>
              <a:prstGeom prst="roundRect">
                <a:avLst/>
              </a:prstGeom>
              <a:blipFill>
                <a:blip r:embed="rId3"/>
                <a:stretch>
                  <a:fillRect r="-485" b="-3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9CF156B1-4DA9-C83B-FAA2-A2C18D6459FC}"/>
              </a:ext>
            </a:extLst>
          </p:cNvPr>
          <p:cNvSpPr/>
          <p:nvPr/>
        </p:nvSpPr>
        <p:spPr>
          <a:xfrm>
            <a:off x="7386507" y="3636145"/>
            <a:ext cx="2164360" cy="599812"/>
          </a:xfrm>
          <a:prstGeom prst="wedgeRoundRectCallout">
            <a:avLst>
              <a:gd name="adj1" fmla="val -99322"/>
              <a:gd name="adj2" fmla="val -8155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Q-learning assumes the best action will be taken</a:t>
            </a:r>
          </a:p>
        </p:txBody>
      </p:sp>
    </p:spTree>
    <p:extLst>
      <p:ext uri="{BB962C8B-B14F-4D97-AF65-F5344CB8AC3E}">
        <p14:creationId xmlns:p14="http://schemas.microsoft.com/office/powerpoint/2010/main" val="4012380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D7D0E-A67A-4382-B425-09B322BE1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915400" cy="818384"/>
          </a:xfrm>
        </p:spPr>
        <p:txBody>
          <a:bodyPr>
            <a:normAutofit/>
          </a:bodyPr>
          <a:lstStyle/>
          <a:p>
            <a:r>
              <a:rPr lang="en-US" dirty="0"/>
              <a:t>Reminder: Artificial Neural Networks</a:t>
            </a:r>
          </a:p>
        </p:txBody>
      </p:sp>
      <p:grpSp>
        <p:nvGrpSpPr>
          <p:cNvPr id="13" name="Group 12" descr="A figure showing the topology of a neural network with a single hidden layer.">
            <a:extLst>
              <a:ext uri="{FF2B5EF4-FFF2-40B4-BE49-F238E27FC236}">
                <a16:creationId xmlns:a16="http://schemas.microsoft.com/office/drawing/2014/main" id="{75037A14-3AFB-5878-CDC0-BD0486D59593}"/>
              </a:ext>
            </a:extLst>
          </p:cNvPr>
          <p:cNvGrpSpPr/>
          <p:nvPr/>
        </p:nvGrpSpPr>
        <p:grpSpPr>
          <a:xfrm>
            <a:off x="45672" y="1164852"/>
            <a:ext cx="7992049" cy="5509792"/>
            <a:chOff x="45672" y="1164852"/>
            <a:chExt cx="7992049" cy="55097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9C505E5-264D-4512-B738-64315008EC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-2123" r="-1"/>
            <a:stretch/>
          </p:blipFill>
          <p:spPr>
            <a:xfrm>
              <a:off x="45672" y="1778000"/>
              <a:ext cx="7802930" cy="4576762"/>
            </a:xfrm>
            <a:prstGeom prst="rect">
              <a:avLst/>
            </a:prstGeom>
          </p:spPr>
        </p:pic>
        <p:sp>
          <p:nvSpPr>
            <p:cNvPr id="8" name="Speech Bubble: Rectangle 7">
              <a:extLst>
                <a:ext uri="{FF2B5EF4-FFF2-40B4-BE49-F238E27FC236}">
                  <a16:creationId xmlns:a16="http://schemas.microsoft.com/office/drawing/2014/main" id="{23257D05-D4F7-429A-8BEC-42DD062F3215}"/>
                </a:ext>
              </a:extLst>
            </p:cNvPr>
            <p:cNvSpPr/>
            <p:nvPr/>
          </p:nvSpPr>
          <p:spPr>
            <a:xfrm>
              <a:off x="2986312" y="6293644"/>
              <a:ext cx="976088" cy="381000"/>
            </a:xfrm>
            <a:prstGeom prst="wedgeRectCallout">
              <a:avLst>
                <a:gd name="adj1" fmla="val 58333"/>
                <a:gd name="adj2" fmla="val -124167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Bias term</a:t>
              </a:r>
            </a:p>
          </p:txBody>
        </p:sp>
        <p:sp>
          <p:nvSpPr>
            <p:cNvPr id="9" name="Speech Bubble: Rectangle 8">
              <a:extLst>
                <a:ext uri="{FF2B5EF4-FFF2-40B4-BE49-F238E27FC236}">
                  <a16:creationId xmlns:a16="http://schemas.microsoft.com/office/drawing/2014/main" id="{8CE8AF8D-75D9-4426-918B-179C915BDA88}"/>
                </a:ext>
              </a:extLst>
            </p:cNvPr>
            <p:cNvSpPr/>
            <p:nvPr/>
          </p:nvSpPr>
          <p:spPr>
            <a:xfrm>
              <a:off x="4405570" y="6113461"/>
              <a:ext cx="2425700" cy="482600"/>
            </a:xfrm>
            <a:prstGeom prst="wedgeRectCallout">
              <a:avLst>
                <a:gd name="adj1" fmla="val -15845"/>
                <a:gd name="adj2" fmla="val -257736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Non-linear activation function: often </a:t>
              </a:r>
              <a:r>
                <a:rPr lang="en-US" sz="1400" dirty="0" err="1"/>
                <a:t>ReLU</a:t>
              </a:r>
              <a:endParaRPr lang="en-US" sz="14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C5C019B-45E1-4EAF-A424-7EF300F014B2}"/>
                </a:ext>
              </a:extLst>
            </p:cNvPr>
            <p:cNvSpPr/>
            <p:nvPr/>
          </p:nvSpPr>
          <p:spPr>
            <a:xfrm>
              <a:off x="1143000" y="2316162"/>
              <a:ext cx="838200" cy="3128962"/>
            </a:xfrm>
            <a:prstGeom prst="rect">
              <a:avLst/>
            </a:prstGeom>
            <a:solidFill>
              <a:srgbClr val="70AD47">
                <a:alpha val="20000"/>
              </a:srgb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78A9B84-D447-4F07-A7BF-15162A2BC21C}"/>
                </a:ext>
              </a:extLst>
            </p:cNvPr>
            <p:cNvSpPr txBox="1"/>
            <p:nvPr/>
          </p:nvSpPr>
          <p:spPr>
            <a:xfrm>
              <a:off x="4240470" y="1164852"/>
              <a:ext cx="2590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Computational graph</a:t>
              </a:r>
            </a:p>
          </p:txBody>
        </p:sp>
        <p:sp>
          <p:nvSpPr>
            <p:cNvPr id="6" name="Speech Bubble: Rectangle 5">
              <a:extLst>
                <a:ext uri="{FF2B5EF4-FFF2-40B4-BE49-F238E27FC236}">
                  <a16:creationId xmlns:a16="http://schemas.microsoft.com/office/drawing/2014/main" id="{1D9991D3-82B3-3064-C52C-A229F1BFF3D7}"/>
                </a:ext>
              </a:extLst>
            </p:cNvPr>
            <p:cNvSpPr/>
            <p:nvPr/>
          </p:nvSpPr>
          <p:spPr>
            <a:xfrm>
              <a:off x="838200" y="6004187"/>
              <a:ext cx="1104900" cy="381000"/>
            </a:xfrm>
            <a:prstGeom prst="wedgeRectCallout">
              <a:avLst>
                <a:gd name="adj1" fmla="val 27371"/>
                <a:gd name="adj2" fmla="val -274915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Neuron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17CB4B8-E50C-D9E2-1583-8D9F96D417B5}"/>
                </a:ext>
              </a:extLst>
            </p:cNvPr>
            <p:cNvSpPr/>
            <p:nvPr/>
          </p:nvSpPr>
          <p:spPr>
            <a:xfrm>
              <a:off x="3516088" y="1503391"/>
              <a:ext cx="1943100" cy="2590800"/>
            </a:xfrm>
            <a:prstGeom prst="ellipse">
              <a:avLst/>
            </a:prstGeom>
            <a:solidFill>
              <a:srgbClr val="70AD47">
                <a:alpha val="20000"/>
              </a:srgb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6AA2D06-82E0-6A3D-BC59-0D301E7633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488" y="1586428"/>
              <a:ext cx="2409626" cy="1138266"/>
            </a:xfrm>
            <a:prstGeom prst="line">
              <a:avLst/>
            </a:prstGeom>
            <a:ln w="9525" cap="flat" cmpd="sng" algn="ctr">
              <a:solidFill>
                <a:schemeClr val="accent6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9DDE38B-5A06-6C92-402E-28D279A27AE6}"/>
                </a:ext>
              </a:extLst>
            </p:cNvPr>
            <p:cNvCxnSpPr>
              <a:cxnSpLocks/>
            </p:cNvCxnSpPr>
            <p:nvPr/>
          </p:nvCxnSpPr>
          <p:spPr>
            <a:xfrm>
              <a:off x="1611487" y="3054894"/>
              <a:ext cx="2323321" cy="891103"/>
            </a:xfrm>
            <a:prstGeom prst="line">
              <a:avLst/>
            </a:prstGeom>
            <a:ln w="9525" cap="flat" cmpd="sng" algn="ctr">
              <a:solidFill>
                <a:schemeClr val="accent6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9" name="Speech Bubble: Rectangle 18">
              <a:extLst>
                <a:ext uri="{FF2B5EF4-FFF2-40B4-BE49-F238E27FC236}">
                  <a16:creationId xmlns:a16="http://schemas.microsoft.com/office/drawing/2014/main" id="{DA8F59EF-0737-AEA9-B801-2196F0A75E2C}"/>
                </a:ext>
              </a:extLst>
            </p:cNvPr>
            <p:cNvSpPr/>
            <p:nvPr/>
          </p:nvSpPr>
          <p:spPr>
            <a:xfrm>
              <a:off x="1143000" y="1717664"/>
              <a:ext cx="1600200" cy="278481"/>
            </a:xfrm>
            <a:prstGeom prst="wedgeRectCallout">
              <a:avLst>
                <a:gd name="adj1" fmla="val -19445"/>
                <a:gd name="adj2" fmla="val 170713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Hidden Layer</a:t>
              </a:r>
            </a:p>
          </p:txBody>
        </p:sp>
        <p:sp>
          <p:nvSpPr>
            <p:cNvPr id="20" name="Speech Bubble: Rectangle 19">
              <a:extLst>
                <a:ext uri="{FF2B5EF4-FFF2-40B4-BE49-F238E27FC236}">
                  <a16:creationId xmlns:a16="http://schemas.microsoft.com/office/drawing/2014/main" id="{B94115DF-70E0-2559-C091-63FBF3DA0050}"/>
                </a:ext>
              </a:extLst>
            </p:cNvPr>
            <p:cNvSpPr/>
            <p:nvPr/>
          </p:nvSpPr>
          <p:spPr>
            <a:xfrm>
              <a:off x="5646560" y="1586428"/>
              <a:ext cx="2391161" cy="729734"/>
            </a:xfrm>
            <a:prstGeom prst="wedgeRectCallout">
              <a:avLst>
                <a:gd name="adj1" fmla="val 14694"/>
                <a:gd name="adj2" fmla="val 248730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Used activation functions:</a:t>
              </a:r>
            </a:p>
            <a:p>
              <a:pPr algn="ctr"/>
              <a:r>
                <a:rPr lang="en-US" sz="1400" dirty="0"/>
                <a:t>Value function: linear</a:t>
              </a:r>
            </a:p>
            <a:p>
              <a:pPr algn="ctr"/>
              <a:r>
                <a:rPr lang="en-US" sz="1400" dirty="0"/>
                <a:t>Policy: </a:t>
              </a:r>
              <a:r>
                <a:rPr lang="en-US" sz="1400" dirty="0" err="1"/>
                <a:t>Softmax</a:t>
              </a:r>
              <a:endParaRPr lang="en-US" sz="14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970AAE-D0C1-4D69-AE5D-06F79663B2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035974" y="1452988"/>
                <a:ext cx="3503083" cy="428927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sz="1600" dirty="0"/>
                  <a:t>Represent </a:t>
                </a:r>
                <a:br>
                  <a:rPr lang="en-US" sz="1600" dirty="0"/>
                </a:br>
                <a:r>
                  <a:rPr lang="en-US" sz="1600" dirty="0"/>
                  <a:t>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sup>
                    </m:sSup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[2]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d>
                          <m:dPr>
                            <m:ctrlPr>
                              <a:rPr lang="en-US" sz="16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lit/>
                                  </m:r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sup>
                            </m:sSup>
                            <m:r>
                              <a:rPr lang="en-US" sz="16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</m:oMath>
                </a14:m>
                <a:br>
                  <a:rPr lang="en-US" sz="1600" dirty="0"/>
                </a:br>
                <a:r>
                  <a:rPr lang="en-US" sz="1600" dirty="0"/>
                  <a:t>as a network of weighted sums with non-linear </a:t>
                </a:r>
                <a:r>
                  <a:rPr lang="en-US" sz="1600" b="1" dirty="0"/>
                  <a:t>activation functions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sz="1600" dirty="0"/>
                  <a:t> (e.g., sigmoid, </a:t>
                </a:r>
                <a:r>
                  <a:rPr lang="en-US" sz="1600" dirty="0" err="1"/>
                  <a:t>ReLU</a:t>
                </a:r>
                <a:r>
                  <a:rPr lang="en-US" sz="1600" dirty="0"/>
                  <a:t>).</a:t>
                </a:r>
              </a:p>
              <a:p>
                <a:r>
                  <a:rPr lang="en-US" sz="1600" dirty="0"/>
                  <a:t>Learn weight matrices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600" dirty="0"/>
                  <a:t> from examples using gradient descent with </a:t>
                </a:r>
                <a:r>
                  <a:rPr lang="en-US" sz="1600" b="1" dirty="0"/>
                  <a:t>backpropagation</a:t>
                </a:r>
                <a:r>
                  <a:rPr lang="en-US" sz="1600" dirty="0"/>
                  <a:t> of prediction errors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600" b="0" i="0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r>
                  <a:rPr lang="en-US" sz="1600" dirty="0"/>
                  <a:t>ANNs are </a:t>
                </a:r>
                <a:r>
                  <a:rPr lang="en-US" sz="1600" b="1" dirty="0"/>
                  <a:t>universal approximators</a:t>
                </a:r>
                <a:r>
                  <a:rPr lang="en-US" sz="1600" dirty="0"/>
                  <a:t>. Large networks can approximate any function (has no bias). </a:t>
                </a:r>
                <a:r>
                  <a:rPr lang="en-US" sz="1600" b="1" dirty="0"/>
                  <a:t>Regularization</a:t>
                </a:r>
                <a:r>
                  <a:rPr lang="en-US" sz="1600" dirty="0"/>
                  <a:t> is typically needed to avoid overfitting.</a:t>
                </a:r>
              </a:p>
              <a:p>
                <a:r>
                  <a:rPr lang="en-US" sz="1600" b="1" dirty="0"/>
                  <a:t>End-to-end learning</a:t>
                </a:r>
                <a:r>
                  <a:rPr lang="en-US" sz="1600" dirty="0"/>
                  <a:t>: The hidden layer performs “automatic feature engineering.</a:t>
                </a:r>
              </a:p>
              <a:p>
                <a:r>
                  <a:rPr lang="en-US" sz="1600" b="1" dirty="0"/>
                  <a:t>Deep learning </a:t>
                </a:r>
                <a:r>
                  <a:rPr lang="en-US" sz="1600" dirty="0"/>
                  <a:t>adds more hidden layers and layer types (e.g., convolution layers) for more efficient learning and transfer learning.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970AAE-D0C1-4D69-AE5D-06F79663B2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35974" y="1452988"/>
                <a:ext cx="3503083" cy="4289276"/>
              </a:xfrm>
              <a:blipFill>
                <a:blip r:embed="rId3"/>
                <a:stretch>
                  <a:fillRect l="-522" t="-1420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29E56341-A356-BD0B-2B28-DCEA6620EAE6}"/>
              </a:ext>
            </a:extLst>
          </p:cNvPr>
          <p:cNvSpPr txBox="1"/>
          <p:nvPr/>
        </p:nvSpPr>
        <p:spPr>
          <a:xfrm>
            <a:off x="511753" y="1104517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Network Topology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13">
                <a:extLst>
                  <a:ext uri="{FF2B5EF4-FFF2-40B4-BE49-F238E27FC236}">
                    <a16:creationId xmlns:a16="http://schemas.microsoft.com/office/drawing/2014/main" id="{52ECC6E1-4A8F-8EF9-32E5-F4AB2AA7DFAE}"/>
                  </a:ext>
                </a:extLst>
              </p:cNvPr>
              <p:cNvSpPr/>
              <p:nvPr/>
            </p:nvSpPr>
            <p:spPr>
              <a:xfrm>
                <a:off x="9487949" y="277041"/>
                <a:ext cx="2340527" cy="722142"/>
              </a:xfrm>
              <a:prstGeom prst="wedgeRectCallout">
                <a:avLst>
                  <a:gd name="adj1" fmla="val -29484"/>
                  <a:gd name="adj2" fmla="val 132010"/>
                </a:avLst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Superscript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US" sz="1400" dirty="0"/>
                  <a:t>means the layer. Layer weights are collected in a matrix.</a:t>
                </a:r>
              </a:p>
            </p:txBody>
          </p:sp>
        </mc:Choice>
        <mc:Fallback xmlns="">
          <p:sp>
            <p:nvSpPr>
              <p:cNvPr id="14" name="Speech Bubble: Rectangle 13">
                <a:extLst>
                  <a:ext uri="{FF2B5EF4-FFF2-40B4-BE49-F238E27FC236}">
                    <a16:creationId xmlns:a16="http://schemas.microsoft.com/office/drawing/2014/main" id="{52ECC6E1-4A8F-8EF9-32E5-F4AB2AA7DF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949" y="277041"/>
                <a:ext cx="2340527" cy="722142"/>
              </a:xfrm>
              <a:prstGeom prst="wedgeRectCallout">
                <a:avLst>
                  <a:gd name="adj1" fmla="val -29484"/>
                  <a:gd name="adj2" fmla="val 132010"/>
                </a:avLst>
              </a:prstGeom>
              <a:blipFill>
                <a:blip r:embed="rId4"/>
                <a:stretch>
                  <a:fillRect t="-4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20C5F7-04BC-D126-3FBC-549CF245ED02}"/>
                  </a:ext>
                </a:extLst>
              </p:cNvPr>
              <p:cNvSpPr txBox="1"/>
              <p:nvPr/>
            </p:nvSpPr>
            <p:spPr>
              <a:xfrm>
                <a:off x="8396681" y="5790295"/>
                <a:ext cx="2957119" cy="646331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Notation: We use for the network weights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dirty="0"/>
                  <a:t> often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20C5F7-04BC-D126-3FBC-549CF245E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6681" y="5790295"/>
                <a:ext cx="2957119" cy="646331"/>
              </a:xfrm>
              <a:prstGeom prst="rect">
                <a:avLst/>
              </a:prstGeom>
              <a:blipFill>
                <a:blip r:embed="rId5"/>
                <a:stretch>
                  <a:fillRect l="-1431"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513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FC18-3C9C-73E2-BCA4-8AFB6039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fitted Q-learning (NFQ; Riedmiller, 2005)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Use an ANN called the </a:t>
                </a:r>
                <a:r>
                  <a:rPr lang="en-US" b="1" dirty="0"/>
                  <a:t>Q-network</a:t>
                </a:r>
                <a:r>
                  <a:rPr lang="en-US" dirty="0"/>
                  <a:t> as the approximator for the Q-function.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Online learning does not work well with our hardware. (GPUs only efficiently perform </a:t>
                </a:r>
                <a:r>
                  <a:rPr lang="en-US" b="1" dirty="0"/>
                  <a:t>many </a:t>
                </a:r>
                <a:r>
                  <a:rPr lang="en-US" dirty="0"/>
                  <a:t>matrix operations in parallel) </a:t>
                </a:r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Learn the Q-network offline: </a:t>
                </a:r>
                <a:r>
                  <a:rPr lang="en-US" b="1" dirty="0"/>
                  <a:t>batch learning </a:t>
                </a:r>
                <a:r>
                  <a:rPr lang="en-US" dirty="0"/>
                  <a:t>with </a:t>
                </a:r>
                <a:r>
                  <a:rPr lang="en-US" b="1" dirty="0"/>
                  <a:t>experience replay </a:t>
                </a:r>
                <a:r>
                  <a:rPr lang="en-US" dirty="0"/>
                  <a:t>from a sample set of experience containing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lvl="1"/>
                <a:r>
                  <a:rPr lang="en-US" dirty="0"/>
                  <a:t>Needs off-policy learning: Use </a:t>
                </a:r>
                <a:r>
                  <a:rPr lang="en-US" b="1" dirty="0"/>
                  <a:t>supervised learning</a:t>
                </a:r>
                <a:r>
                  <a:rPr lang="en-US" dirty="0"/>
                  <a:t> </a:t>
                </a:r>
                <a:r>
                  <a:rPr lang="en-US" b="1" dirty="0"/>
                  <a:t>(regression) </a:t>
                </a:r>
                <a:r>
                  <a:rPr lang="en-US" dirty="0"/>
                  <a:t>with a sample from a replay buffer as the training set. </a:t>
                </a:r>
              </a:p>
              <a:p>
                <a:pPr lvl="1"/>
                <a:r>
                  <a:rPr lang="en-US" dirty="0"/>
                  <a:t>The regression target (Q-values) are estimated from the tuples using </a:t>
                </a:r>
                <a:r>
                  <a:rPr lang="en-US" b="1" dirty="0"/>
                  <a:t>temporal differencing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′)</m:t>
                        </m:r>
                      </m:e>
                    </m:func>
                  </m:oMath>
                </a14:m>
                <a:br>
                  <a:rPr lang="en-US" dirty="0"/>
                </a:br>
                <a:endParaRPr lang="en-US" b="1" dirty="0"/>
              </a:p>
              <a:p>
                <a:r>
                  <a:rPr lang="en-US" b="1" dirty="0"/>
                  <a:t>More 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May not converge or become unstable (uses non-linear approximation where the target moves).</a:t>
                </a:r>
              </a:p>
              <a:p>
                <a:pPr lvl="1"/>
                <a:r>
                  <a:rPr lang="en-US" dirty="0"/>
                  <a:t>Q-values tend to be overestimated due to the max operator in the target.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  <a:blipFill>
                <a:blip r:embed="rId2"/>
                <a:stretch>
                  <a:fillRect l="-659" t="-2062" r="-1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1C8D63E2-853A-4D88-B50C-2C9161D01811}"/>
              </a:ext>
            </a:extLst>
          </p:cNvPr>
          <p:cNvGrpSpPr/>
          <p:nvPr/>
        </p:nvGrpSpPr>
        <p:grpSpPr>
          <a:xfrm>
            <a:off x="7649250" y="3875090"/>
            <a:ext cx="3920629" cy="2021412"/>
            <a:chOff x="7516627" y="1326818"/>
            <a:chExt cx="3920629" cy="202141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B54EC7C-D171-8AA9-BE89-738B6893D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16627" y="1326818"/>
              <a:ext cx="3920629" cy="2021412"/>
              <a:chOff x="1129787" y="3714030"/>
              <a:chExt cx="3920629" cy="2021412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5E84E7-DFB6-3020-4E33-38B44F19DD6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65224" y="5366110"/>
                <a:ext cx="19119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Q-network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2DEEEB8-946F-863C-1F36-4ADAA0DC985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3724566C-39D6-29B6-7905-FF3ECF58DA49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C3A1418B-8EC5-4DF0-7BC4-02A7BC0A25BF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7CF8CA08-2DA4-C01B-DDA2-F70CB99F92B9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EC891C6-1CCE-753E-3794-95F99F530C50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0BC46EE-55B1-6DDA-7DBE-5DF25C7C8E42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085CB45A-F923-2CB5-5F39-9010029849EF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7DE9C07-2295-F229-8B9D-82B2E67F2678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AA76387D-1AAD-7066-C2DE-01D6F748E57E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A1B146F7-89F4-560D-D9E6-6C31C1896F33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0CCBBE16-805D-4FE4-B85D-42CD0569D6D7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6430EC34-EBF7-18C2-9397-3C6DD384F3D2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9AB3AED0-BA3F-21B5-EBD4-8C42D79E35E2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401A57BE-AD72-D8B1-FCC9-660A301D88A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BDC0BF13-8D7D-00A6-0464-2039A00FC02F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B07AE736-DAFF-C59D-6A4D-BF8A0D53E205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7FD1CA27-B703-55B5-B157-50502A5C425A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6C615A59-4692-7AD0-E640-992BC7E8052C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32F5CB1-7D2D-B526-816A-C1D660D8C5D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F9C9614B-8C56-E2B1-05B1-F92C16F9AFBD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E65478ED-700D-8D2E-8AF6-58A4637271DB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B74DD7C0-8915-F0EB-B1E6-0002B3E73819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5772D83A-3C14-7BD5-1ACE-59F105595135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0DE98E75-626A-12A6-702D-A9D000A34A09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EF618B2A-BFB6-A5A7-688B-E29AFD94513B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3BCE3775-7F37-8D4E-0E76-1DC53AF13D30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07CA96D3-2BA8-49B3-26A0-348693617A99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BEECB36-27EC-1504-0A9D-A2A35C694419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794B48A-691F-C224-B536-C1DE040DA01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CC97ADC0-ECB4-4339-E8CD-3CEFC3F31FA0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F70AF1FE-D035-EB4C-FEF7-1B2C576EFA91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0E9A6A9-4562-94E1-B915-983E21D1C7AB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10810105-2A93-4C26-6A41-60E3B80A5053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556E5D2-BD41-391D-F5A7-BFC99C740084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9355AFE1-21D2-6BE0-F9F5-2C66036235E6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D2ACFED-B941-95FE-A48E-7CBF38EC4912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F714AB3-2FD6-C7BC-2B52-1AB15F88AD47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FA4AF753-F75D-0295-A2FA-2D7E8BCD89AC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CA5B85AD-F404-1EC9-72AD-6744361BF530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CE13E24-CC83-0EDD-369F-AC9D7840D0B9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CA8944F-C502-F238-AF91-EE23020FE21C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779112CF-89F9-C0E3-9673-25C81D3B17D0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E938FD58-9EA6-F1F8-6BDD-9744B77DFD5F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8CCB9014-6DB0-4172-3A96-B122F68C8C0E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D7661112-641C-448B-5717-9F7D6C408772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216AA8F4-C1C7-998E-E976-3F1BD17FB27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071B329-36EA-0B29-5DEC-6A25709AB7E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73A15E36-6BEE-8ACA-5018-2BCAC5A58861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20AD8FDB-F8B0-1680-5131-FF31B650E347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9097E652-DD2B-BE45-7390-54DB0EAE2837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01FD235B-FA9F-C8B7-E698-5887A05A7000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88724F59-E73E-A0AC-7C1A-37613B07DECD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B97CD670-87AB-B003-AE3D-8587CA2EC231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DA88C51B-395A-15EE-54C8-3C33D63F0C26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CD900165-2F3A-55EB-1A74-E22F5E9DC551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407B90F0-B901-9B68-A086-504AAEEF73B0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679748F9-EABB-530F-BEDB-CC3AEB4EFC0F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EB156037-C1E7-0256-8F83-67DDCC67770B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F42772B-E325-4704-F3E5-11BB7E904198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B26C2193-670E-4D28-13A0-4C768D60E12D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8BC8CE9F-AB24-C3D8-7480-92E14F4ED2CA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A9B77FB3-47AF-3096-790F-27BA98E1A553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258A3AE2-74DB-4569-1133-E2B2F3DE5E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96771D4B-B2A6-3805-B9FD-93491A1AD9C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05AEA83A-9A19-7F8B-4BF8-85421685A4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2E10DA38-164C-6BE0-439E-83677CA4F1E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6" name="TextBox 195">
                    <a:extLst>
                      <a:ext uri="{FF2B5EF4-FFF2-40B4-BE49-F238E27FC236}">
                        <a16:creationId xmlns:a16="http://schemas.microsoft.com/office/drawing/2014/main" id="{D64E343A-1D3A-216C-1B9D-C48B77179E8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F0E4FA8-539B-1428-8C95-AC97DD783E4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CD6321C-F194-F363-0C4C-0B4453F807EC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81798DE3-3E7D-6BAA-CB17-973E946219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/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’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961" t="-2000" r="-3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01961" t="-2000" r="-2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201961" t="-2000" r="-1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301961" t="-2000" r="-7843" b="-2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/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Sampled</a:t>
                </a:r>
                <a:br>
                  <a:rPr lang="en-US" dirty="0"/>
                </a:br>
                <a:r>
                  <a:rPr lang="en-US" dirty="0"/>
                  <a:t>Experience with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blipFill>
                <a:blip r:embed="rId12"/>
                <a:stretch>
                  <a:fillRect t="-2538" r="-1195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941" t="-2000" r="-944118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8455" t="-2000" r="-160976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133898" t="-2000" r="-67797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368000" t="-2000" r="-6667" b="-20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2" name="TextBox 81">
            <a:extLst>
              <a:ext uri="{FF2B5EF4-FFF2-40B4-BE49-F238E27FC236}">
                <a16:creationId xmlns:a16="http://schemas.microsoft.com/office/drawing/2014/main" id="{1D05005B-0C18-B507-AB1A-570FF1DE560B}"/>
              </a:ext>
            </a:extLst>
          </p:cNvPr>
          <p:cNvSpPr txBox="1"/>
          <p:nvPr/>
        </p:nvSpPr>
        <p:spPr>
          <a:xfrm>
            <a:off x="10374987" y="2820331"/>
            <a:ext cx="1987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Training data</a:t>
            </a: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984E1BA-B2A1-B813-0951-74D460478FA0}"/>
              </a:ext>
            </a:extLst>
          </p:cNvPr>
          <p:cNvGrpSpPr/>
          <p:nvPr/>
        </p:nvGrpSpPr>
        <p:grpSpPr>
          <a:xfrm>
            <a:off x="9327619" y="3499663"/>
            <a:ext cx="905285" cy="988724"/>
            <a:chOff x="9327619" y="3499663"/>
            <a:chExt cx="905285" cy="988724"/>
          </a:xfrm>
        </p:grpSpPr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A0F94964-1510-AC08-C3A0-7AC38CF5908E}"/>
                </a:ext>
              </a:extLst>
            </p:cNvPr>
            <p:cNvCxnSpPr>
              <a:cxnSpLocks/>
            </p:cNvCxnSpPr>
            <p:nvPr/>
          </p:nvCxnSpPr>
          <p:spPr>
            <a:xfrm>
              <a:off x="9327619" y="3499663"/>
              <a:ext cx="0" cy="988724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73FB76E-0D9C-0C3C-4C6C-C1294267BA93}"/>
                </a:ext>
              </a:extLst>
            </p:cNvPr>
            <p:cNvSpPr txBox="1"/>
            <p:nvPr/>
          </p:nvSpPr>
          <p:spPr>
            <a:xfrm>
              <a:off x="9390105" y="3556468"/>
              <a:ext cx="84279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Update network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56E8880-2A2B-A5EB-4A99-8FCBC027E06E}"/>
              </a:ext>
            </a:extLst>
          </p:cNvPr>
          <p:cNvGrpSpPr/>
          <p:nvPr/>
        </p:nvGrpSpPr>
        <p:grpSpPr>
          <a:xfrm>
            <a:off x="9297897" y="1936362"/>
            <a:ext cx="1051504" cy="611435"/>
            <a:chOff x="9297897" y="1936362"/>
            <a:chExt cx="1051504" cy="611435"/>
          </a:xfrm>
        </p:grpSpPr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D339D77-8053-455B-B3D5-470DB97F107A}"/>
                </a:ext>
              </a:extLst>
            </p:cNvPr>
            <p:cNvCxnSpPr>
              <a:cxnSpLocks/>
              <a:endCxn id="81" idx="0"/>
            </p:cNvCxnSpPr>
            <p:nvPr/>
          </p:nvCxnSpPr>
          <p:spPr>
            <a:xfrm>
              <a:off x="9297897" y="1953638"/>
              <a:ext cx="0" cy="594159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DA4157E-5444-B082-7D5D-6084402D77C1}"/>
                </a:ext>
              </a:extLst>
            </p:cNvPr>
            <p:cNvSpPr txBox="1"/>
            <p:nvPr/>
          </p:nvSpPr>
          <p:spPr>
            <a:xfrm>
              <a:off x="9304363" y="1936362"/>
              <a:ext cx="104503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Estimate Q-values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3487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B4F2E-6E5B-41A1-D21E-B8654373A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Q-Network (DQN; Minh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DNQ addresses the </a:t>
                </a:r>
                <a:r>
                  <a:rPr lang="en-US" b="1" dirty="0"/>
                  <a:t>instability</a:t>
                </a:r>
                <a:r>
                  <a:rPr lang="en-US" dirty="0"/>
                  <a:t> of NFQ.</a:t>
                </a:r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instability by calculating the target from a second Q-network that is updated slowly: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b="1" dirty="0"/>
                  <a:t>Updates</a:t>
                </a:r>
                <a:r>
                  <a:rPr lang="en-US" dirty="0"/>
                  <a:t>:   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updated every iteration: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dirty="0"/>
                  <a:t> is updated only 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 by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Effect</a:t>
                </a:r>
                <a:r>
                  <a:rPr lang="en-US" dirty="0"/>
                  <a:t>: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estimates are kept constant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iterations, instabilities cannot propagate quickly.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  <a:blipFill>
                <a:blip r:embed="rId2"/>
                <a:stretch>
                  <a:fillRect l="-1264" t="-2806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75F9EDBD-F79D-4B23-35B4-8E6A4C5882D9}"/>
              </a:ext>
            </a:extLst>
          </p:cNvPr>
          <p:cNvGrpSpPr/>
          <p:nvPr/>
        </p:nvGrpSpPr>
        <p:grpSpPr>
          <a:xfrm>
            <a:off x="7653675" y="3990120"/>
            <a:ext cx="4433206" cy="2296381"/>
            <a:chOff x="7689090" y="3699477"/>
            <a:chExt cx="4433206" cy="2296381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17B071E3-7BFD-D1A5-5568-571D7F49A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89090" y="3699477"/>
              <a:ext cx="4433206" cy="2296381"/>
              <a:chOff x="1129787" y="3714030"/>
              <a:chExt cx="4433206" cy="2296381"/>
            </a:xfrm>
          </p:grpSpPr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137BB8D-431E-5930-D01B-1B5F67E50FA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89929" y="5364080"/>
                <a:ext cx="191197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Target Q-network</a:t>
                </a:r>
                <a:br>
                  <a:rPr lang="en-US" dirty="0"/>
                </a:br>
                <a:r>
                  <a:rPr lang="en-US" dirty="0"/>
                  <a:t>(slow updates)</a:t>
                </a:r>
              </a:p>
            </p:txBody>
          </p: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E3B73F39-A1D0-E80E-0719-3F4DA6534E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07E42B9D-A8F3-9FAB-83AA-59CEEBD8B17C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4ED06E3D-9D9D-F904-0BAE-EC18019B375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6A7922CB-2515-7F56-8ED7-4616CC4A0AE3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C337098A-5DDA-FA1D-2BDD-C55C44A168B2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29F6737C-47E0-8199-1B89-78D69695DA7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898DAB0A-9C1C-9E09-96E7-BC3B08981EA7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E15CADC4-2A09-0F50-89C7-3DC90B3021BF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74E6B00B-5436-A649-27FD-06D391894B99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C76D074A-0404-86F5-AACC-E049A34A6E42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13B8A852-A991-1289-3116-1633D5C9C8E9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2BE43843-A69A-42A9-8F35-F1025E2BB726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0DDD4D2-7698-8FCD-C21C-9137378E73D5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9D178A9C-B523-D6D7-6958-4ACA8B483EF3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86D1A020-95EC-6834-EE56-66012F2E6EDC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B7EE9705-5B7B-BFFF-AC43-B46D432CC32B}"/>
                    </a:ext>
                  </a:extLst>
                </p:cNvPr>
                <p:cNvCxnSpPr>
                  <a:cxnSpLocks/>
                  <a:stCxn id="85" idx="6"/>
                  <a:endCxn id="89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E91DB885-6230-F976-1AF0-D5F824889A76}"/>
                    </a:ext>
                  </a:extLst>
                </p:cNvPr>
                <p:cNvCxnSpPr>
                  <a:cxnSpLocks/>
                  <a:stCxn id="86" idx="6"/>
                  <a:endCxn id="89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7362765A-2B12-1C06-8B2D-E00F9B959BEC}"/>
                    </a:ext>
                  </a:extLst>
                </p:cNvPr>
                <p:cNvCxnSpPr>
                  <a:cxnSpLocks/>
                  <a:stCxn id="87" idx="6"/>
                  <a:endCxn id="90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A4520809-F04E-31DF-A742-4BBDDDA4E083}"/>
                    </a:ext>
                  </a:extLst>
                </p:cNvPr>
                <p:cNvCxnSpPr>
                  <a:cxnSpLocks/>
                  <a:stCxn id="86" idx="6"/>
                  <a:endCxn id="90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617A8CD0-4B05-9CAC-5ABB-B8CD814D49D9}"/>
                    </a:ext>
                  </a:extLst>
                </p:cNvPr>
                <p:cNvCxnSpPr>
                  <a:cxnSpLocks/>
                  <a:stCxn id="88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A06399DD-3867-E6CB-EC14-4EED01436CEC}"/>
                    </a:ext>
                  </a:extLst>
                </p:cNvPr>
                <p:cNvCxnSpPr>
                  <a:cxnSpLocks/>
                  <a:stCxn id="87" idx="6"/>
                  <a:endCxn id="91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187A3D28-F17B-5431-D230-6F5DA196F00B}"/>
                    </a:ext>
                  </a:extLst>
                </p:cNvPr>
                <p:cNvCxnSpPr>
                  <a:cxnSpLocks/>
                  <a:stCxn id="88" idx="6"/>
                  <a:endCxn id="97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A3189F60-BF15-F448-062C-22119F52F418}"/>
                    </a:ext>
                  </a:extLst>
                </p:cNvPr>
                <p:cNvCxnSpPr>
                  <a:cxnSpLocks/>
                  <a:stCxn id="96" idx="6"/>
                  <a:endCxn id="97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587E4CB9-6E37-96C2-C00F-E236EB24E163}"/>
                    </a:ext>
                  </a:extLst>
                </p:cNvPr>
                <p:cNvCxnSpPr>
                  <a:cxnSpLocks/>
                  <a:stCxn id="96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46FFDF35-CE72-2D5B-9FB8-EC0D9D0A2714}"/>
                    </a:ext>
                  </a:extLst>
                </p:cNvPr>
                <p:cNvCxnSpPr>
                  <a:cxnSpLocks/>
                  <a:stCxn id="88" idx="6"/>
                  <a:endCxn id="90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D2BD0F76-D3B1-CF6D-BDAC-F08A0F06AA5A}"/>
                    </a:ext>
                  </a:extLst>
                </p:cNvPr>
                <p:cNvCxnSpPr>
                  <a:cxnSpLocks/>
                  <a:stCxn id="87" idx="6"/>
                  <a:endCxn id="89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144D9BCC-A917-F44C-5749-288395654195}"/>
                    </a:ext>
                  </a:extLst>
                </p:cNvPr>
                <p:cNvCxnSpPr>
                  <a:cxnSpLocks/>
                  <a:stCxn id="85" idx="6"/>
                  <a:endCxn id="90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E9BC331C-C277-5885-4997-659489902AA0}"/>
                    </a:ext>
                  </a:extLst>
                </p:cNvPr>
                <p:cNvCxnSpPr>
                  <a:cxnSpLocks/>
                  <a:stCxn id="87" idx="6"/>
                  <a:endCxn id="97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233D3B38-B518-4129-466B-3AC1A439F48A}"/>
                    </a:ext>
                  </a:extLst>
                </p:cNvPr>
                <p:cNvCxnSpPr>
                  <a:cxnSpLocks/>
                  <a:stCxn id="89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B0BE2B9C-1220-AC5A-2145-F7C4FC4F2888}"/>
                    </a:ext>
                  </a:extLst>
                </p:cNvPr>
                <p:cNvCxnSpPr>
                  <a:cxnSpLocks/>
                  <a:stCxn id="90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F4852322-F2E7-2CBE-BB2E-E557D652846D}"/>
                    </a:ext>
                  </a:extLst>
                </p:cNvPr>
                <p:cNvCxnSpPr>
                  <a:cxnSpLocks/>
                  <a:stCxn id="91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DC56FED8-23C0-A743-6908-83E71EE9EDFB}"/>
                    </a:ext>
                  </a:extLst>
                </p:cNvPr>
                <p:cNvCxnSpPr>
                  <a:cxnSpLocks/>
                  <a:stCxn id="97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D6DE6AE1-C28C-0920-FCEA-0858CD297C0F}"/>
                    </a:ext>
                  </a:extLst>
                </p:cNvPr>
                <p:cNvCxnSpPr>
                  <a:cxnSpLocks/>
                  <a:stCxn id="97" idx="6"/>
                  <a:endCxn id="98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17DE63D0-41C1-CBD1-88AF-7256700502D2}"/>
                    </a:ext>
                  </a:extLst>
                </p:cNvPr>
                <p:cNvCxnSpPr>
                  <a:cxnSpLocks/>
                  <a:stCxn id="97" idx="6"/>
                  <a:endCxn id="95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5DF7CEE8-CBCD-0A94-91AA-35B5F6A3DB28}"/>
                    </a:ext>
                  </a:extLst>
                </p:cNvPr>
                <p:cNvCxnSpPr>
                  <a:cxnSpLocks/>
                  <a:stCxn id="91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AC16034E-11E9-2B42-1815-FAFDB0A00871}"/>
                    </a:ext>
                  </a:extLst>
                </p:cNvPr>
                <p:cNvCxnSpPr>
                  <a:cxnSpLocks/>
                  <a:stCxn id="89" idx="6"/>
                  <a:endCxn id="93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C7BB65B6-12F0-EF49-427B-361BDB6A4174}"/>
                    </a:ext>
                  </a:extLst>
                </p:cNvPr>
                <p:cNvCxnSpPr>
                  <a:cxnSpLocks/>
                  <a:stCxn id="90" idx="6"/>
                  <a:endCxn id="94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62D6EF11-EB3B-B08B-44A8-DB0EEC9B2FA5}"/>
                    </a:ext>
                  </a:extLst>
                </p:cNvPr>
                <p:cNvCxnSpPr>
                  <a:cxnSpLocks/>
                  <a:stCxn id="91" idx="6"/>
                  <a:endCxn id="95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8BDECBC5-04C3-4C17-6394-8969BB10A279}"/>
                    </a:ext>
                  </a:extLst>
                </p:cNvPr>
                <p:cNvCxnSpPr>
                  <a:cxnSpLocks/>
                  <a:stCxn id="89" idx="6"/>
                  <a:endCxn id="94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FF30C031-713B-C485-F0A2-A8A212145E2E}"/>
                    </a:ext>
                  </a:extLst>
                </p:cNvPr>
                <p:cNvCxnSpPr>
                  <a:cxnSpLocks/>
                  <a:stCxn id="91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E6C3E0DE-99BF-BE6F-94CD-B1DE7CB686B4}"/>
                    </a:ext>
                  </a:extLst>
                </p:cNvPr>
                <p:cNvCxnSpPr>
                  <a:cxnSpLocks/>
                  <a:stCxn id="91" idx="6"/>
                  <a:endCxn id="98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D101F243-0B69-1408-3235-938F7446B43E}"/>
                    </a:ext>
                  </a:extLst>
                </p:cNvPr>
                <p:cNvCxnSpPr>
                  <a:cxnSpLocks/>
                  <a:stCxn id="97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0728937D-2289-CB1D-B0E2-8C16F5CE007E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302EAB97-67A2-E198-5E4C-E212C2EF7E4F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C025C051-035D-3832-057E-C800DDD0BF8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73EFAB-2035-D17B-683A-B04DFF13E03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CCDBB7E1-1FC0-D57E-6A7C-F026A79EA1F9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Oval 130">
                  <a:extLst>
                    <a:ext uri="{FF2B5EF4-FFF2-40B4-BE49-F238E27FC236}">
                      <a16:creationId xmlns:a16="http://schemas.microsoft.com/office/drawing/2014/main" id="{E7A2B2E8-870B-3314-C6F1-A94508022E28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7BD2FF29-149A-DD1B-0127-A7F4EF631C6C}"/>
                    </a:ext>
                  </a:extLst>
                </p:cNvPr>
                <p:cNvCxnSpPr>
                  <a:cxnSpLocks/>
                  <a:stCxn id="126" idx="6"/>
                  <a:endCxn id="85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98E645E6-9BEE-2462-51C4-2630423213E1}"/>
                    </a:ext>
                  </a:extLst>
                </p:cNvPr>
                <p:cNvCxnSpPr>
                  <a:cxnSpLocks/>
                  <a:stCxn id="127" idx="6"/>
                  <a:endCxn id="86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0B6A2464-55AB-3D6F-C3AA-2E3C34B39216}"/>
                    </a:ext>
                  </a:extLst>
                </p:cNvPr>
                <p:cNvCxnSpPr>
                  <a:cxnSpLocks/>
                  <a:stCxn id="128" idx="6"/>
                  <a:endCxn id="87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9A2C0D35-6B37-93BE-92B5-62B61B0E7145}"/>
                    </a:ext>
                  </a:extLst>
                </p:cNvPr>
                <p:cNvCxnSpPr>
                  <a:cxnSpLocks/>
                  <a:stCxn id="129" idx="6"/>
                  <a:endCxn id="88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D5F106E0-EF48-9BAE-4FB4-58D167C1270A}"/>
                    </a:ext>
                  </a:extLst>
                </p:cNvPr>
                <p:cNvCxnSpPr>
                  <a:cxnSpLocks/>
                  <a:stCxn id="130" idx="6"/>
                  <a:endCxn id="96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D684E00F-6433-AD04-B3A3-A767EDABCFC8}"/>
                    </a:ext>
                  </a:extLst>
                </p:cNvPr>
                <p:cNvCxnSpPr>
                  <a:cxnSpLocks/>
                  <a:stCxn id="131" idx="6"/>
                  <a:endCxn id="96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C5EFBF30-83AC-A030-533A-9E8F11B2C582}"/>
                    </a:ext>
                  </a:extLst>
                </p:cNvPr>
                <p:cNvCxnSpPr>
                  <a:cxnSpLocks/>
                  <a:stCxn id="130" idx="6"/>
                  <a:endCxn id="88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153ABF5A-8223-601C-E619-FCD54C671F74}"/>
                    </a:ext>
                  </a:extLst>
                </p:cNvPr>
                <p:cNvCxnSpPr>
                  <a:cxnSpLocks/>
                  <a:stCxn id="128" idx="6"/>
                  <a:endCxn id="86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06429D10-30F1-9F74-CE2A-2BA86F5B4137}"/>
                    </a:ext>
                  </a:extLst>
                </p:cNvPr>
                <p:cNvCxnSpPr>
                  <a:cxnSpLocks/>
                  <a:stCxn id="127" idx="6"/>
                  <a:endCxn id="85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624D76A1-BB36-122F-EAFF-9A53D64FB552}"/>
                    </a:ext>
                  </a:extLst>
                </p:cNvPr>
                <p:cNvCxnSpPr>
                  <a:cxnSpLocks/>
                  <a:stCxn id="129" idx="6"/>
                  <a:endCxn id="96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FDEB9E69-B567-CC12-72AE-BDFC312072CF}"/>
                    </a:ext>
                  </a:extLst>
                </p:cNvPr>
                <p:cNvCxnSpPr>
                  <a:cxnSpLocks/>
                  <a:stCxn id="127" idx="6"/>
                  <a:endCxn id="88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4C8818CD-D843-3703-41E6-2AA41A322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87051" y="5181058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0748769B-1BB4-92F0-D084-4651F4B8B704}"/>
                    </a:ext>
                  </a:extLst>
                </p:cNvPr>
                <p:cNvCxnSpPr>
                  <a:cxnSpLocks/>
                  <a:stCxn id="131" idx="6"/>
                  <a:endCxn id="88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D2179119-114B-F2AD-0405-603CA452FCA2}"/>
                    </a:ext>
                  </a:extLst>
                </p:cNvPr>
                <p:cNvCxnSpPr>
                  <a:cxnSpLocks/>
                  <a:stCxn id="130" idx="6"/>
                  <a:endCxn id="87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8" name="Arrow: Right 77">
                <a:extLst>
                  <a:ext uri="{FF2B5EF4-FFF2-40B4-BE49-F238E27FC236}">
                    <a16:creationId xmlns:a16="http://schemas.microsoft.com/office/drawing/2014/main" id="{4C13843C-57A2-1F6A-7902-111CCFD124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TextBox 78">
                    <a:extLst>
                      <a:ext uri="{FF2B5EF4-FFF2-40B4-BE49-F238E27FC236}">
                        <a16:creationId xmlns:a16="http://schemas.microsoft.com/office/drawing/2014/main" id="{15F74D2E-6858-EB2F-F12B-B1B771911CD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0" name="Arrow: Right 79">
                <a:extLst>
                  <a:ext uri="{FF2B5EF4-FFF2-40B4-BE49-F238E27FC236}">
                    <a16:creationId xmlns:a16="http://schemas.microsoft.com/office/drawing/2014/main" id="{D06714FA-AD58-50CF-4B8A-F6966B2E78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7E3F3479-6484-8A71-9DEC-CDD5474DC1A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7C5F5CFF-2096-0224-3ACE-B83048721FE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Right Brace 83">
                <a:extLst>
                  <a:ext uri="{FF2B5EF4-FFF2-40B4-BE49-F238E27FC236}">
                    <a16:creationId xmlns:a16="http://schemas.microsoft.com/office/drawing/2014/main" id="{9EE6A799-DA3B-0FD1-0208-54C74C1289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/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2638D313-55B0-4CE5-BE23-F9273293A176}"/>
              </a:ext>
            </a:extLst>
          </p:cNvPr>
          <p:cNvGrpSpPr/>
          <p:nvPr/>
        </p:nvGrpSpPr>
        <p:grpSpPr>
          <a:xfrm>
            <a:off x="7580237" y="1165565"/>
            <a:ext cx="4322919" cy="2172703"/>
            <a:chOff x="7678230" y="878146"/>
            <a:chExt cx="4322919" cy="21727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CFF53E6-1258-AA36-8607-9E89FD06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78230" y="878146"/>
              <a:ext cx="4322919" cy="2172703"/>
              <a:chOff x="1129787" y="3142186"/>
              <a:chExt cx="4322919" cy="217270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AC26CF-A932-4106-C104-07850D73EFA9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655515" y="3142186"/>
                <a:ext cx="24929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Prediction Q-network </a:t>
                </a:r>
                <a:br>
                  <a:rPr lang="en-US" dirty="0"/>
                </a:br>
                <a:r>
                  <a:rPr lang="en-US" dirty="0"/>
                  <a:t>(fast updates)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4A78A1E6-7BE5-7A99-2C6D-ACA9DC714D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FBFA378B-5601-E75E-45DB-CD0B4F7860A5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DBE6A94-E514-8BFC-8E3C-72F5B809431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663EE61-2212-A93D-6AF2-30A6AAD53415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4A1F6D70-270A-F392-85EC-6A84C23FADF3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20117B64-1840-14E2-4FA8-8F15132903E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E4929AA-0DB0-5538-F6AB-81F3154048EB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96F71936-17DE-39D2-B7D0-C8C5E4ADC820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3A1286EC-908E-1E47-D8B5-5A05B1A54C98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C9D2EF4C-2FB3-82C0-0E45-99D0EABB9E8C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BA7C2B93-F450-2269-6586-58F964CF81DC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142E9DB-665B-DE63-C77E-F7BA319955C0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7A85CDE0-BDA5-9594-C890-76CBE6BFCA0D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00FC17D0-0550-ED2E-7CC3-C7EA352772C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F563A177-903A-3ED8-3CCF-01E0D63F56FD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7F7ECC0D-F47F-1E9E-0FCC-8C72E8BEBF4D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EDB66A27-8863-47FF-AA63-056A192E48ED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84C6C656-9AFB-6441-2BBA-AA01F61ED083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5D97206B-25D3-38A0-7291-885A28B90F1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39A68EFB-97E3-8F2E-4D52-6B3971E12C5C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FB23C3F-4676-38B5-E171-5FD80555044A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DA341D57-AD6A-6B73-AD85-8A718DE53D8F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0DD54631-D113-EB29-D352-6E6D93B4B521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B6F8F83-A371-B7C3-9A78-6C71D0870207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1123978-C095-7A44-4F8B-A91AAF978535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93B9A35-D2FB-FD37-4944-D51A592119B4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BD6A63A1-798C-173C-BA37-CE3CBA2BA3D4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2F10B29E-F519-DE27-4EA2-754E960C7C53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8371E46-2549-17B4-00B4-8BC99B2059C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A5A5EA9-37A9-8996-1C3A-B201CB52BC6C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CAF399D-0128-EDF8-00EB-F0CAFD8DCF3D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734D7B0C-31AD-6414-97B7-99611D152C57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D8073E-C69A-2035-8ED3-19D58D709179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752B82E-0366-09F4-0925-5D8D05904379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C341615-5EAF-EA2F-ABAA-0B41C9D32670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5BBC305C-894F-9AB4-F977-0A2BB464AA23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56A20A6-8F56-B7D0-79E7-FC5B3FD4EBE6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A1CB0EFD-3FE9-DE43-EDC2-CDFC48E01E33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E61D3EF6-F6B3-E3B8-11E7-9EA85D01E69E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E31970A3-CFC2-1E4F-C8BD-5DDC62645E2F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9F29710B-71F7-39B5-8B03-F94F311AEE1B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F69DBE57-A99E-7FCE-0FD5-1FC3F93D06C2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89043505-47B7-EA28-3AF4-5AB03D533FC0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AC1B8C40-CDD3-3DC0-CB5B-253A081B6A90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1F910D10-EEB9-0626-A307-D1FFFD54B6B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918366DF-A3C7-2D18-97D8-3EFB88A5A4F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760086A9-2F6C-7DF1-6ED3-C0B2F666EA0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225A7C9F-4D4A-557A-3B70-EE5574A4908B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084B519D-7D1E-2083-4963-45CC73EE5763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FE7124D0-330D-9B22-1E36-95E86D084DD1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2F7D347D-083D-9E82-40EF-93E1E018B63C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7A4C01EE-80D6-B137-A50F-7287537E9027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E766549F-23BF-87D3-E0EC-94ACB573C747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7CBEA83-0B6A-9070-8216-B595DB40C288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257023F4-3FCB-01C0-B421-BAE84E3EC143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8CB20997-922F-5436-881E-2894DA5E0341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E0EE9119-8A47-5FDF-D687-F8B52B97D368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94A0C115-C5D5-DF91-DB72-28E3A8A73333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10522BB-474C-2668-34D8-3C405A94639A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D12D8991-6247-371D-90CD-FB4327368979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3567297C-EA18-34F1-94D1-6F0C5FD45737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49CEA3F1-70E2-179C-B1A5-B39E2162A718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BF6BD3C9-7AA0-A3B0-5B46-F54940A278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07E70A4-2967-9C72-ED54-660990C19C8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757CB128-7A94-D900-F090-5091C5C259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2FD54B5D-922B-C9F1-EF9F-DA360C2F91A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65FE383-5C49-D70F-9731-401B621D759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3D13B5F6-CFCD-6F25-2658-70FBA0B7D2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/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44215EF4-AB94-4544-8517-9B99EE4DC971}"/>
              </a:ext>
            </a:extLst>
          </p:cNvPr>
          <p:cNvGrpSpPr/>
          <p:nvPr/>
        </p:nvGrpSpPr>
        <p:grpSpPr>
          <a:xfrm>
            <a:off x="9374345" y="2959585"/>
            <a:ext cx="1800822" cy="1873068"/>
            <a:chOff x="9374345" y="2959585"/>
            <a:chExt cx="1703157" cy="1765978"/>
          </a:xfrm>
        </p:grpSpPr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639805B6-EEA9-43C4-BB54-D4112D7B2D22}"/>
                </a:ext>
              </a:extLst>
            </p:cNvPr>
            <p:cNvSpPr/>
            <p:nvPr/>
          </p:nvSpPr>
          <p:spPr>
            <a:xfrm>
              <a:off x="9499988" y="2959585"/>
              <a:ext cx="1451872" cy="677462"/>
            </a:xfrm>
            <a:custGeom>
              <a:avLst/>
              <a:gdLst>
                <a:gd name="connsiteX0" fmla="*/ 1451872 w 1451872"/>
                <a:gd name="connsiteY0" fmla="*/ 76781 h 677462"/>
                <a:gd name="connsiteX1" fmla="*/ 621233 w 1451872"/>
                <a:gd name="connsiteY1" fmla="*/ 677075 h 677462"/>
                <a:gd name="connsiteX2" fmla="*/ 0 w 1451872"/>
                <a:gd name="connsiteY2" fmla="*/ 0 h 67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51872" h="677462">
                  <a:moveTo>
                    <a:pt x="1451872" y="76781"/>
                  </a:moveTo>
                  <a:cubicBezTo>
                    <a:pt x="1157542" y="383326"/>
                    <a:pt x="863212" y="689872"/>
                    <a:pt x="621233" y="677075"/>
                  </a:cubicBezTo>
                  <a:cubicBezTo>
                    <a:pt x="379254" y="664278"/>
                    <a:pt x="189627" y="332139"/>
                    <a:pt x="0" y="0"/>
                  </a:cubicBez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97BFB5F1-F07E-64E7-1A6D-15F6253D3783}"/>
                </a:ext>
              </a:extLst>
            </p:cNvPr>
            <p:cNvSpPr/>
            <p:nvPr/>
          </p:nvSpPr>
          <p:spPr>
            <a:xfrm>
              <a:off x="9374345" y="3043347"/>
              <a:ext cx="1703157" cy="1682216"/>
            </a:xfrm>
            <a:custGeom>
              <a:avLst/>
              <a:gdLst>
                <a:gd name="connsiteX0" fmla="*/ 1703157 w 1703157"/>
                <a:gd name="connsiteY0" fmla="*/ 1682216 h 1682216"/>
                <a:gd name="connsiteX1" fmla="*/ 328067 w 1703157"/>
                <a:gd name="connsiteY1" fmla="*/ 1088903 h 1682216"/>
                <a:gd name="connsiteX2" fmla="*/ 0 w 1703157"/>
                <a:gd name="connsiteY2" fmla="*/ 0 h 1682216"/>
                <a:gd name="connsiteX3" fmla="*/ 0 w 1703157"/>
                <a:gd name="connsiteY3" fmla="*/ 0 h 1682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3157" h="1682216">
                  <a:moveTo>
                    <a:pt x="1703157" y="1682216"/>
                  </a:moveTo>
                  <a:cubicBezTo>
                    <a:pt x="1157541" y="1525744"/>
                    <a:pt x="611926" y="1369272"/>
                    <a:pt x="328067" y="1088903"/>
                  </a:cubicBezTo>
                  <a:cubicBezTo>
                    <a:pt x="44208" y="808534"/>
                    <a:pt x="0" y="0"/>
                    <a:pt x="0" y="0"/>
                  </a:cubicBezTo>
                  <a:lnTo>
                    <a:pt x="0" y="0"/>
                  </a:ln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9A8053FA-5BB8-0F1E-F093-4E17C9234D64}"/>
              </a:ext>
            </a:extLst>
          </p:cNvPr>
          <p:cNvCxnSpPr>
            <a:endCxn id="86" idx="7"/>
          </p:cNvCxnSpPr>
          <p:nvPr/>
        </p:nvCxnSpPr>
        <p:spPr>
          <a:xfrm>
            <a:off x="9104452" y="2998280"/>
            <a:ext cx="44016" cy="1682531"/>
          </a:xfrm>
          <a:prstGeom prst="straightConnector1">
            <a:avLst/>
          </a:prstGeom>
          <a:noFill/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31154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343493"/>
                <a:ext cx="10515600" cy="2769845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normAutofit fontScale="850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/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close to 0.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based on the current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to collect experience in the form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𝑟𝑒𝑝𝑙𝑎𝑦</m:t>
                        </m:r>
                      </m:sub>
                    </m:sSub>
                  </m:oMath>
                </a14:m>
                <a:r>
                  <a:rPr lang="en-US" dirty="0"/>
                  <a:t> many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 in the replay memory. Note: old tuples may be overwritten.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Mini-batches (e.g., 32 elements) are taken randomly from the replay memory to update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/>
                    </m:sSub>
                  </m:oMath>
                </a14:m>
                <a:r>
                  <a:rPr lang="en-US" b="1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/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set 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iterations.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Go back to collecting more experience in step 2.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343493"/>
                <a:ext cx="10515600" cy="2769845"/>
              </a:xfrm>
              <a:blipFill>
                <a:blip r:embed="rId2"/>
                <a:stretch>
                  <a:fillRect l="-868" t="-4803" b="-21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EE9DD004-9735-AB0A-131E-22E68B791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037006" cy="1484614"/>
          </a:xfrm>
        </p:spPr>
        <p:txBody>
          <a:bodyPr>
            <a:normAutofit/>
          </a:bodyPr>
          <a:lstStyle/>
          <a:p>
            <a:r>
              <a:rPr lang="en-US" dirty="0"/>
              <a:t>DQN is Not a Truly  </a:t>
            </a:r>
            <a:br>
              <a:rPr lang="en-US" dirty="0"/>
            </a:br>
            <a:r>
              <a:rPr lang="en-US" dirty="0"/>
              <a:t>Online Algorithm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42D2E24-5C82-BA01-086B-446BBBD9CD5E}"/>
              </a:ext>
            </a:extLst>
          </p:cNvPr>
          <p:cNvGrpSpPr/>
          <p:nvPr/>
        </p:nvGrpSpPr>
        <p:grpSpPr>
          <a:xfrm>
            <a:off x="5901695" y="521020"/>
            <a:ext cx="6069029" cy="2468491"/>
            <a:chOff x="5901695" y="521020"/>
            <a:chExt cx="6069029" cy="246849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20CA2E-FC5C-5EB6-DD2C-F9DFA076A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01695" y="521020"/>
              <a:ext cx="6069029" cy="246849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BB5DC80-D0CF-2E8A-5694-A4E4F6D57B4F}"/>
                </a:ext>
              </a:extLst>
            </p:cNvPr>
            <p:cNvSpPr txBox="1"/>
            <p:nvPr/>
          </p:nvSpPr>
          <p:spPr>
            <a:xfrm>
              <a:off x="10923940" y="2463994"/>
              <a:ext cx="7329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Target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19F3AA1-E6A1-3E05-E750-26656A461929}"/>
                </a:ext>
              </a:extLst>
            </p:cNvPr>
            <p:cNvSpPr txBox="1"/>
            <p:nvPr/>
          </p:nvSpPr>
          <p:spPr>
            <a:xfrm>
              <a:off x="7385453" y="898550"/>
              <a:ext cx="155075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Replay memory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F164F65-DF76-A956-6F7F-87E56C8F40D9}"/>
                </a:ext>
              </a:extLst>
            </p:cNvPr>
            <p:cNvSpPr txBox="1"/>
            <p:nvPr/>
          </p:nvSpPr>
          <p:spPr>
            <a:xfrm>
              <a:off x="9421751" y="744662"/>
              <a:ext cx="10387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Prediction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D2CB56-3297-E3A0-338F-9B9ED69B0324}"/>
              </a:ext>
            </a:extLst>
          </p:cNvPr>
          <p:cNvCxnSpPr/>
          <p:nvPr/>
        </p:nvCxnSpPr>
        <p:spPr>
          <a:xfrm>
            <a:off x="6433127" y="727023"/>
            <a:ext cx="0" cy="94438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057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72FFE-7C05-73D9-58B6-2C419BA0C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DQN (DDQN; Van Hasselt, 2016)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Q-learning and DQN use one function in the target to choose the action and evaluate its value. The max creates an </a:t>
                </a:r>
                <a:r>
                  <a:rPr lang="en-US" b="1" dirty="0"/>
                  <a:t>overestimation bias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lim>
                            </m:limLow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DDQN </a:t>
                </a:r>
                <a:r>
                  <a:rPr lang="en-US" b="1" dirty="0"/>
                  <a:t>decoupling the action selection and evaluation </a:t>
                </a:r>
                <a:r>
                  <a:rPr lang="en-US" dirty="0"/>
                  <a:t>by using different parameters: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;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  <a:blipFill>
                <a:blip r:embed="rId2"/>
                <a:stretch>
                  <a:fillRect l="-928" t="-3650" r="-1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E097796-E62F-E6B1-D6A2-67F49518C848}"/>
              </a:ext>
            </a:extLst>
          </p:cNvPr>
          <p:cNvGrpSpPr/>
          <p:nvPr/>
        </p:nvGrpSpPr>
        <p:grpSpPr>
          <a:xfrm>
            <a:off x="3708861" y="2016100"/>
            <a:ext cx="5463059" cy="1407596"/>
            <a:chOff x="5502761" y="1871296"/>
            <a:chExt cx="4320949" cy="140759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155D0C3-9EF2-C45E-2C11-60D96C510ABC}"/>
                </a:ext>
              </a:extLst>
            </p:cNvPr>
            <p:cNvSpPr txBox="1"/>
            <p:nvPr/>
          </p:nvSpPr>
          <p:spPr>
            <a:xfrm>
              <a:off x="6684781" y="1871296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220656-2E44-CD86-BC7D-295D0BAF3BB0}"/>
                </a:ext>
              </a:extLst>
            </p:cNvPr>
            <p:cNvSpPr txBox="1"/>
            <p:nvPr/>
          </p:nvSpPr>
          <p:spPr>
            <a:xfrm>
              <a:off x="8559581" y="1871296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C397B37-3CF0-08E8-7284-099769C58D52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240628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4022BA-E787-4F2C-F30A-4B8F521FEEAE}"/>
                </a:ext>
              </a:extLst>
            </p:cNvPr>
            <p:cNvCxnSpPr>
              <a:cxnSpLocks/>
            </p:cNvCxnSpPr>
            <p:nvPr/>
          </p:nvCxnSpPr>
          <p:spPr>
            <a:xfrm>
              <a:off x="8504372" y="2244152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4614A7A-72A3-245F-866E-B423DBB26AFA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F5A8C-B3CA-BA99-82D6-37EB8271853A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2EFC944D-66A9-83F5-8011-DAE32D2AAF1F}"/>
              </a:ext>
            </a:extLst>
          </p:cNvPr>
          <p:cNvSpPr/>
          <p:nvPr/>
        </p:nvSpPr>
        <p:spPr>
          <a:xfrm>
            <a:off x="4544078" y="2444181"/>
            <a:ext cx="2484935" cy="5514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/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selection uses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  <a:blipFill>
                <a:blip r:embed="rId3"/>
                <a:stretch>
                  <a:fillRect b="-116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/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evaluation uses more stable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  <a:blipFill>
                <a:blip r:embed="rId4"/>
                <a:stretch>
                  <a:fillRect b="-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B5214B32-9B72-354C-3EDF-797EE94CB9AC}"/>
              </a:ext>
            </a:extLst>
          </p:cNvPr>
          <p:cNvSpPr/>
          <p:nvPr/>
        </p:nvSpPr>
        <p:spPr>
          <a:xfrm>
            <a:off x="4675506" y="4743016"/>
            <a:ext cx="4426612" cy="5514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192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E2CB-D8A5-D8DB-65EA-BEEFA207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New: Advantage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baseline given by the state value is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Positive advantage means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better than the action that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b="0" dirty="0"/>
                  <a:t> chooses.</a:t>
                </a:r>
                <a:br>
                  <a:rPr lang="en-US" b="0" dirty="0"/>
                </a:br>
                <a:br>
                  <a:rPr lang="en-US" b="0" dirty="0"/>
                </a:br>
                <a:r>
                  <a:rPr lang="en-US" dirty="0"/>
                  <a:t>For the optimal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&lt;0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Benefit</a:t>
                </a:r>
                <a:r>
                  <a:rPr lang="en-US" dirty="0"/>
                  <a:t>: Advantage typically produces a stronger signal to improve the policy.</a:t>
                </a: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can be estimated using Monte Carlo methods (unbiased).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can be used to calculate a TD-error.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can be used for parameter updates.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b="-2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769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08A56-9868-C99D-54A8-B27367266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Dueling Network Architecture (Wang, 2015)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22A800-3431-0EE8-619E-6A2627C3B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066" y="1034289"/>
            <a:ext cx="5591734" cy="45424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/>
                  <a:t>Dueling Network </a:t>
                </a:r>
                <a:r>
                  <a:rPr lang="en-US" dirty="0"/>
                  <a:t>Architecture only changes the ANN architecture. It learns two components:</a:t>
                </a:r>
              </a:p>
              <a:p>
                <a:pPr lvl="1"/>
                <a:r>
                  <a:rPr lang="en-US" dirty="0"/>
                  <a:t>Value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Advantage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calculated using the equation below.</a:t>
                </a:r>
              </a:p>
              <a:p>
                <a:endParaRPr lang="en-US" dirty="0"/>
              </a:p>
              <a:p>
                <a:r>
                  <a:rPr lang="en-US" dirty="0"/>
                  <a:t>Reminder: Advantage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gives 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state value.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This approach typically leads to improved performance.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  <a:blipFill>
                <a:blip r:embed="rId3"/>
                <a:stretch>
                  <a:fillRect l="-697" t="-2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/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A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3D1D6CD2-DC69-97EC-FAD0-0A338B4A03D4}"/>
              </a:ext>
            </a:extLst>
          </p:cNvPr>
          <p:cNvSpPr/>
          <p:nvPr/>
        </p:nvSpPr>
        <p:spPr>
          <a:xfrm rot="5400000">
            <a:off x="7935894" y="4110771"/>
            <a:ext cx="241844" cy="43242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/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Becomes 0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blipFill>
                <a:blip r:embed="rId5"/>
                <a:stretch>
                  <a:fillRect l="-2332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C49063A-A00B-11AA-F830-45F8920527FB}"/>
              </a:ext>
            </a:extLst>
          </p:cNvPr>
          <p:cNvSpPr/>
          <p:nvPr/>
        </p:nvSpPr>
        <p:spPr>
          <a:xfrm>
            <a:off x="7252379" y="3050327"/>
            <a:ext cx="2205728" cy="1089934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AF2F485-520A-5766-2FE9-A0D9972EBAE1}"/>
              </a:ext>
            </a:extLst>
          </p:cNvPr>
          <p:cNvSpPr/>
          <p:nvPr/>
        </p:nvSpPr>
        <p:spPr>
          <a:xfrm flipV="1">
            <a:off x="7216168" y="2224269"/>
            <a:ext cx="2205728" cy="636938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BF4EDC-516B-55FD-19B0-6076A0C6D999}"/>
              </a:ext>
            </a:extLst>
          </p:cNvPr>
          <p:cNvSpPr/>
          <p:nvPr/>
        </p:nvSpPr>
        <p:spPr>
          <a:xfrm>
            <a:off x="10115176" y="4006608"/>
            <a:ext cx="384843" cy="1877661"/>
          </a:xfrm>
          <a:custGeom>
            <a:avLst/>
            <a:gdLst>
              <a:gd name="connsiteX0" fmla="*/ 0 w 384843"/>
              <a:gd name="connsiteY0" fmla="*/ 1710137 h 1710137"/>
              <a:gd name="connsiteX1" fmla="*/ 335048 w 384843"/>
              <a:gd name="connsiteY1" fmla="*/ 1228506 h 1710137"/>
              <a:gd name="connsiteX2" fmla="*/ 376929 w 384843"/>
              <a:gd name="connsiteY2" fmla="*/ 0 h 1710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4843" h="1710137">
                <a:moveTo>
                  <a:pt x="0" y="1710137"/>
                </a:moveTo>
                <a:cubicBezTo>
                  <a:pt x="136113" y="1611833"/>
                  <a:pt x="272227" y="1513529"/>
                  <a:pt x="335048" y="1228506"/>
                </a:cubicBezTo>
                <a:cubicBezTo>
                  <a:pt x="397869" y="943483"/>
                  <a:pt x="387399" y="471741"/>
                  <a:pt x="376929" y="0"/>
                </a:cubicBezTo>
              </a:path>
            </a:pathLst>
          </a:custGeom>
          <a:noFill/>
          <a:ln w="5715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78D395-591A-56CD-D7CE-4EAE938304A8}"/>
              </a:ext>
            </a:extLst>
          </p:cNvPr>
          <p:cNvSpPr/>
          <p:nvPr/>
        </p:nvSpPr>
        <p:spPr>
          <a:xfrm>
            <a:off x="10218944" y="2477954"/>
            <a:ext cx="538293" cy="1271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8EC7D9-C864-EA1F-681E-59561F65E206}"/>
              </a:ext>
            </a:extLst>
          </p:cNvPr>
          <p:cNvCxnSpPr/>
          <p:nvPr/>
        </p:nvCxnSpPr>
        <p:spPr>
          <a:xfrm>
            <a:off x="9618650" y="2224269"/>
            <a:ext cx="600294" cy="574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703875-FB79-26B3-A1ED-3A25D441F192}"/>
              </a:ext>
            </a:extLst>
          </p:cNvPr>
          <p:cNvCxnSpPr>
            <a:cxnSpLocks/>
          </p:cNvCxnSpPr>
          <p:nvPr/>
        </p:nvCxnSpPr>
        <p:spPr>
          <a:xfrm flipV="1">
            <a:off x="9618650" y="3190680"/>
            <a:ext cx="600294" cy="674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35375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 in DQN-type Algorithms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</p:spPr>
            <p:txBody>
              <a:bodyPr>
                <a:normAutofit fontScale="77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</a:t>
                </a:r>
                <a:r>
                  <a:rPr lang="en-US" dirty="0"/>
                  <a:t>methods are between Q-learning (one-step) and MC, which does not bootstrap.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target for DQN-type algorithms: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b="1"/>
              </a:p>
              <a:p>
                <a:r>
                  <a:rPr lang="en-US" b="1"/>
                  <a:t>Traces</a:t>
                </a:r>
                <a:r>
                  <a:rPr lang="en-US"/>
                  <a:t> </a:t>
                </a:r>
                <a:r>
                  <a:rPr lang="en-US" dirty="0"/>
                  <a:t>can also be used.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  <a:blipFill>
                <a:blip r:embed="rId3"/>
                <a:stretch>
                  <a:fillRect l="-696" t="-8140" b="-35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9912B6C-BFEF-847D-F6D9-B1C21791920C}"/>
              </a:ext>
            </a:extLst>
          </p:cNvPr>
          <p:cNvSpPr txBox="1"/>
          <p:nvPr/>
        </p:nvSpPr>
        <p:spPr>
          <a:xfrm>
            <a:off x="583371" y="1394648"/>
            <a:ext cx="3586345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Bootstrapping (one-step)</a:t>
            </a:r>
          </a:p>
          <a:p>
            <a:endParaRPr lang="en-US" dirty="0"/>
          </a:p>
          <a:p>
            <a:pPr marL="285750" indent="-285750">
              <a:buFontTx/>
              <a:buChar char="-"/>
            </a:pPr>
            <a:r>
              <a:rPr lang="en-US" u="sng" dirty="0"/>
              <a:t>Instability</a:t>
            </a:r>
            <a:r>
              <a:rPr lang="en-US" dirty="0"/>
              <a:t> with function approximation (uses its own prediction).</a:t>
            </a:r>
          </a:p>
          <a:p>
            <a:r>
              <a:rPr lang="en-US" dirty="0"/>
              <a:t>+    Can use </a:t>
            </a:r>
            <a:r>
              <a:rPr lang="en-US" u="sng" dirty="0"/>
              <a:t>off-policy learning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/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Less Bootstrapping (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-step)</a:t>
                </a:r>
              </a:p>
              <a:p>
                <a:endParaRPr lang="en-US" dirty="0"/>
              </a:p>
              <a:p>
                <a:r>
                  <a:rPr lang="en-US" dirty="0"/>
                  <a:t>+    </a:t>
                </a:r>
                <a:r>
                  <a:rPr lang="en-US" u="sng" dirty="0"/>
                  <a:t>Less instability</a:t>
                </a:r>
              </a:p>
              <a:p>
                <a:r>
                  <a:rPr lang="en-US" dirty="0"/>
                  <a:t>+    Quicker information </a:t>
                </a:r>
                <a:br>
                  <a:rPr lang="en-US" dirty="0"/>
                </a:br>
                <a:r>
                  <a:rPr lang="en-US" dirty="0"/>
                  <a:t>       propagation   </a:t>
                </a:r>
                <a:br>
                  <a:rPr lang="en-US" dirty="0"/>
                </a:br>
                <a:r>
                  <a:rPr lang="en-US" dirty="0"/>
                  <a:t>       for </a:t>
                </a:r>
                <a:r>
                  <a:rPr lang="en-US" u="sng" dirty="0"/>
                  <a:t>delayed rewards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  <a:blipFill>
                <a:blip r:embed="rId4"/>
                <a:stretch>
                  <a:fillRect l="-1408" t="-1375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8764291-FF90-CA4D-2C21-61F8F992C5D0}"/>
              </a:ext>
            </a:extLst>
          </p:cNvPr>
          <p:cNvSpPr txBox="1"/>
          <p:nvPr/>
        </p:nvSpPr>
        <p:spPr>
          <a:xfrm>
            <a:off x="8026252" y="1394648"/>
            <a:ext cx="3751251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MC (no bootstrapping)</a:t>
            </a:r>
          </a:p>
          <a:p>
            <a:endParaRPr lang="en-US" dirty="0"/>
          </a:p>
          <a:p>
            <a:r>
              <a:rPr lang="en-US" dirty="0"/>
              <a:t>+    </a:t>
            </a:r>
            <a:r>
              <a:rPr lang="en-US" u="sng" dirty="0"/>
              <a:t>Stable</a:t>
            </a:r>
          </a:p>
          <a:p>
            <a:r>
              <a:rPr lang="en-US" dirty="0"/>
              <a:t>-     Only on-policy learning leads to</a:t>
            </a:r>
            <a:br>
              <a:rPr lang="en-US" dirty="0"/>
            </a:br>
            <a:r>
              <a:rPr lang="en-US" dirty="0"/>
              <a:t>       sample inefficiency </a:t>
            </a:r>
            <a:br>
              <a:rPr lang="en-US" dirty="0"/>
            </a:br>
            <a:r>
              <a:rPr lang="en-US" dirty="0"/>
              <a:t>       (cannot use replay memory).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E7867777-EEB4-08ED-78B0-A64540D4C39F}"/>
              </a:ext>
            </a:extLst>
          </p:cNvPr>
          <p:cNvSpPr/>
          <p:nvPr/>
        </p:nvSpPr>
        <p:spPr>
          <a:xfrm>
            <a:off x="1503860" y="3056167"/>
            <a:ext cx="9004397" cy="46069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2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BE940-853F-395A-280D-A3FCED07E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583AD1-9E59-C08F-55E1-5694B3A94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1A29D-88B4-7A4C-10EF-DE50F3A37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and learn a parameterized policy.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068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Remember: </a:t>
            </a:r>
            <a:br>
              <a:rPr lang="en-US" dirty="0"/>
            </a:br>
            <a:r>
              <a:rPr lang="en-US" dirty="0"/>
              <a:t>Policy Gradient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define the performance measure as the true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 an analytical expression for the unbiased gradient of the performance with respect to the policy parameters: 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Convergence guarantee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Gradient is unbiased and with reducing step size appropriately, ascent </a:t>
                </a:r>
                <a:r>
                  <a:rPr lang="en-US" b="1" dirty="0"/>
                  <a:t>will converge to a local maximum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Does NOT guarantee: global optimum, fast convergence or stability (</a:t>
                </a:r>
                <a:r>
                  <a:rPr lang="en-US" b="1" dirty="0">
                    <a:solidFill>
                      <a:srgbClr val="FF0000"/>
                    </a:solidFill>
                  </a:rPr>
                  <a:t>with non-linear approximation</a:t>
                </a:r>
                <a:r>
                  <a:rPr lang="en-US" b="1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  <a:blipFill>
                <a:blip r:embed="rId2"/>
                <a:stretch>
                  <a:fillRect l="-406" t="-15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  <a:blipFill>
                <a:blip r:embed="rId3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97DAF61-031E-194F-48E3-7DEA0929C087}"/>
              </a:ext>
            </a:extLst>
          </p:cNvPr>
          <p:cNvSpPr/>
          <p:nvPr/>
        </p:nvSpPr>
        <p:spPr>
          <a:xfrm>
            <a:off x="8987531" y="4389919"/>
            <a:ext cx="2459919" cy="540281"/>
          </a:xfrm>
          <a:prstGeom prst="wedgeRoundRectCallout">
            <a:avLst>
              <a:gd name="adj1" fmla="val -66091"/>
              <a:gd name="adj2" fmla="val -123682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Depends on the policy approximation function.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/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Depends on estimates for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  <a:blipFill>
                <a:blip r:embed="rId4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66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1620C6-C80F-5592-8155-B389EE672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stochastic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is parameterized using parameter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.</a:t>
                </a:r>
              </a:p>
              <a:p>
                <a:r>
                  <a:rPr lang="en-US" dirty="0"/>
                  <a:t>Expected return</a:t>
                </a: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𝑃𝑟</m:t>
                            </m:r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Gradient: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sup>
                            </m:s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Estimate: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(the ANN):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  <a:blipFill>
                <a:blip r:embed="rId2"/>
                <a:stretch>
                  <a:fillRect l="-841" t="-17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DC560BF-3963-5C9B-02DB-0D3E3718D787}"/>
              </a:ext>
            </a:extLst>
          </p:cNvPr>
          <p:cNvSpPr txBox="1"/>
          <p:nvPr/>
        </p:nvSpPr>
        <p:spPr>
          <a:xfrm>
            <a:off x="9669858" y="813679"/>
            <a:ext cx="2149887" cy="14773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Integrals work for cont. state and action spaces. Replace with sums for discrete spaces.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53B616-DCF3-E9A4-0923-E0155A385B10}"/>
              </a:ext>
            </a:extLst>
          </p:cNvPr>
          <p:cNvCxnSpPr>
            <a:cxnSpLocks/>
          </p:cNvCxnSpPr>
          <p:nvPr/>
        </p:nvCxnSpPr>
        <p:spPr>
          <a:xfrm flipH="1">
            <a:off x="4516108" y="3849599"/>
            <a:ext cx="223672" cy="47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75C525-A7EC-CA1F-1EC7-2FE3C5631389}"/>
              </a:ext>
            </a:extLst>
          </p:cNvPr>
          <p:cNvCxnSpPr>
            <a:cxnSpLocks/>
          </p:cNvCxnSpPr>
          <p:nvPr/>
        </p:nvCxnSpPr>
        <p:spPr>
          <a:xfrm flipH="1">
            <a:off x="5101922" y="3849599"/>
            <a:ext cx="852348" cy="4988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FEE30A-C51E-5516-7DED-4969A3D51A8D}"/>
              </a:ext>
            </a:extLst>
          </p:cNvPr>
          <p:cNvCxnSpPr>
            <a:cxnSpLocks/>
          </p:cNvCxnSpPr>
          <p:nvPr/>
        </p:nvCxnSpPr>
        <p:spPr>
          <a:xfrm>
            <a:off x="7472984" y="3826593"/>
            <a:ext cx="427096" cy="419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39B8FA0-CBBB-D39E-709B-816BE35AB319}"/>
              </a:ext>
            </a:extLst>
          </p:cNvPr>
          <p:cNvCxnSpPr>
            <a:cxnSpLocks/>
          </p:cNvCxnSpPr>
          <p:nvPr/>
        </p:nvCxnSpPr>
        <p:spPr>
          <a:xfrm>
            <a:off x="6000261" y="3849599"/>
            <a:ext cx="147962" cy="371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/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Math trick: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  <a:blipFill>
                <a:blip r:embed="rId3"/>
                <a:stretch>
                  <a:fillRect l="-1799" t="-1948" b="-8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9F3F36E-4E02-3F6B-263C-922607CB2DC4}"/>
              </a:ext>
            </a:extLst>
          </p:cNvPr>
          <p:cNvSpPr/>
          <p:nvPr/>
        </p:nvSpPr>
        <p:spPr>
          <a:xfrm>
            <a:off x="2571226" y="6098796"/>
            <a:ext cx="2705449" cy="574646"/>
          </a:xfrm>
          <a:prstGeom prst="wedgeRoundRectCallout">
            <a:avLst>
              <a:gd name="adj1" fmla="val 66565"/>
              <a:gd name="adj2" fmla="val -10611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 be estimated with MC roll outs or TD</a:t>
            </a:r>
          </a:p>
        </p:txBody>
      </p:sp>
      <p:sp>
        <p:nvSpPr>
          <p:cNvPr id="24" name="Speech Bubble: Rectangle with Corners Rounded 23">
            <a:extLst>
              <a:ext uri="{FF2B5EF4-FFF2-40B4-BE49-F238E27FC236}">
                <a16:creationId xmlns:a16="http://schemas.microsoft.com/office/drawing/2014/main" id="{3C91998E-A716-D963-0C25-03A93ED60C42}"/>
              </a:ext>
            </a:extLst>
          </p:cNvPr>
          <p:cNvSpPr/>
          <p:nvPr/>
        </p:nvSpPr>
        <p:spPr>
          <a:xfrm>
            <a:off x="5528096" y="6098796"/>
            <a:ext cx="2705449" cy="574646"/>
          </a:xfrm>
          <a:prstGeom prst="wedgeRoundRectCallout">
            <a:avLst>
              <a:gd name="adj1" fmla="val 829"/>
              <a:gd name="adj2" fmla="val -10903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Value function estimate</a:t>
            </a:r>
          </a:p>
        </p:txBody>
      </p:sp>
      <p:sp>
        <p:nvSpPr>
          <p:cNvPr id="25" name="Speech Bubble: Rectangle with Corners Rounded 24">
            <a:extLst>
              <a:ext uri="{FF2B5EF4-FFF2-40B4-BE49-F238E27FC236}">
                <a16:creationId xmlns:a16="http://schemas.microsoft.com/office/drawing/2014/main" id="{13861FF8-FD25-6673-0789-B14F8B771B34}"/>
              </a:ext>
            </a:extLst>
          </p:cNvPr>
          <p:cNvSpPr/>
          <p:nvPr/>
        </p:nvSpPr>
        <p:spPr>
          <a:xfrm>
            <a:off x="8384589" y="6098796"/>
            <a:ext cx="2705449" cy="574646"/>
          </a:xfrm>
          <a:prstGeom prst="wedgeRoundRectCallout">
            <a:avLst>
              <a:gd name="adj1" fmla="val -57776"/>
              <a:gd name="adj2" fmla="val -11268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/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is the expected reward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the state distribution under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  <a:blipFill>
                <a:blip r:embed="rId4"/>
                <a:stretch>
                  <a:fillRect l="-1404" t="-1633" b="-5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875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Following the ideas of REINFORCE.</a:t>
                </a:r>
              </a:p>
              <a:p>
                <a:r>
                  <a:rPr lang="en-US" dirty="0"/>
                  <a:t>Gradient of a stochastic policy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Gradient of a differentiable deterministic policy  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  <a:blipFill>
                <a:blip r:embed="rId2"/>
                <a:stretch>
                  <a:fillRect l="-928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67A4CE81-DDBA-44FC-8527-846777D3CE97}"/>
              </a:ext>
            </a:extLst>
          </p:cNvPr>
          <p:cNvSpPr/>
          <p:nvPr/>
        </p:nvSpPr>
        <p:spPr>
          <a:xfrm>
            <a:off x="5868649" y="5673777"/>
            <a:ext cx="2121108" cy="667062"/>
          </a:xfrm>
          <a:prstGeom prst="wedgeRoundRectCallout">
            <a:avLst>
              <a:gd name="adj1" fmla="val -17653"/>
              <a:gd name="adj2" fmla="val -11390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Also requires this gradient!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97703D44-BC96-F918-65BE-C2CB45056AF4}"/>
              </a:ext>
            </a:extLst>
          </p:cNvPr>
          <p:cNvSpPr/>
          <p:nvPr/>
        </p:nvSpPr>
        <p:spPr>
          <a:xfrm>
            <a:off x="3896193" y="3247869"/>
            <a:ext cx="4399613" cy="667062"/>
          </a:xfrm>
          <a:prstGeom prst="wedgeRoundRectCallout">
            <a:avLst>
              <a:gd name="adj1" fmla="val -24013"/>
              <a:gd name="adj2" fmla="val -6783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 state from the on-policy distribution and action from the policy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D48A573E-50A2-B4E7-A1E9-437EB77764C7}"/>
              </a:ext>
            </a:extLst>
          </p:cNvPr>
          <p:cNvSpPr/>
          <p:nvPr/>
        </p:nvSpPr>
        <p:spPr>
          <a:xfrm>
            <a:off x="8170889" y="1743855"/>
            <a:ext cx="2104870" cy="667062"/>
          </a:xfrm>
          <a:prstGeom prst="wedgeRoundRectCallout">
            <a:avLst>
              <a:gd name="adj1" fmla="val -21164"/>
              <a:gd name="adj2" fmla="val 7823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Needs a value function estimate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A3526-E926-7E48-B6E5-B8BDA4021C8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A3526-E926-7E48-B6E5-B8BDA4021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54CA59DA-C384-9934-DA31-D690B06CC7F8}"/>
              </a:ext>
            </a:extLst>
          </p:cNvPr>
          <p:cNvGrpSpPr/>
          <p:nvPr/>
        </p:nvGrpSpPr>
        <p:grpSpPr>
          <a:xfrm>
            <a:off x="2916454" y="1983074"/>
            <a:ext cx="3966523" cy="4684149"/>
            <a:chOff x="4672668" y="1864394"/>
            <a:chExt cx="3966523" cy="4684149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3733CC3-7D80-20C7-49C7-43D9925CE693}"/>
                </a:ext>
              </a:extLst>
            </p:cNvPr>
            <p:cNvGrpSpPr/>
            <p:nvPr/>
          </p:nvGrpSpPr>
          <p:grpSpPr>
            <a:xfrm>
              <a:off x="4672668" y="1864394"/>
              <a:ext cx="3966523" cy="4684149"/>
              <a:chOff x="7053631" y="365126"/>
              <a:chExt cx="4526399" cy="5335476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469FE11E-8F30-F6C6-F507-D07E7D80E3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53631" y="365126"/>
                <a:ext cx="4526399" cy="5046046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8131A2D-4FF9-A481-0B8C-8F0A4204D406}"/>
                  </a:ext>
                </a:extLst>
              </p:cNvPr>
              <p:cNvSpPr txBox="1"/>
              <p:nvPr/>
            </p:nvSpPr>
            <p:spPr>
              <a:xfrm>
                <a:off x="7381698" y="5314972"/>
                <a:ext cx="4135554" cy="3856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600" dirty="0"/>
                  <a:t>Section 15.7 in Sutton and Barto (2018)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F0FC97-1FE2-9C5B-F39D-4646836564D9}"/>
                </a:ext>
              </a:extLst>
            </p:cNvPr>
            <p:cNvCxnSpPr/>
            <p:nvPr/>
          </p:nvCxnSpPr>
          <p:spPr>
            <a:xfrm>
              <a:off x="7436840" y="2743200"/>
              <a:ext cx="0" cy="7172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F03CD8-DFE9-4B6E-0E58-23708485B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Actor-Critic Method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BEC5BA6-C4ED-6B21-2C2F-53E8C3731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4865"/>
            <a:ext cx="10515600" cy="63820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Remember</a:t>
            </a:r>
            <a:r>
              <a:rPr lang="en-US" dirty="0"/>
              <a:t>: Estimate the value function and a parameterized policy at the same time.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/>
              <p:nvPr/>
            </p:nvSpPr>
            <p:spPr>
              <a:xfrm>
                <a:off x="7174226" y="4462595"/>
                <a:ext cx="2873418" cy="1766924"/>
              </a:xfrm>
              <a:prstGeom prst="wedgeRoundRectCallout">
                <a:avLst>
                  <a:gd name="adj1" fmla="val -129204"/>
                  <a:gd name="adj2" fmla="val 6203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Actor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Represents 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Selects actions with a policy network.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a policy network based on the TD error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No access to reward signal!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4462595"/>
                <a:ext cx="2873418" cy="1766924"/>
              </a:xfrm>
              <a:prstGeom prst="wedgeRoundRectCallout">
                <a:avLst>
                  <a:gd name="adj1" fmla="val -129204"/>
                  <a:gd name="adj2" fmla="val 620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/>
              <p:nvPr/>
            </p:nvSpPr>
            <p:spPr>
              <a:xfrm>
                <a:off x="7174226" y="1769259"/>
                <a:ext cx="2956923" cy="2468365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Critic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Represents value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sSub>
                          <m:sSubPr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p>
                    </m:sSup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) ≈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Produces the TD error from the reward signal using its network’s state-value prediction.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state-value network using the TD error.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Does not select actions!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1769259"/>
                <a:ext cx="2956923" cy="2468365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201514E9-2007-E74A-0CE5-5D9D02E57689}"/>
              </a:ext>
            </a:extLst>
          </p:cNvPr>
          <p:cNvSpPr txBox="1"/>
          <p:nvPr/>
        </p:nvSpPr>
        <p:spPr>
          <a:xfrm rot="16200000">
            <a:off x="2184603" y="2413824"/>
            <a:ext cx="1138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Observations</a:t>
            </a:r>
          </a:p>
        </p:txBody>
      </p:sp>
    </p:spTree>
    <p:extLst>
      <p:ext uri="{BB962C8B-B14F-4D97-AF65-F5344CB8AC3E}">
        <p14:creationId xmlns:p14="http://schemas.microsoft.com/office/powerpoint/2010/main" val="18035620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Actor-Critic Method: One-Step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302" y="1255362"/>
            <a:ext cx="8537689" cy="4736005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8997357" y="2158177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131819" y="1733051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/>
              <p:nvPr/>
            </p:nvSpPr>
            <p:spPr>
              <a:xfrm>
                <a:off x="315592" y="3056965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Takes care of discounting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592" y="3056965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  <a:blipFill>
                <a:blip r:embed="rId3"/>
                <a:stretch>
                  <a:fillRect t="-885" b="-1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5DCB902-4519-6052-12CC-ADD3BFE4DF5D}"/>
              </a:ext>
            </a:extLst>
          </p:cNvPr>
          <p:cNvSpPr/>
          <p:nvPr/>
        </p:nvSpPr>
        <p:spPr>
          <a:xfrm>
            <a:off x="2644590" y="4442529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/>
              <p:nvPr/>
            </p:nvSpPr>
            <p:spPr>
              <a:xfrm>
                <a:off x="6298365" y="4018446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TD error: how much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better than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8365" y="4018446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  <a:blipFill>
                <a:blip r:embed="rId4"/>
                <a:stretch>
                  <a:fillRect t="-7317" r="-4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44E06FFA-E200-E681-2E5D-039A57F537AC}"/>
              </a:ext>
            </a:extLst>
          </p:cNvPr>
          <p:cNvSpPr/>
          <p:nvPr/>
        </p:nvSpPr>
        <p:spPr>
          <a:xfrm>
            <a:off x="2644590" y="5010293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94F9DD5-BDBE-9FDD-3254-2C368EE7BF6A}"/>
              </a:ext>
            </a:extLst>
          </p:cNvPr>
          <p:cNvSpPr/>
          <p:nvPr/>
        </p:nvSpPr>
        <p:spPr>
          <a:xfrm>
            <a:off x="6696812" y="5277477"/>
            <a:ext cx="5031330" cy="336241"/>
          </a:xfrm>
          <a:prstGeom prst="wedgeRoundRectCallout">
            <a:avLst>
              <a:gd name="adj1" fmla="val -80690"/>
              <a:gd name="adj2" fmla="val -6006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the actor (policy) to reduce the TD error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75E55E-B47E-0E56-E14A-333A3D6DE67C}"/>
              </a:ext>
            </a:extLst>
          </p:cNvPr>
          <p:cNvSpPr/>
          <p:nvPr/>
        </p:nvSpPr>
        <p:spPr>
          <a:xfrm>
            <a:off x="2644590" y="4759038"/>
            <a:ext cx="3093036" cy="206971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/>
              <p:nvPr/>
            </p:nvSpPr>
            <p:spPr>
              <a:xfrm>
                <a:off x="6696812" y="4862523"/>
                <a:ext cx="5031329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Update the critic (value function) =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𝑇𝐷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12" y="4862523"/>
                <a:ext cx="5031329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  <a:blipFill>
                <a:blip r:embed="rId5"/>
                <a:stretch>
                  <a:fillRect t="-10345" b="-29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DB0DF44A-46ED-82B8-4CCC-2A620842003F}"/>
              </a:ext>
            </a:extLst>
          </p:cNvPr>
          <p:cNvSpPr/>
          <p:nvPr/>
        </p:nvSpPr>
        <p:spPr>
          <a:xfrm>
            <a:off x="315592" y="4294911"/>
            <a:ext cx="1960260" cy="915825"/>
          </a:xfrm>
          <a:prstGeom prst="wedgeRoundRectCallout">
            <a:avLst>
              <a:gd name="adj1" fmla="val 73862"/>
              <a:gd name="adj2" fmla="val -6842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Policy approximation is soft, so it explores!</a:t>
            </a:r>
          </a:p>
        </p:txBody>
      </p:sp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BB681-4236-4A02-FFD4-5ABC83096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 Actor Critic: A2C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612D537-1EBE-5F11-F576-5CE19DEDA4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190" y="1671400"/>
            <a:ext cx="8635327" cy="4284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FBEC75A-8785-3A1A-0AE0-F3908796110E}"/>
                  </a:ext>
                </a:extLst>
              </p:cNvPr>
              <p:cNvSpPr/>
              <p:nvPr/>
            </p:nvSpPr>
            <p:spPr>
              <a:xfrm>
                <a:off x="9608696" y="936882"/>
                <a:ext cx="2344708" cy="2023673"/>
              </a:xfrm>
              <a:prstGeom prst="wedgeRoundRectCallout">
                <a:avLst>
                  <a:gd name="adj1" fmla="val -105047"/>
                  <a:gd name="adj2" fmla="val 40223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Sample efficiency</a:t>
                </a:r>
                <a:r>
                  <a:rPr lang="en-US" sz="1400" dirty="0"/>
                  <a:t>: Use a replay memory with a set of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400" dirty="0"/>
                  <a:t> tuples and sample a mini-batch for update.</a:t>
                </a:r>
                <a:br>
                  <a:rPr lang="en-US" sz="1400" dirty="0"/>
                </a:br>
                <a:br>
                  <a:rPr lang="en-US" sz="1400" dirty="0"/>
                </a:br>
                <a:r>
                  <a:rPr lang="en-US" sz="1400" dirty="0"/>
                  <a:t>Note: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1400" dirty="0"/>
                  <a:t> is a done indicator for the episode end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FBEC75A-8785-3A1A-0AE0-F390879611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8696" y="936882"/>
                <a:ext cx="2344708" cy="2023673"/>
              </a:xfrm>
              <a:prstGeom prst="wedgeRoundRectCallout">
                <a:avLst>
                  <a:gd name="adj1" fmla="val -105047"/>
                  <a:gd name="adj2" fmla="val 40223"/>
                  <a:gd name="adj3" fmla="val 16667"/>
                </a:avLst>
              </a:prstGeom>
              <a:blipFill>
                <a:blip r:embed="rId3"/>
                <a:stretch>
                  <a:fillRect b="-20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9D4FB8B7-BB91-EBDD-27B7-EBEEB93DD8BB}"/>
              </a:ext>
            </a:extLst>
          </p:cNvPr>
          <p:cNvSpPr/>
          <p:nvPr/>
        </p:nvSpPr>
        <p:spPr>
          <a:xfrm>
            <a:off x="9608695" y="3170418"/>
            <a:ext cx="2344709" cy="1791324"/>
          </a:xfrm>
          <a:prstGeom prst="wedgeRoundRectCallout">
            <a:avLst>
              <a:gd name="adj1" fmla="val -64497"/>
              <a:gd name="adj2" fmla="val -29061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Advantage </a:t>
            </a:r>
            <a:r>
              <a:rPr lang="en-US" sz="1400" dirty="0"/>
              <a:t>provides a better signal by focusing on relative action quality.</a:t>
            </a:r>
          </a:p>
          <a:p>
            <a:pPr algn="ctr"/>
            <a:r>
              <a:rPr lang="en-US" sz="1400" dirty="0"/>
              <a:t>Could use multi-step bootstrapping for more stability and faster reward propagation.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BF2D66-2E4E-B6BD-4DB5-C3C1D70852E4}"/>
              </a:ext>
            </a:extLst>
          </p:cNvPr>
          <p:cNvSpPr txBox="1"/>
          <p:nvPr/>
        </p:nvSpPr>
        <p:spPr>
          <a:xfrm>
            <a:off x="929390" y="5956167"/>
            <a:ext cx="664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Source: </a:t>
            </a:r>
            <a:r>
              <a:rPr lang="en-US" sz="1200" dirty="0">
                <a:hlinkClick r:id="rId4"/>
              </a:rPr>
              <a:t>https://medium.com/@kswagat1979/advantage-actor-critic-a2c-models-ab188ddfcb72</a:t>
            </a:r>
            <a:r>
              <a:rPr lang="en-US" sz="1200" dirty="0"/>
              <a:t> 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6CD88DE7-1973-CF65-785F-43361EA3EAFF}"/>
              </a:ext>
            </a:extLst>
          </p:cNvPr>
          <p:cNvSpPr/>
          <p:nvPr/>
        </p:nvSpPr>
        <p:spPr>
          <a:xfrm>
            <a:off x="9564717" y="5066673"/>
            <a:ext cx="2344708" cy="996845"/>
          </a:xfrm>
          <a:prstGeom prst="wedgeRoundRectCallout">
            <a:avLst>
              <a:gd name="adj1" fmla="val -156272"/>
              <a:gd name="adj2" fmla="val -5233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Adding the </a:t>
            </a:r>
            <a:r>
              <a:rPr lang="en-US" sz="1400" b="1" dirty="0"/>
              <a:t>entropy</a:t>
            </a:r>
            <a:r>
              <a:rPr lang="en-US" sz="1400" dirty="0"/>
              <a:t> encourages the policy to stay uncertain/spread out and explore.</a:t>
            </a:r>
          </a:p>
        </p:txBody>
      </p:sp>
    </p:spTree>
    <p:extLst>
      <p:ext uri="{BB962C8B-B14F-4D97-AF65-F5344CB8AC3E}">
        <p14:creationId xmlns:p14="http://schemas.microsoft.com/office/powerpoint/2010/main" val="41725005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F84F5-CD59-9523-62E5-0BA0B4E44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Policy Gradients (NPG)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6728"/>
                <a:ext cx="7781144" cy="538146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Regular policy gradient methods</a:t>
                </a:r>
              </a:p>
              <a:p>
                <a:pPr lvl="1"/>
                <a:r>
                  <a:rPr lang="en-US" dirty="0"/>
                  <a:t>Update policy parameters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in the direction of the steepest ascent of the performance measure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update changes the parameters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The step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restricts</a:t>
                </a:r>
                <a:r>
                  <a:rPr lang="en-US" b="1" dirty="0"/>
                  <a:t> moves in the parameter space </a:t>
                </a:r>
                <a:r>
                  <a:rPr lang="en-US" dirty="0"/>
                  <a:t>to some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same amount of change in the parameter space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can have very different effects on the change of the stochastic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(the probability distribution over actions). This can cause </a:t>
                </a:r>
                <a:r>
                  <a:rPr lang="en-US" b="1" dirty="0"/>
                  <a:t>instability</a:t>
                </a:r>
                <a:r>
                  <a:rPr lang="en-US" dirty="0"/>
                  <a:t>.</a:t>
                </a:r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Natural policy gradients take the geometry of the policy (a probability manifold) into account.</a:t>
                </a:r>
              </a:p>
              <a:p>
                <a:pPr lvl="1"/>
                <a:r>
                  <a:rPr lang="en-US" b="1" dirty="0"/>
                  <a:t>Measure of the difference between two policies</a:t>
                </a:r>
                <a:r>
                  <a:rPr lang="en-US" dirty="0"/>
                  <a:t>’ action probability distributions</a:t>
                </a:r>
                <a:r>
                  <a:rPr lang="en-US" b="1" dirty="0"/>
                  <a:t>:</a:t>
                </a:r>
                <a:r>
                  <a:rPr lang="en-US" dirty="0"/>
                  <a:t> </a:t>
                </a:r>
                <a:r>
                  <a:rPr lang="en-US" dirty="0" err="1"/>
                  <a:t>Kullback</a:t>
                </a:r>
                <a:r>
                  <a:rPr lang="en-US" dirty="0"/>
                  <a:t>-Leibler (KL) 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+∆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Constraint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by a maximum allowable policy change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Local approximation: The Fisher information criterion can be used to </a:t>
                </a:r>
                <a:r>
                  <a:rPr lang="en-US" b="1" dirty="0"/>
                  <a:t>adjust the gradient </a:t>
                </a:r>
                <a:r>
                  <a:rPr lang="en-US" dirty="0"/>
                  <a:t>for changes in policy distribution.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now a constraint on how much the  policy changes: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b="1" dirty="0"/>
              </a:p>
              <a:p>
                <a:r>
                  <a:rPr lang="en-US" b="1" dirty="0"/>
                  <a:t>Problem</a:t>
                </a:r>
                <a:r>
                  <a:rPr lang="en-US" dirty="0"/>
                  <a:t>: Calculating the Fisher information matrix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) is too expensive for  deep learning models. We need an approximation for the approximation!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This idea inspired several state-of-the-art methods: </a:t>
                </a:r>
              </a:p>
              <a:p>
                <a:pPr lvl="1"/>
                <a:r>
                  <a:rPr lang="en-US" dirty="0"/>
                  <a:t>Trust Region Optimization (TRPO)</a:t>
                </a:r>
              </a:p>
              <a:p>
                <a:pPr lvl="1"/>
                <a:r>
                  <a:rPr lang="en-US" dirty="0"/>
                  <a:t>Proximal Policy optimization (PPO)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6728"/>
                <a:ext cx="7781144" cy="5381469"/>
              </a:xfrm>
              <a:blipFill>
                <a:blip r:embed="rId2"/>
                <a:stretch>
                  <a:fillRect l="-549" t="-1699" r="-15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EA009-5DF2-9CDE-2186-6F8195DC35F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EA009-5DF2-9CDE-2186-6F8195DC3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6E1671AD-A7B4-05F4-DA03-88565DCF3E21}"/>
              </a:ext>
            </a:extLst>
          </p:cNvPr>
          <p:cNvGrpSpPr/>
          <p:nvPr/>
        </p:nvGrpSpPr>
        <p:grpSpPr>
          <a:xfrm>
            <a:off x="8929413" y="3450621"/>
            <a:ext cx="2236509" cy="2405194"/>
            <a:chOff x="9019354" y="3203287"/>
            <a:chExt cx="2236509" cy="240519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E6055FB-8E19-E897-894E-066B6DE091ED}"/>
                </a:ext>
              </a:extLst>
            </p:cNvPr>
            <p:cNvGrpSpPr/>
            <p:nvPr/>
          </p:nvGrpSpPr>
          <p:grpSpPr>
            <a:xfrm>
              <a:off x="9019354" y="3494615"/>
              <a:ext cx="2236509" cy="2113866"/>
              <a:chOff x="8716934" y="3258054"/>
              <a:chExt cx="2723536" cy="2562952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EE46BC1-6552-A21F-BB7F-2C76A8EC3432}"/>
                  </a:ext>
                </a:extLst>
              </p:cNvPr>
              <p:cNvGrpSpPr/>
              <p:nvPr/>
            </p:nvGrpSpPr>
            <p:grpSpPr>
              <a:xfrm>
                <a:off x="8716934" y="3258054"/>
                <a:ext cx="1438629" cy="1548917"/>
                <a:chOff x="9038021" y="3145014"/>
                <a:chExt cx="1438629" cy="1548917"/>
              </a:xfrm>
            </p:grpSpPr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BD5872E9-F592-135F-09AA-575CB4C35B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27464" y="3146256"/>
                  <a:ext cx="0" cy="13730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0E3CDA1B-B164-6EF9-FB38-2C5DA56E108A}"/>
                    </a:ext>
                  </a:extLst>
                </p:cNvPr>
                <p:cNvSpPr/>
                <p:nvPr/>
              </p:nvSpPr>
              <p:spPr>
                <a:xfrm>
                  <a:off x="9436608" y="3265704"/>
                  <a:ext cx="740664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8B821E5-38CE-7289-2C17-813220C4687A}"/>
                    </a:ext>
                  </a:extLst>
                </p:cNvPr>
                <p:cNvSpPr/>
                <p:nvPr/>
              </p:nvSpPr>
              <p:spPr>
                <a:xfrm>
                  <a:off x="9436609" y="3645768"/>
                  <a:ext cx="248566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99C4D12-FBA4-A1E3-24A7-CA450730FE48}"/>
                    </a:ext>
                  </a:extLst>
                </p:cNvPr>
                <p:cNvSpPr/>
                <p:nvPr/>
              </p:nvSpPr>
              <p:spPr>
                <a:xfrm>
                  <a:off x="9436608" y="4047336"/>
                  <a:ext cx="147096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F4C6523A-1FAD-BE3E-4A88-71A73396BF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15" name="TextBox 114">
                      <a:extLst>
                        <a:ext uri="{FF2B5EF4-FFF2-40B4-BE49-F238E27FC236}">
                          <a16:creationId xmlns:a16="http://schemas.microsoft.com/office/drawing/2014/main" id="{A86F4C01-B8F6-345F-8D51-34EE9FBB05B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blipFill>
                      <a:blip r:embed="rId12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06E6167-1A67-0DB1-E3D3-B13C1C0207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16" name="TextBox 115">
                      <a:extLst>
                        <a:ext uri="{FF2B5EF4-FFF2-40B4-BE49-F238E27FC236}">
                          <a16:creationId xmlns:a16="http://schemas.microsoft.com/office/drawing/2014/main" id="{9534A096-793B-CADD-FAAB-BB55A415F1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blipFill>
                      <a:blip r:embed="rId1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88B51318-620F-5E06-C940-4D64E73F06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17" name="TextBox 116">
                      <a:extLst>
                        <a:ext uri="{FF2B5EF4-FFF2-40B4-BE49-F238E27FC236}">
                          <a16:creationId xmlns:a16="http://schemas.microsoft.com/office/drawing/2014/main" id="{8F5E249D-EE41-7B88-4069-DD18A38C2F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blipFill>
                      <a:blip r:embed="rId12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6AF7AF6B-3472-333E-F26D-7D06C55B95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36608" y="3145014"/>
                  <a:ext cx="104004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279CA4BD-2F5D-DAF9-6542-0443F3611DF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57514" y="4320767"/>
                      <a:ext cx="783520" cy="3731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279CA4BD-2F5D-DAF9-6542-0443F3611DF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57514" y="4320767"/>
                      <a:ext cx="783520" cy="373164"/>
                    </a:xfrm>
                    <a:prstGeom prst="rect">
                      <a:avLst/>
                    </a:prstGeom>
                    <a:blipFill>
                      <a:blip r:embed="rId12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E7419FFD-FFAE-AC28-8BA5-DF16C09F7354}"/>
                  </a:ext>
                </a:extLst>
              </p:cNvPr>
              <p:cNvGrpSpPr/>
              <p:nvPr/>
            </p:nvGrpSpPr>
            <p:grpSpPr>
              <a:xfrm>
                <a:off x="9877200" y="3258054"/>
                <a:ext cx="1438629" cy="1548917"/>
                <a:chOff x="9038021" y="3145014"/>
                <a:chExt cx="1438629" cy="1548917"/>
              </a:xfrm>
            </p:grpSpPr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20280EC0-7EAF-BEE7-D207-AD738F8D5B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27464" y="3146256"/>
                  <a:ext cx="0" cy="13730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DFC9048-B6E9-2D83-554E-1544F3FF31A0}"/>
                    </a:ext>
                  </a:extLst>
                </p:cNvPr>
                <p:cNvSpPr/>
                <p:nvPr/>
              </p:nvSpPr>
              <p:spPr>
                <a:xfrm>
                  <a:off x="9436608" y="3265704"/>
                  <a:ext cx="543450" cy="26568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4FC43CD6-8D8E-95E2-75A7-56B158156A78}"/>
                    </a:ext>
                  </a:extLst>
                </p:cNvPr>
                <p:cNvSpPr/>
                <p:nvPr/>
              </p:nvSpPr>
              <p:spPr>
                <a:xfrm>
                  <a:off x="9436609" y="3645768"/>
                  <a:ext cx="173501" cy="26901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C675118B-38E7-F42E-2B38-261D73E507F2}"/>
                    </a:ext>
                  </a:extLst>
                </p:cNvPr>
                <p:cNvSpPr/>
                <p:nvPr/>
              </p:nvSpPr>
              <p:spPr>
                <a:xfrm>
                  <a:off x="9436607" y="4047336"/>
                  <a:ext cx="341025" cy="230268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0D3BB9BA-3848-62B3-E7BB-52A2AA2C6F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30" name="TextBox 129">
                      <a:extLst>
                        <a:ext uri="{FF2B5EF4-FFF2-40B4-BE49-F238E27FC236}">
                          <a16:creationId xmlns:a16="http://schemas.microsoft.com/office/drawing/2014/main" id="{E6590317-B7E8-A589-0F04-097DC28CA7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blipFill>
                      <a:blip r:embed="rId13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71BEE33C-1400-9BED-94AA-90DBAF7E511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31" name="TextBox 130">
                      <a:extLst>
                        <a:ext uri="{FF2B5EF4-FFF2-40B4-BE49-F238E27FC236}">
                          <a16:creationId xmlns:a16="http://schemas.microsoft.com/office/drawing/2014/main" id="{AE0F9050-4B49-74A6-AB46-F82635D1D16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blipFill>
                      <a:blip r:embed="rId1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5B09632B-0D3D-5B6E-00D7-5F1274A65B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32" name="TextBox 131">
                      <a:extLst>
                        <a:ext uri="{FF2B5EF4-FFF2-40B4-BE49-F238E27FC236}">
                          <a16:creationId xmlns:a16="http://schemas.microsoft.com/office/drawing/2014/main" id="{91C7423A-889C-994B-4069-0A3B89E703E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blipFill>
                      <a:blip r:embed="rId13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CD4BD875-4E13-D4D3-864F-C79D55F937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36608" y="3145014"/>
                  <a:ext cx="104004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C387ADF2-C15A-5402-E2A1-CDBDB0A8DAC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16051" y="4320767"/>
                      <a:ext cx="783520" cy="3731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+∆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C387ADF2-C15A-5402-E2A1-CDBDB0A8DAC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16051" y="4320767"/>
                      <a:ext cx="783520" cy="373164"/>
                    </a:xfrm>
                    <a:prstGeom prst="rect">
                      <a:avLst/>
                    </a:prstGeom>
                    <a:blipFill>
                      <a:blip r:embed="rId13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757911A-B355-93EE-0A60-B64B5D121540}"/>
                  </a:ext>
                </a:extLst>
              </p:cNvPr>
              <p:cNvSpPr/>
              <p:nvPr/>
            </p:nvSpPr>
            <p:spPr>
              <a:xfrm rot="5400000">
                <a:off x="10088066" y="3976945"/>
                <a:ext cx="422298" cy="2282510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C93498F-1B00-9CDE-8112-70BF6DD1A917}"/>
                      </a:ext>
                    </a:extLst>
                  </p:cNvPr>
                  <p:cNvSpPr txBox="1"/>
                  <p:nvPr/>
                </p:nvSpPr>
                <p:spPr>
                  <a:xfrm>
                    <a:off x="9177156" y="5451674"/>
                    <a:ext cx="22633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C93498F-1B00-9CDE-8112-70BF6DD1A9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7156" y="5451674"/>
                    <a:ext cx="2263314" cy="369332"/>
                  </a:xfrm>
                  <a:prstGeom prst="rect">
                    <a:avLst/>
                  </a:prstGeom>
                  <a:blipFill>
                    <a:blip r:embed="rId133"/>
                    <a:stretch>
                      <a:fillRect r="-328" b="-36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693A34B-8FD0-D3CE-5317-5BB5DBC8D799}"/>
                </a:ext>
              </a:extLst>
            </p:cNvPr>
            <p:cNvSpPr txBox="1"/>
            <p:nvPr/>
          </p:nvSpPr>
          <p:spPr>
            <a:xfrm>
              <a:off x="9421833" y="3209496"/>
              <a:ext cx="6434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Prob.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88124B2-8D80-4B85-80C1-EF855619EF8E}"/>
                </a:ext>
              </a:extLst>
            </p:cNvPr>
            <p:cNvSpPr txBox="1"/>
            <p:nvPr/>
          </p:nvSpPr>
          <p:spPr>
            <a:xfrm>
              <a:off x="10326570" y="3203287"/>
              <a:ext cx="6434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Prob.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3D6A336-64C7-AA40-CEEF-589628051FEE}"/>
              </a:ext>
            </a:extLst>
          </p:cNvPr>
          <p:cNvGrpSpPr/>
          <p:nvPr/>
        </p:nvGrpSpPr>
        <p:grpSpPr>
          <a:xfrm>
            <a:off x="8814018" y="1307813"/>
            <a:ext cx="2625612" cy="1972107"/>
            <a:chOff x="8544196" y="865608"/>
            <a:chExt cx="2625612" cy="1972107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2E75184-343E-0B33-9349-9154469CB2A5}"/>
                </a:ext>
              </a:extLst>
            </p:cNvPr>
            <p:cNvCxnSpPr/>
            <p:nvPr/>
          </p:nvCxnSpPr>
          <p:spPr>
            <a:xfrm flipH="1" flipV="1">
              <a:off x="8929413" y="1124198"/>
              <a:ext cx="13650" cy="149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8FEC363-ED9C-36DC-480F-C574D7AA35ED}"/>
                </a:ext>
              </a:extLst>
            </p:cNvPr>
            <p:cNvCxnSpPr/>
            <p:nvPr/>
          </p:nvCxnSpPr>
          <p:spPr>
            <a:xfrm>
              <a:off x="8935568" y="2630774"/>
              <a:ext cx="18423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62D7733-0F20-A22D-04A0-C5BCFF464541}"/>
                </a:ext>
              </a:extLst>
            </p:cNvPr>
            <p:cNvSpPr/>
            <p:nvPr/>
          </p:nvSpPr>
          <p:spPr>
            <a:xfrm>
              <a:off x="9211390" y="1314276"/>
              <a:ext cx="1124332" cy="1109242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C3A90B0C-16C9-38A2-90C5-AE98055374CF}"/>
                    </a:ext>
                  </a:extLst>
                </p:cNvPr>
                <p:cNvSpPr txBox="1"/>
                <p:nvPr/>
              </p:nvSpPr>
              <p:spPr>
                <a:xfrm>
                  <a:off x="9867787" y="1612079"/>
                  <a:ext cx="89378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</m:d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C3A90B0C-16C9-38A2-90C5-AE98055374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7787" y="1612079"/>
                  <a:ext cx="893788" cy="369332"/>
                </a:xfrm>
                <a:prstGeom prst="rect">
                  <a:avLst/>
                </a:prstGeom>
                <a:blipFill>
                  <a:blip r:embed="rId1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D092709-6AFA-35F7-ACB9-BFC07B91C0E3}"/>
                </a:ext>
              </a:extLst>
            </p:cNvPr>
            <p:cNvCxnSpPr>
              <a:cxnSpLocks/>
              <a:endCxn id="37" idx="7"/>
            </p:cNvCxnSpPr>
            <p:nvPr/>
          </p:nvCxnSpPr>
          <p:spPr>
            <a:xfrm flipV="1">
              <a:off x="9804010" y="1476721"/>
              <a:ext cx="367057" cy="4065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75919C24-167B-DEF2-8879-C49C8A20216D}"/>
                    </a:ext>
                  </a:extLst>
                </p:cNvPr>
                <p:cNvSpPr txBox="1"/>
                <p:nvPr/>
              </p:nvSpPr>
              <p:spPr>
                <a:xfrm>
                  <a:off x="9434888" y="1688380"/>
                  <a:ext cx="58027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𝒘</m:t>
                      </m:r>
                    </m:oMath>
                  </a14:m>
                  <a:r>
                    <a:rPr lang="en-US" b="1" dirty="0"/>
                    <a:t> +</a:t>
                  </a: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75919C24-167B-DEF2-8879-C49C8A2021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34888" y="1688380"/>
                  <a:ext cx="580275" cy="369332"/>
                </a:xfrm>
                <a:prstGeom prst="rect">
                  <a:avLst/>
                </a:prstGeom>
                <a:blipFill>
                  <a:blip r:embed="rId135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0BBE52B-3BA9-DEE2-3B83-068AA2D06A38}"/>
                    </a:ext>
                  </a:extLst>
                </p:cNvPr>
                <p:cNvSpPr txBox="1"/>
                <p:nvPr/>
              </p:nvSpPr>
              <p:spPr>
                <a:xfrm>
                  <a:off x="10726328" y="2468383"/>
                  <a:ext cx="4434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0BBE52B-3BA9-DEE2-3B83-068AA2D06A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26328" y="2468383"/>
                  <a:ext cx="443480" cy="369332"/>
                </a:xfrm>
                <a:prstGeom prst="rect">
                  <a:avLst/>
                </a:prstGeom>
                <a:blipFill>
                  <a:blip r:embed="rId1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9CAEC20-332C-8AD2-BEC6-EFD1D33D616E}"/>
                    </a:ext>
                  </a:extLst>
                </p:cNvPr>
                <p:cNvSpPr txBox="1"/>
                <p:nvPr/>
              </p:nvSpPr>
              <p:spPr>
                <a:xfrm>
                  <a:off x="8544196" y="865608"/>
                  <a:ext cx="4434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9CAEC20-332C-8AD2-BEC6-EFD1D33D61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4196" y="865608"/>
                  <a:ext cx="443480" cy="369332"/>
                </a:xfrm>
                <a:prstGeom prst="rect">
                  <a:avLst/>
                </a:prstGeom>
                <a:blipFill>
                  <a:blip r:embed="rId1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8459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2F07E7-DE43-C26B-749D-A40A05E22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vs. Natural Policy Gradient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26B7D5-429F-BF29-CA09-DED1FCF45C46}"/>
              </a:ext>
            </a:extLst>
          </p:cNvPr>
          <p:cNvGrpSpPr/>
          <p:nvPr/>
        </p:nvGrpSpPr>
        <p:grpSpPr>
          <a:xfrm>
            <a:off x="1090002" y="2494901"/>
            <a:ext cx="2935215" cy="2986077"/>
            <a:chOff x="1090002" y="2494901"/>
            <a:chExt cx="2935215" cy="2986077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D67037A-A84B-80A7-BBD2-C2E86E9358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B502BE2-7B21-0A60-1EBA-9898AE7F29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1E07561-CED6-3174-509D-DCEB2CCC7380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DD6ABF8-4749-B59C-41CA-529DA5D54700}"/>
              </a:ext>
            </a:extLst>
          </p:cNvPr>
          <p:cNvGrpSpPr/>
          <p:nvPr/>
        </p:nvGrpSpPr>
        <p:grpSpPr>
          <a:xfrm>
            <a:off x="5163752" y="2490505"/>
            <a:ext cx="2935215" cy="2986077"/>
            <a:chOff x="1090002" y="2494901"/>
            <a:chExt cx="2935215" cy="2986077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6A8589-46A6-88D3-8CE5-E61FE0CF8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824E67A-F8C8-7F37-24FA-16F5DD4E71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5D3EB8A-FE22-49D2-0DF4-589B351063E2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1A95213-08FC-3FF6-4879-3D49233921C6}"/>
              </a:ext>
            </a:extLst>
          </p:cNvPr>
          <p:cNvGrpSpPr/>
          <p:nvPr/>
        </p:nvGrpSpPr>
        <p:grpSpPr>
          <a:xfrm>
            <a:off x="1341914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14:cNvPr>
              <p14:cNvContentPartPr/>
              <p14:nvPr/>
            </p14:nvContentPartPr>
            <p14:xfrm>
              <a:off x="2653596" y="4331604"/>
              <a:ext cx="63360" cy="590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635956" y="4313604"/>
                <a:ext cx="99000" cy="9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14:cNvPr>
              <p14:cNvContentPartPr/>
              <p14:nvPr/>
            </p14:nvContentPartPr>
            <p14:xfrm>
              <a:off x="2103120" y="4067064"/>
              <a:ext cx="1106280" cy="6382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085120" y="4049424"/>
                <a:ext cx="1141920" cy="67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14:cNvPr>
              <p14:cNvContentPartPr/>
              <p14:nvPr/>
            </p14:nvContentPartPr>
            <p14:xfrm>
              <a:off x="2099880" y="4260384"/>
              <a:ext cx="29160" cy="9180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082240" y="4242744"/>
                <a:ext cx="64800" cy="12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14:cNvPr>
              <p14:cNvContentPartPr/>
              <p14:nvPr/>
            </p14:nvContentPartPr>
            <p14:xfrm>
              <a:off x="2125800" y="4175064"/>
              <a:ext cx="9000" cy="1800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2107800" y="4157424"/>
                <a:ext cx="4464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14:cNvPr>
              <p14:cNvContentPartPr/>
              <p14:nvPr/>
            </p14:nvContentPartPr>
            <p14:xfrm>
              <a:off x="2162520" y="3933864"/>
              <a:ext cx="10080" cy="1620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2144880" y="3916224"/>
                <a:ext cx="45720" cy="5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14:cNvPr>
              <p14:cNvContentPartPr/>
              <p14:nvPr/>
            </p14:nvContentPartPr>
            <p14:xfrm>
              <a:off x="2154600" y="3947904"/>
              <a:ext cx="2880" cy="230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2136600" y="3930264"/>
                <a:ext cx="38520" cy="5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14:cNvPr>
              <p14:cNvContentPartPr/>
              <p14:nvPr/>
            </p14:nvContentPartPr>
            <p14:xfrm>
              <a:off x="2091960" y="4034664"/>
              <a:ext cx="62280" cy="9000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2074320" y="4016664"/>
                <a:ext cx="9792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14:cNvPr>
              <p14:cNvContentPartPr/>
              <p14:nvPr/>
            </p14:nvContentPartPr>
            <p14:xfrm>
              <a:off x="2102400" y="4256064"/>
              <a:ext cx="24840" cy="471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084760" y="4238424"/>
                <a:ext cx="6048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14:cNvPr>
              <p14:cNvContentPartPr/>
              <p14:nvPr/>
            </p14:nvContentPartPr>
            <p14:xfrm>
              <a:off x="2110320" y="4121064"/>
              <a:ext cx="29880" cy="2059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2092320" y="4103424"/>
                <a:ext cx="6552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14:cNvPr>
              <p14:cNvContentPartPr/>
              <p14:nvPr/>
            </p14:nvContentPartPr>
            <p14:xfrm>
              <a:off x="2221920" y="3758544"/>
              <a:ext cx="9720" cy="57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2204280" y="3740544"/>
                <a:ext cx="4536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14:cNvPr>
              <p14:cNvContentPartPr/>
              <p14:nvPr/>
            </p14:nvContentPartPr>
            <p14:xfrm>
              <a:off x="2214720" y="3740184"/>
              <a:ext cx="15120" cy="90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2197080" y="3722184"/>
                <a:ext cx="5076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14:cNvPr>
              <p14:cNvContentPartPr/>
              <p14:nvPr/>
            </p14:nvContentPartPr>
            <p14:xfrm>
              <a:off x="2202120" y="3717144"/>
              <a:ext cx="19080" cy="892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2184120" y="3699504"/>
                <a:ext cx="5472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14:cNvPr>
              <p14:cNvContentPartPr/>
              <p14:nvPr/>
            </p14:nvContentPartPr>
            <p14:xfrm>
              <a:off x="2228400" y="3660264"/>
              <a:ext cx="21960" cy="3276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2210400" y="3642264"/>
                <a:ext cx="5760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14:cNvPr>
              <p14:cNvContentPartPr/>
              <p14:nvPr/>
            </p14:nvContentPartPr>
            <p14:xfrm>
              <a:off x="2220480" y="3644424"/>
              <a:ext cx="90000" cy="561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2202480" y="3626784"/>
                <a:ext cx="12564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14:cNvPr>
              <p14:cNvContentPartPr/>
              <p14:nvPr/>
            </p14:nvContentPartPr>
            <p14:xfrm>
              <a:off x="2314800" y="2807784"/>
              <a:ext cx="1031400" cy="12200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2296800" y="2789784"/>
                <a:ext cx="1067040" cy="125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14:cNvPr>
              <p14:cNvContentPartPr/>
              <p14:nvPr/>
            </p14:nvContentPartPr>
            <p14:xfrm>
              <a:off x="2850120" y="2920824"/>
              <a:ext cx="437400" cy="76752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2832120" y="2902824"/>
                <a:ext cx="473040" cy="80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66539E7C-A3D9-5ACD-87E8-256774B39397}"/>
              </a:ext>
            </a:extLst>
          </p:cNvPr>
          <p:cNvGrpSpPr/>
          <p:nvPr/>
        </p:nvGrpSpPr>
        <p:grpSpPr>
          <a:xfrm>
            <a:off x="2687400" y="3649104"/>
            <a:ext cx="1956024" cy="1305360"/>
            <a:chOff x="2687400" y="3649104"/>
            <a:chExt cx="1956024" cy="130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14:cNvPr>
                <p14:cNvContentPartPr/>
                <p14:nvPr/>
              </p14:nvContentPartPr>
              <p14:xfrm>
                <a:off x="2725920" y="4398984"/>
                <a:ext cx="451800" cy="84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08280" y="4381344"/>
                  <a:ext cx="4874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14:cNvPr>
                <p14:cNvContentPartPr/>
                <p14:nvPr/>
              </p14:nvContentPartPr>
              <p14:xfrm>
                <a:off x="3121920" y="4408704"/>
                <a:ext cx="119880" cy="19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103920" y="4391064"/>
                  <a:ext cx="1555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14:cNvPr>
                <p14:cNvContentPartPr/>
                <p14:nvPr/>
              </p14:nvContentPartPr>
              <p14:xfrm>
                <a:off x="3504884" y="4410324"/>
                <a:ext cx="333000" cy="300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487244" y="4392324"/>
                  <a:ext cx="36864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14:cNvPr>
                <p14:cNvContentPartPr/>
                <p14:nvPr/>
              </p14:nvContentPartPr>
              <p14:xfrm>
                <a:off x="3885187" y="4431628"/>
                <a:ext cx="354987" cy="270682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867186" y="4413990"/>
                  <a:ext cx="390630" cy="3063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14:cNvPr>
                <p14:cNvContentPartPr/>
                <p14:nvPr/>
              </p14:nvContentPartPr>
              <p14:xfrm>
                <a:off x="3220200" y="4334544"/>
                <a:ext cx="14040" cy="76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202560" y="4316904"/>
                  <a:ext cx="496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14:cNvPr>
                <p14:cNvContentPartPr/>
                <p14:nvPr/>
              </p14:nvContentPartPr>
              <p14:xfrm>
                <a:off x="3214080" y="4179384"/>
                <a:ext cx="8280" cy="12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196080" y="4161744"/>
                  <a:ext cx="439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14:cNvPr>
                <p14:cNvContentPartPr/>
                <p14:nvPr/>
              </p14:nvContentPartPr>
              <p14:xfrm>
                <a:off x="3214440" y="4105224"/>
                <a:ext cx="9720" cy="40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196800" y="4087224"/>
                  <a:ext cx="453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14:cNvPr>
                <p14:cNvContentPartPr/>
                <p14:nvPr/>
              </p14:nvContentPartPr>
              <p14:xfrm>
                <a:off x="3204720" y="4014504"/>
                <a:ext cx="8280" cy="4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186720" y="3996504"/>
                  <a:ext cx="439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14:cNvPr>
                <p14:cNvContentPartPr/>
                <p14:nvPr/>
              </p14:nvContentPartPr>
              <p14:xfrm>
                <a:off x="3212280" y="3975264"/>
                <a:ext cx="35280" cy="16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194280" y="3957264"/>
                  <a:ext cx="709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14:cNvPr>
                <p14:cNvContentPartPr/>
                <p14:nvPr/>
              </p14:nvContentPartPr>
              <p14:xfrm>
                <a:off x="2687400" y="4242744"/>
                <a:ext cx="30600" cy="88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669400" y="4224744"/>
                  <a:ext cx="662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14:cNvPr>
                <p14:cNvContentPartPr/>
                <p14:nvPr/>
              </p14:nvContentPartPr>
              <p14:xfrm>
                <a:off x="2749320" y="4045464"/>
                <a:ext cx="18000" cy="55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731320" y="4027824"/>
                  <a:ext cx="536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14:cNvPr>
                <p14:cNvContentPartPr/>
                <p14:nvPr/>
              </p14:nvContentPartPr>
              <p14:xfrm>
                <a:off x="2756520" y="3876984"/>
                <a:ext cx="13320" cy="48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738880" y="3858984"/>
                  <a:ext cx="489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14:cNvPr>
                <p14:cNvContentPartPr/>
                <p14:nvPr/>
              </p14:nvContentPartPr>
              <p14:xfrm>
                <a:off x="2765160" y="3788424"/>
                <a:ext cx="14040" cy="26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747520" y="3770784"/>
                  <a:ext cx="496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14:cNvPr>
                <p14:cNvContentPartPr/>
                <p14:nvPr/>
              </p14:nvContentPartPr>
              <p14:xfrm>
                <a:off x="2764800" y="3708144"/>
                <a:ext cx="20520" cy="30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746800" y="3690144"/>
                  <a:ext cx="561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14:cNvPr>
                <p14:cNvContentPartPr/>
                <p14:nvPr/>
              </p14:nvContentPartPr>
              <p14:xfrm>
                <a:off x="2728800" y="3649104"/>
                <a:ext cx="121680" cy="92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710800" y="3631104"/>
                  <a:ext cx="1573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14:cNvPr>
                <p14:cNvContentPartPr/>
                <p14:nvPr/>
              </p14:nvContentPartPr>
              <p14:xfrm>
                <a:off x="3234240" y="3854664"/>
                <a:ext cx="42480" cy="157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216600" y="3837024"/>
                  <a:ext cx="781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14:cNvPr>
                <p14:cNvContentPartPr/>
                <p14:nvPr/>
              </p14:nvContentPartPr>
              <p14:xfrm>
                <a:off x="3272400" y="3806424"/>
                <a:ext cx="10080" cy="8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254400" y="3788424"/>
                  <a:ext cx="457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14:cNvPr>
                <p14:cNvContentPartPr/>
                <p14:nvPr/>
              </p14:nvContentPartPr>
              <p14:xfrm>
                <a:off x="3236040" y="3740904"/>
                <a:ext cx="57960" cy="61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218040" y="3722904"/>
                  <a:ext cx="93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14:cNvPr>
                <p14:cNvContentPartPr/>
                <p14:nvPr/>
              </p14:nvContentPartPr>
              <p14:xfrm>
                <a:off x="3450384" y="4338144"/>
                <a:ext cx="63360" cy="388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432744" y="4320144"/>
                  <a:ext cx="9900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14:cNvPr>
                <p14:cNvContentPartPr/>
                <p14:nvPr/>
              </p14:nvContentPartPr>
              <p14:xfrm>
                <a:off x="3509424" y="4336704"/>
                <a:ext cx="43920" cy="3452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491424" y="4318704"/>
                  <a:ext cx="7956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14:cNvPr>
                <p14:cNvContentPartPr/>
                <p14:nvPr/>
              </p14:nvContentPartPr>
              <p14:xfrm>
                <a:off x="4289904" y="4386744"/>
                <a:ext cx="37080" cy="377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272264" y="4369104"/>
                  <a:ext cx="727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14:cNvPr>
                <p14:cNvContentPartPr/>
                <p14:nvPr/>
              </p14:nvContentPartPr>
              <p14:xfrm>
                <a:off x="4355784" y="4371984"/>
                <a:ext cx="43920" cy="339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337784" y="4354344"/>
                  <a:ext cx="7956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14:cNvPr>
                <p14:cNvContentPartPr/>
                <p14:nvPr/>
              </p14:nvContentPartPr>
              <p14:xfrm>
                <a:off x="4454064" y="4704984"/>
                <a:ext cx="189360" cy="249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436064" y="4687344"/>
                  <a:ext cx="225000" cy="28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2C63D48-9EC8-4346-A4A9-20FAE81274F4}"/>
              </a:ext>
            </a:extLst>
          </p:cNvPr>
          <p:cNvGrpSpPr/>
          <p:nvPr/>
        </p:nvGrpSpPr>
        <p:grpSpPr>
          <a:xfrm>
            <a:off x="5482713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14:cNvPr>
              <p14:cNvContentPartPr/>
              <p14:nvPr/>
            </p14:nvContentPartPr>
            <p14:xfrm>
              <a:off x="6909264" y="4373424"/>
              <a:ext cx="81360" cy="4896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6891624" y="4355424"/>
                <a:ext cx="11700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14:cNvPr>
              <p14:cNvContentPartPr/>
              <p14:nvPr/>
            </p14:nvContentPartPr>
            <p14:xfrm>
              <a:off x="5911488" y="4309920"/>
              <a:ext cx="3600" cy="10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5893848" y="4292280"/>
                <a:ext cx="3924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14:cNvPr>
              <p14:cNvContentPartPr/>
              <p14:nvPr/>
            </p14:nvContentPartPr>
            <p14:xfrm>
              <a:off x="5939568" y="4172400"/>
              <a:ext cx="5760" cy="1440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5921928" y="4154760"/>
                <a:ext cx="41400" cy="5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14:cNvPr>
              <p14:cNvContentPartPr/>
              <p14:nvPr/>
            </p14:nvContentPartPr>
            <p14:xfrm>
              <a:off x="6001128" y="3996360"/>
              <a:ext cx="24840" cy="2808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5983128" y="3978360"/>
                <a:ext cx="604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14:cNvPr>
              <p14:cNvContentPartPr/>
              <p14:nvPr/>
            </p14:nvContentPartPr>
            <p14:xfrm>
              <a:off x="6050088" y="3901320"/>
              <a:ext cx="21240" cy="1080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6032448" y="3883320"/>
                <a:ext cx="5688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14:cNvPr>
              <p14:cNvContentPartPr/>
              <p14:nvPr/>
            </p14:nvContentPartPr>
            <p14:xfrm>
              <a:off x="6090408" y="3949560"/>
              <a:ext cx="1140120" cy="8449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6072408" y="3931560"/>
                <a:ext cx="1175760" cy="8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14:cNvPr>
              <p14:cNvContentPartPr/>
              <p14:nvPr/>
            </p14:nvContentPartPr>
            <p14:xfrm>
              <a:off x="6836544" y="3304944"/>
              <a:ext cx="563040" cy="62928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6818544" y="3287304"/>
                <a:ext cx="598680" cy="66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14:cNvPr>
              <p14:cNvContentPartPr/>
              <p14:nvPr/>
            </p14:nvContentPartPr>
            <p14:xfrm>
              <a:off x="7425864" y="3794544"/>
              <a:ext cx="14400" cy="1152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407864" y="3776904"/>
                <a:ext cx="5004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14:cNvPr>
              <p14:cNvContentPartPr/>
              <p14:nvPr/>
            </p14:nvContentPartPr>
            <p14:xfrm>
              <a:off x="7447824" y="3747744"/>
              <a:ext cx="41040" cy="3996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430184" y="3730104"/>
                <a:ext cx="7668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14:cNvPr>
              <p14:cNvContentPartPr/>
              <p14:nvPr/>
            </p14:nvContentPartPr>
            <p14:xfrm>
              <a:off x="7604208" y="4303080"/>
              <a:ext cx="154440" cy="44748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7586208" y="4285440"/>
                <a:ext cx="190080" cy="48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14:cNvPr>
              <p14:cNvContentPartPr/>
              <p14:nvPr/>
            </p14:nvContentPartPr>
            <p14:xfrm>
              <a:off x="7563168" y="4487040"/>
              <a:ext cx="188640" cy="3780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7545168" y="4469400"/>
                <a:ext cx="22428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14:cNvPr>
              <p14:cNvContentPartPr/>
              <p14:nvPr/>
            </p14:nvContentPartPr>
            <p14:xfrm>
              <a:off x="7764408" y="4460760"/>
              <a:ext cx="16200" cy="14472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7746768" y="4443120"/>
                <a:ext cx="5184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14:cNvPr>
              <p14:cNvContentPartPr/>
              <p14:nvPr/>
            </p14:nvContentPartPr>
            <p14:xfrm>
              <a:off x="7760808" y="4410720"/>
              <a:ext cx="3600" cy="39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7742808" y="4392720"/>
                <a:ext cx="39240" cy="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14:cNvPr>
              <p14:cNvContentPartPr/>
              <p14:nvPr/>
            </p14:nvContentPartPr>
            <p14:xfrm>
              <a:off x="7858368" y="4434480"/>
              <a:ext cx="100080" cy="1677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7840368" y="4416840"/>
                <a:ext cx="13572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14:cNvPr>
              <p14:cNvContentPartPr/>
              <p14:nvPr/>
            </p14:nvContentPartPr>
            <p14:xfrm>
              <a:off x="7860888" y="4487400"/>
              <a:ext cx="120600" cy="8064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7842888" y="4469400"/>
                <a:ext cx="15624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14:cNvPr>
              <p14:cNvContentPartPr/>
              <p14:nvPr/>
            </p14:nvContentPartPr>
            <p14:xfrm>
              <a:off x="8043408" y="4488120"/>
              <a:ext cx="127080" cy="950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8025768" y="4470480"/>
                <a:ext cx="16272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14:cNvPr>
              <p14:cNvContentPartPr/>
              <p14:nvPr/>
            </p14:nvContentPartPr>
            <p14:xfrm>
              <a:off x="8163288" y="4368960"/>
              <a:ext cx="172800" cy="21996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8145648" y="4351320"/>
                <a:ext cx="20844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14:cNvPr>
              <p14:cNvContentPartPr/>
              <p14:nvPr/>
            </p14:nvContentPartPr>
            <p14:xfrm>
              <a:off x="7937208" y="4739040"/>
              <a:ext cx="20160" cy="16452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919208" y="4721040"/>
                <a:ext cx="5580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14:cNvPr>
              <p14:cNvContentPartPr/>
              <p14:nvPr/>
            </p14:nvContentPartPr>
            <p14:xfrm>
              <a:off x="7953408" y="4717440"/>
              <a:ext cx="152280" cy="25740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7935768" y="4699440"/>
                <a:ext cx="18792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14:cNvPr>
              <p14:cNvContentPartPr/>
              <p14:nvPr/>
            </p14:nvContentPartPr>
            <p14:xfrm>
              <a:off x="8161848" y="4856760"/>
              <a:ext cx="156240" cy="18504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8144208" y="4838760"/>
                <a:ext cx="191880" cy="22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14:cNvPr>
              <p14:cNvContentPartPr/>
              <p14:nvPr/>
            </p14:nvContentPartPr>
            <p14:xfrm>
              <a:off x="8208648" y="4982040"/>
              <a:ext cx="129960" cy="8856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8191008" y="4964040"/>
                <a:ext cx="1656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14:cNvPr>
              <p14:cNvContentPartPr/>
              <p14:nvPr/>
            </p14:nvContentPartPr>
            <p14:xfrm>
              <a:off x="8359488" y="4901040"/>
              <a:ext cx="199440" cy="17064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8341488" y="4883040"/>
                <a:ext cx="23508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14:cNvPr>
              <p14:cNvContentPartPr/>
              <p14:nvPr/>
            </p14:nvContentPartPr>
            <p14:xfrm>
              <a:off x="7306488" y="4375440"/>
              <a:ext cx="9000" cy="2664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7288848" y="4357800"/>
                <a:ext cx="44640" cy="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14:cNvPr>
              <p14:cNvContentPartPr/>
              <p14:nvPr/>
            </p14:nvContentPartPr>
            <p14:xfrm>
              <a:off x="7343568" y="4181040"/>
              <a:ext cx="22320" cy="6840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7325568" y="4163400"/>
                <a:ext cx="57960" cy="10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14:cNvPr>
              <p14:cNvContentPartPr/>
              <p14:nvPr/>
            </p14:nvContentPartPr>
            <p14:xfrm>
              <a:off x="7380288" y="4009320"/>
              <a:ext cx="21240" cy="3852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7362288" y="3991320"/>
                <a:ext cx="5688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14:cNvPr>
              <p14:cNvContentPartPr/>
              <p14:nvPr/>
            </p14:nvContentPartPr>
            <p14:xfrm>
              <a:off x="7434288" y="3858840"/>
              <a:ext cx="21960" cy="5616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7416288" y="3840840"/>
                <a:ext cx="576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14:cNvPr>
              <p14:cNvContentPartPr/>
              <p14:nvPr/>
            </p14:nvContentPartPr>
            <p14:xfrm>
              <a:off x="6306984" y="3104784"/>
              <a:ext cx="844560" cy="823320"/>
            </p14:xfrm>
          </p:contentPart>
        </mc:Choice>
        <mc:Fallback xmlns=""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6289344" y="3087144"/>
                <a:ext cx="880200" cy="85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7" name="Group 196">
            <a:extLst>
              <a:ext uri="{FF2B5EF4-FFF2-40B4-BE49-F238E27FC236}">
                <a16:creationId xmlns:a16="http://schemas.microsoft.com/office/drawing/2014/main" id="{107201F3-21B3-7DCC-2614-2840540E562C}"/>
              </a:ext>
            </a:extLst>
          </p:cNvPr>
          <p:cNvGrpSpPr/>
          <p:nvPr/>
        </p:nvGrpSpPr>
        <p:grpSpPr>
          <a:xfrm>
            <a:off x="6636384" y="3156624"/>
            <a:ext cx="463680" cy="1172880"/>
            <a:chOff x="6636384" y="3156624"/>
            <a:chExt cx="463680" cy="117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14:cNvPr>
                <p14:cNvContentPartPr/>
                <p14:nvPr/>
              </p14:nvContentPartPr>
              <p14:xfrm>
                <a:off x="6970824" y="4177584"/>
                <a:ext cx="54360" cy="1519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953184" y="4159944"/>
                  <a:ext cx="90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14:cNvPr>
                <p14:cNvContentPartPr/>
                <p14:nvPr/>
              </p14:nvContentPartPr>
              <p14:xfrm>
                <a:off x="7040304" y="4094064"/>
                <a:ext cx="4680" cy="33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022304" y="4076424"/>
                  <a:ext cx="403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14:cNvPr>
                <p14:cNvContentPartPr/>
                <p14:nvPr/>
              </p14:nvContentPartPr>
              <p14:xfrm>
                <a:off x="7073424" y="3821184"/>
                <a:ext cx="26640" cy="2120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055424" y="3803184"/>
                  <a:ext cx="62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14:cNvPr>
                <p14:cNvContentPartPr/>
                <p14:nvPr/>
              </p14:nvContentPartPr>
              <p14:xfrm>
                <a:off x="6955704" y="3707784"/>
                <a:ext cx="140760" cy="1018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38064" y="3689784"/>
                  <a:ext cx="1764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14:cNvPr>
                <p14:cNvContentPartPr/>
                <p14:nvPr/>
              </p14:nvContentPartPr>
              <p14:xfrm>
                <a:off x="6636384" y="3156624"/>
                <a:ext cx="409320" cy="602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618744" y="3138624"/>
                  <a:ext cx="444960" cy="6379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8" name="TextBox 197">
            <a:extLst>
              <a:ext uri="{FF2B5EF4-FFF2-40B4-BE49-F238E27FC236}">
                <a16:creationId xmlns:a16="http://schemas.microsoft.com/office/drawing/2014/main" id="{7BD55DBC-3380-DFBF-0D40-EC7246112052}"/>
              </a:ext>
            </a:extLst>
          </p:cNvPr>
          <p:cNvSpPr txBox="1"/>
          <p:nvPr/>
        </p:nvSpPr>
        <p:spPr>
          <a:xfrm>
            <a:off x="1630033" y="1830916"/>
            <a:ext cx="2440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Standard Gradient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20E15A5-0C26-A527-2E0F-EBB305235012}"/>
              </a:ext>
            </a:extLst>
          </p:cNvPr>
          <p:cNvSpPr txBox="1"/>
          <p:nvPr/>
        </p:nvSpPr>
        <p:spPr>
          <a:xfrm>
            <a:off x="5241255" y="1842370"/>
            <a:ext cx="59282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Natural Policy Gradient</a:t>
            </a:r>
          </a:p>
        </p:txBody>
      </p: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3572A7FE-BB54-9C56-EAC1-0C00E47550D2}"/>
              </a:ext>
            </a:extLst>
          </p:cNvPr>
          <p:cNvCxnSpPr>
            <a:cxnSpLocks/>
          </p:cNvCxnSpPr>
          <p:nvPr/>
        </p:nvCxnSpPr>
        <p:spPr>
          <a:xfrm>
            <a:off x="4802344" y="1842370"/>
            <a:ext cx="48862" cy="360930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D22EBFF7-201D-083D-2027-F16530C7683C}"/>
              </a:ext>
            </a:extLst>
          </p:cNvPr>
          <p:cNvSpPr txBox="1"/>
          <p:nvPr/>
        </p:nvSpPr>
        <p:spPr>
          <a:xfrm>
            <a:off x="579353" y="5451674"/>
            <a:ext cx="36715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Moving a fixed distance in the </a:t>
            </a:r>
            <a:r>
              <a:rPr lang="en-US" b="1" dirty="0"/>
              <a:t>parameter space</a:t>
            </a:r>
            <a:r>
              <a:rPr lang="en-US" dirty="0"/>
              <a:t>. This can lead to large policy changes.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FD16AAC-53FC-F3E4-8C28-50F5447653AD}"/>
              </a:ext>
            </a:extLst>
          </p:cNvPr>
          <p:cNvSpPr txBox="1"/>
          <p:nvPr/>
        </p:nvSpPr>
        <p:spPr>
          <a:xfrm>
            <a:off x="5000764" y="5435071"/>
            <a:ext cx="3671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Moving a fixed distance in the </a:t>
            </a:r>
            <a:r>
              <a:rPr lang="en-US" b="1" dirty="0"/>
              <a:t>policy space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D012DA-D82E-A31F-EE4A-AAE7A9F1EE43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D012DA-D82E-A31F-EE4A-AAE7A9F1E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198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EC60F60C-4A66-E418-ADDC-3152CBF58ECE}"/>
              </a:ext>
            </a:extLst>
          </p:cNvPr>
          <p:cNvGrpSpPr/>
          <p:nvPr/>
        </p:nvGrpSpPr>
        <p:grpSpPr>
          <a:xfrm>
            <a:off x="8907980" y="2554017"/>
            <a:ext cx="2347883" cy="3054464"/>
            <a:chOff x="9019354" y="3203287"/>
            <a:chExt cx="2236509" cy="2405194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3C09893-8ACC-CB8C-00DE-300D87B3AD16}"/>
                </a:ext>
              </a:extLst>
            </p:cNvPr>
            <p:cNvGrpSpPr/>
            <p:nvPr/>
          </p:nvGrpSpPr>
          <p:grpSpPr>
            <a:xfrm>
              <a:off x="9019354" y="3494615"/>
              <a:ext cx="2236509" cy="2113866"/>
              <a:chOff x="8716934" y="3258054"/>
              <a:chExt cx="2723536" cy="2562952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9AC2D576-C068-A94E-0445-AFB645856D9F}"/>
                  </a:ext>
                </a:extLst>
              </p:cNvPr>
              <p:cNvGrpSpPr/>
              <p:nvPr/>
            </p:nvGrpSpPr>
            <p:grpSpPr>
              <a:xfrm>
                <a:off x="8716934" y="3258054"/>
                <a:ext cx="1438629" cy="1548917"/>
                <a:chOff x="9038021" y="3145014"/>
                <a:chExt cx="1438629" cy="1548917"/>
              </a:xfrm>
            </p:grpSpPr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651E5946-7203-EB5A-B098-BD9EF57DF4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27464" y="3146256"/>
                  <a:ext cx="0" cy="13730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E1BF7B6B-972D-091F-461D-42E55D686393}"/>
                    </a:ext>
                  </a:extLst>
                </p:cNvPr>
                <p:cNvSpPr/>
                <p:nvPr/>
              </p:nvSpPr>
              <p:spPr>
                <a:xfrm>
                  <a:off x="9436608" y="3265704"/>
                  <a:ext cx="740664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48162A9A-0A59-B1D8-B78D-812B7329655B}"/>
                    </a:ext>
                  </a:extLst>
                </p:cNvPr>
                <p:cNvSpPr/>
                <p:nvPr/>
              </p:nvSpPr>
              <p:spPr>
                <a:xfrm>
                  <a:off x="9436609" y="3645768"/>
                  <a:ext cx="248566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7E4692E7-AF8A-A579-DA99-1267DF53E819}"/>
                    </a:ext>
                  </a:extLst>
                </p:cNvPr>
                <p:cNvSpPr/>
                <p:nvPr/>
              </p:nvSpPr>
              <p:spPr>
                <a:xfrm>
                  <a:off x="9436608" y="4047336"/>
                  <a:ext cx="147096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4" name="TextBox 93">
                      <a:extLst>
                        <a:ext uri="{FF2B5EF4-FFF2-40B4-BE49-F238E27FC236}">
                          <a16:creationId xmlns:a16="http://schemas.microsoft.com/office/drawing/2014/main" id="{8F8CFD9A-4A6A-91A8-44AA-8641DD4FCC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15" name="TextBox 114">
                      <a:extLst>
                        <a:ext uri="{FF2B5EF4-FFF2-40B4-BE49-F238E27FC236}">
                          <a16:creationId xmlns:a16="http://schemas.microsoft.com/office/drawing/2014/main" id="{A86F4C01-B8F6-345F-8D51-34EE9FBB05B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blipFill>
                      <a:blip r:embed="rId19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0" name="TextBox 109">
                      <a:extLst>
                        <a:ext uri="{FF2B5EF4-FFF2-40B4-BE49-F238E27FC236}">
                          <a16:creationId xmlns:a16="http://schemas.microsoft.com/office/drawing/2014/main" id="{4052C850-C84D-A246-2663-0215368C80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16" name="TextBox 115">
                      <a:extLst>
                        <a:ext uri="{FF2B5EF4-FFF2-40B4-BE49-F238E27FC236}">
                          <a16:creationId xmlns:a16="http://schemas.microsoft.com/office/drawing/2014/main" id="{9534A096-793B-CADD-FAAB-BB55A415F1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blipFill>
                      <a:blip r:embed="rId1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8" name="TextBox 117">
                      <a:extLst>
                        <a:ext uri="{FF2B5EF4-FFF2-40B4-BE49-F238E27FC236}">
                          <a16:creationId xmlns:a16="http://schemas.microsoft.com/office/drawing/2014/main" id="{16B1FA53-EEB8-A847-E4E7-C99986A2D4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17" name="TextBox 116">
                      <a:extLst>
                        <a:ext uri="{FF2B5EF4-FFF2-40B4-BE49-F238E27FC236}">
                          <a16:creationId xmlns:a16="http://schemas.microsoft.com/office/drawing/2014/main" id="{8F5E249D-EE41-7B88-4069-DD18A38C2F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blipFill>
                      <a:blip r:embed="rId12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20" name="Straight Arrow Connector 119">
                  <a:extLst>
                    <a:ext uri="{FF2B5EF4-FFF2-40B4-BE49-F238E27FC236}">
                      <a16:creationId xmlns:a16="http://schemas.microsoft.com/office/drawing/2014/main" id="{0C178AA8-2F64-553E-0F68-0102F25F46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36608" y="3145014"/>
                  <a:ext cx="104004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2" name="TextBox 121">
                      <a:extLst>
                        <a:ext uri="{FF2B5EF4-FFF2-40B4-BE49-F238E27FC236}">
                          <a16:creationId xmlns:a16="http://schemas.microsoft.com/office/drawing/2014/main" id="{F54E823E-4AD8-F410-CBA9-D30F7EDCF0E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57514" y="4320767"/>
                      <a:ext cx="783520" cy="3731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22" name="TextBox 121">
                      <a:extLst>
                        <a:ext uri="{FF2B5EF4-FFF2-40B4-BE49-F238E27FC236}">
                          <a16:creationId xmlns:a16="http://schemas.microsoft.com/office/drawing/2014/main" id="{F54E823E-4AD8-F410-CBA9-D30F7EDCF0E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57514" y="4320767"/>
                      <a:ext cx="783520" cy="373164"/>
                    </a:xfrm>
                    <a:prstGeom prst="rect">
                      <a:avLst/>
                    </a:prstGeom>
                    <a:blipFill>
                      <a:blip r:embed="rId20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D5753415-8DA5-275C-0E04-60EDD2A4E184}"/>
                  </a:ext>
                </a:extLst>
              </p:cNvPr>
              <p:cNvGrpSpPr/>
              <p:nvPr/>
            </p:nvGrpSpPr>
            <p:grpSpPr>
              <a:xfrm>
                <a:off x="9877200" y="3258054"/>
                <a:ext cx="1438629" cy="1548917"/>
                <a:chOff x="9038021" y="3145014"/>
                <a:chExt cx="1438629" cy="1548917"/>
              </a:xfrm>
            </p:grpSpPr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031612E0-EC19-38C3-DB85-3E224CC31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27464" y="3146256"/>
                  <a:ext cx="0" cy="13730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457C205B-0DD5-34C7-9D5F-D750EAB76C35}"/>
                    </a:ext>
                  </a:extLst>
                </p:cNvPr>
                <p:cNvSpPr/>
                <p:nvPr/>
              </p:nvSpPr>
              <p:spPr>
                <a:xfrm>
                  <a:off x="9436608" y="3265704"/>
                  <a:ext cx="543450" cy="26568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5F46051C-E228-51EA-FC1E-57C33A7320E8}"/>
                    </a:ext>
                  </a:extLst>
                </p:cNvPr>
                <p:cNvSpPr/>
                <p:nvPr/>
              </p:nvSpPr>
              <p:spPr>
                <a:xfrm>
                  <a:off x="9436609" y="3645768"/>
                  <a:ext cx="173501" cy="26901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1CB7DA19-52B7-3A06-476D-53AB34FA36E7}"/>
                    </a:ext>
                  </a:extLst>
                </p:cNvPr>
                <p:cNvSpPr/>
                <p:nvPr/>
              </p:nvSpPr>
              <p:spPr>
                <a:xfrm>
                  <a:off x="9436607" y="4047336"/>
                  <a:ext cx="341025" cy="230268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9" name="TextBox 78">
                      <a:extLst>
                        <a:ext uri="{FF2B5EF4-FFF2-40B4-BE49-F238E27FC236}">
                          <a16:creationId xmlns:a16="http://schemas.microsoft.com/office/drawing/2014/main" id="{101B917C-C40E-9F51-10F5-F8998643700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30" name="TextBox 129">
                      <a:extLst>
                        <a:ext uri="{FF2B5EF4-FFF2-40B4-BE49-F238E27FC236}">
                          <a16:creationId xmlns:a16="http://schemas.microsoft.com/office/drawing/2014/main" id="{E6590317-B7E8-A589-0F04-097DC28CA7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blipFill>
                      <a:blip r:embed="rId13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TextBox 80">
                      <a:extLst>
                        <a:ext uri="{FF2B5EF4-FFF2-40B4-BE49-F238E27FC236}">
                          <a16:creationId xmlns:a16="http://schemas.microsoft.com/office/drawing/2014/main" id="{AE0090BA-5AD6-4A03-DDEE-3EB2FE039C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31" name="TextBox 130">
                      <a:extLst>
                        <a:ext uri="{FF2B5EF4-FFF2-40B4-BE49-F238E27FC236}">
                          <a16:creationId xmlns:a16="http://schemas.microsoft.com/office/drawing/2014/main" id="{AE0F9050-4B49-74A6-AB46-F82635D1D16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blipFill>
                      <a:blip r:embed="rId1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2" name="TextBox 81">
                      <a:extLst>
                        <a:ext uri="{FF2B5EF4-FFF2-40B4-BE49-F238E27FC236}">
                          <a16:creationId xmlns:a16="http://schemas.microsoft.com/office/drawing/2014/main" id="{27FF5BFC-CBFD-4167-FD59-E0AD530E4A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32" name="TextBox 131">
                      <a:extLst>
                        <a:ext uri="{FF2B5EF4-FFF2-40B4-BE49-F238E27FC236}">
                          <a16:creationId xmlns:a16="http://schemas.microsoft.com/office/drawing/2014/main" id="{91C7423A-889C-994B-4069-0A3B89E703E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blipFill>
                      <a:blip r:embed="rId13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3" name="Straight Arrow Connector 82">
                  <a:extLst>
                    <a:ext uri="{FF2B5EF4-FFF2-40B4-BE49-F238E27FC236}">
                      <a16:creationId xmlns:a16="http://schemas.microsoft.com/office/drawing/2014/main" id="{B97F37D7-3C0C-CF0D-BD4D-0FCE4C6B86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36608" y="3145014"/>
                  <a:ext cx="104004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38B1A3F9-B4B9-E0DC-C07E-1A64BB7636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16051" y="4320767"/>
                      <a:ext cx="783520" cy="3731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+∆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38B1A3F9-B4B9-E0DC-C07E-1A64BB7636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16051" y="4320767"/>
                      <a:ext cx="783520" cy="373164"/>
                    </a:xfrm>
                    <a:prstGeom prst="rect">
                      <a:avLst/>
                    </a:prstGeom>
                    <a:blipFill>
                      <a:blip r:embed="rId20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" name="Right Brace 57">
                <a:extLst>
                  <a:ext uri="{FF2B5EF4-FFF2-40B4-BE49-F238E27FC236}">
                    <a16:creationId xmlns:a16="http://schemas.microsoft.com/office/drawing/2014/main" id="{88689F62-38C3-799D-4C78-CD34FF883952}"/>
                  </a:ext>
                </a:extLst>
              </p:cNvPr>
              <p:cNvSpPr/>
              <p:nvPr/>
            </p:nvSpPr>
            <p:spPr>
              <a:xfrm rot="5400000">
                <a:off x="10088066" y="3976945"/>
                <a:ext cx="422298" cy="2282510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82F42250-92A7-8355-64E2-17992D78F851}"/>
                      </a:ext>
                    </a:extLst>
                  </p:cNvPr>
                  <p:cNvSpPr txBox="1"/>
                  <p:nvPr/>
                </p:nvSpPr>
                <p:spPr>
                  <a:xfrm>
                    <a:off x="9177156" y="5451674"/>
                    <a:ext cx="22633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82F42250-92A7-8355-64E2-17992D78F8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7156" y="5451674"/>
                    <a:ext cx="2263314" cy="369332"/>
                  </a:xfrm>
                  <a:prstGeom prst="rect">
                    <a:avLst/>
                  </a:prstGeom>
                  <a:blipFill>
                    <a:blip r:embed="rId202"/>
                    <a:stretch>
                      <a:fillRect b="-793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5330812-2768-1735-2E20-8E071ACFDB8F}"/>
                </a:ext>
              </a:extLst>
            </p:cNvPr>
            <p:cNvSpPr txBox="1"/>
            <p:nvPr/>
          </p:nvSpPr>
          <p:spPr>
            <a:xfrm>
              <a:off x="9421833" y="3209496"/>
              <a:ext cx="6434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Prob.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05738F9-F8C8-C589-DB8A-20F023FC66FB}"/>
                </a:ext>
              </a:extLst>
            </p:cNvPr>
            <p:cNvSpPr txBox="1"/>
            <p:nvPr/>
          </p:nvSpPr>
          <p:spPr>
            <a:xfrm>
              <a:off x="10326570" y="3203287"/>
              <a:ext cx="6434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Prob.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65784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1EAA3-7B15-7C66-C9C5-62CF6CF9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Trust Region Policy Optimization </a:t>
            </a:r>
            <a:br>
              <a:rPr lang="en-US" dirty="0"/>
            </a:br>
            <a:r>
              <a:rPr lang="en-US" dirty="0"/>
              <a:t>(TRPO; Schulman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01384"/>
                <a:ext cx="10515600" cy="447557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Simplification of Natural Policy Gradient.</a:t>
                </a:r>
              </a:p>
              <a:p>
                <a:r>
                  <a:rPr lang="en-US" dirty="0"/>
                  <a:t>Surrogate objective. Instead of directly maximizing the value function, it finds the update that increases the probability of picking high-advantage actions the most.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+∆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Under a constrain that explicitly bound of the policy change per update step.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,⋅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+∆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,⋅)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is a tune-able hyperparameter specifying the size of the safe “trust region.” </a:t>
                </a:r>
                <a:br>
                  <a:rPr lang="en-US" dirty="0"/>
                </a:br>
                <a:r>
                  <a:rPr lang="en-US" dirty="0"/>
                  <a:t>This prevents destructive large changes in the policy.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01384"/>
                <a:ext cx="10515600" cy="4475579"/>
              </a:xfrm>
              <a:blipFill>
                <a:blip r:embed="rId2"/>
                <a:stretch>
                  <a:fillRect l="-696" t="-2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40AAF6-B2BA-8AFC-A54A-3FBA103F9C85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40AAF6-B2BA-8AFC-A54A-3FBA103F9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EF8D9568-F69C-1590-C412-5CE53C7B601D}"/>
              </a:ext>
            </a:extLst>
          </p:cNvPr>
          <p:cNvSpPr/>
          <p:nvPr/>
        </p:nvSpPr>
        <p:spPr>
          <a:xfrm>
            <a:off x="5340246" y="2878112"/>
            <a:ext cx="1442803" cy="771994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8B1DFC-13DA-CCD8-A38A-E0EC962F24BA}"/>
              </a:ext>
            </a:extLst>
          </p:cNvPr>
          <p:cNvCxnSpPr>
            <a:cxnSpLocks/>
          </p:cNvCxnSpPr>
          <p:nvPr/>
        </p:nvCxnSpPr>
        <p:spPr>
          <a:xfrm flipV="1">
            <a:off x="6026046" y="3687580"/>
            <a:ext cx="134911" cy="771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98659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77DA5-4B94-BB57-4818-1206425CE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Proximal Policy Optimization </a:t>
            </a:r>
            <a:br>
              <a:rPr lang="en-US" dirty="0"/>
            </a:br>
            <a:r>
              <a:rPr lang="en-US" dirty="0"/>
              <a:t>(PPO; Schulman et al, 2017)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11443"/>
                <a:ext cx="10515600" cy="403235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popular and more practical variant of TRPO.</a:t>
                </a:r>
              </a:p>
              <a:p>
                <a:r>
                  <a:rPr lang="en-US" dirty="0"/>
                  <a:t>Replaces expensive KL-divergence constraint with a clipped surrogate objective function to penalize overly large policy changes with at probability ratio outside of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,1+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]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min</m:t>
                                      </m:r>
                                    </m:e>
                                    <m:lim/>
                                  </m:limLow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+∆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clip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𝜋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+∆</m:t>
                                                  </m:r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num>
                                            <m:den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𝜋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den>
                                          </m:f>
                                          <m:r>
                                            <a:rPr lang="en-US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,1+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</m:e>
                                      </m:d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 tunable hyperparameter.</a:t>
                </a:r>
              </a:p>
              <a:p>
                <a:r>
                  <a:rPr lang="en-US" dirty="0"/>
                  <a:t>Achieves much of the stability of NPG methods without the computational cost.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11443"/>
                <a:ext cx="10515600" cy="4032354"/>
              </a:xfrm>
              <a:blipFill>
                <a:blip r:embed="rId2"/>
                <a:stretch>
                  <a:fillRect l="-696" t="-2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3A7FB0-2FDE-17B4-2C38-6EBDC8E28E26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3A7FB0-2FDE-17B4-2C38-6EBDC8E2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71A656B6-5739-3CBB-B674-E28A9A26A4AE}"/>
              </a:ext>
            </a:extLst>
          </p:cNvPr>
          <p:cNvSpPr/>
          <p:nvPr/>
        </p:nvSpPr>
        <p:spPr>
          <a:xfrm>
            <a:off x="6041036" y="3365292"/>
            <a:ext cx="4849318" cy="914400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1128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91581C-5E33-FC9B-4089-A0868CD27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82" b="-1"/>
          <a:stretch>
            <a:fillRect/>
          </a:stretch>
        </p:blipFill>
        <p:spPr bwMode="auto">
          <a:xfrm>
            <a:off x="5751996" y="10"/>
            <a:ext cx="847812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A8B475-685F-94B8-3649-09843460B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843" y="241099"/>
            <a:ext cx="5272038" cy="1097418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05FA9-2229-5639-DC01-FDD06BE285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42" y="1207898"/>
            <a:ext cx="7606154" cy="5261317"/>
          </a:xfrm>
        </p:spPr>
        <p:txBody>
          <a:bodyPr>
            <a:normAutofit fontScale="85000" lnSpcReduction="20000"/>
          </a:bodyPr>
          <a:lstStyle/>
          <a:p>
            <a:r>
              <a:rPr lang="en-US" sz="2000" dirty="0"/>
              <a:t>DRL uses neural networks for non-linear value function or policy approximation resulting in:</a:t>
            </a:r>
          </a:p>
          <a:p>
            <a:pPr lvl="1"/>
            <a:r>
              <a:rPr lang="en-US" sz="1600" dirty="0"/>
              <a:t>more powerful for high-dimensional and continuous state and action spaces, and </a:t>
            </a:r>
          </a:p>
          <a:p>
            <a:pPr lvl="1"/>
            <a:r>
              <a:rPr lang="en-US" sz="1600" dirty="0"/>
              <a:t>does not need manual state feature engineering.</a:t>
            </a:r>
          </a:p>
          <a:p>
            <a:pPr lvl="1"/>
            <a:r>
              <a:rPr lang="en-US" sz="1600" dirty="0"/>
              <a:t>However, most convergence guarantees are gone (for semi-gradient methods, for linear approximation, </a:t>
            </a:r>
            <a:r>
              <a:rPr lang="en-US" sz="1600" dirty="0" err="1"/>
              <a:t>etc</a:t>
            </a:r>
            <a:r>
              <a:rPr lang="en-US" sz="1600" dirty="0"/>
              <a:t>).</a:t>
            </a:r>
            <a:endParaRPr lang="en-US" sz="2000" dirty="0"/>
          </a:p>
          <a:p>
            <a:r>
              <a:rPr lang="en-US" sz="2000" dirty="0"/>
              <a:t>Instability from the “Deadly Triad” (e.g., in DQN)</a:t>
            </a:r>
          </a:p>
          <a:p>
            <a:pPr lvl="1"/>
            <a:r>
              <a:rPr lang="en-US" sz="1600" dirty="0"/>
              <a:t>Function approximation </a:t>
            </a:r>
          </a:p>
          <a:p>
            <a:pPr lvl="1"/>
            <a:r>
              <a:rPr lang="en-US" sz="1600" dirty="0"/>
              <a:t>Bootstrapping (moving targets using current estimates)</a:t>
            </a:r>
          </a:p>
          <a:p>
            <a:pPr lvl="1"/>
            <a:r>
              <a:rPr lang="en-US" sz="1600" dirty="0"/>
              <a:t>Off-policy learning (learning from data generated by a different policy)</a:t>
            </a:r>
          </a:p>
          <a:p>
            <a:r>
              <a:rPr lang="en-US" sz="2000" dirty="0"/>
              <a:t>Lead to</a:t>
            </a:r>
          </a:p>
          <a:p>
            <a:pPr lvl="1"/>
            <a:r>
              <a:rPr lang="en-US" sz="1600" dirty="0"/>
              <a:t>Non-linear approximation means that small errors can get amplified through bootstrapping</a:t>
            </a:r>
          </a:p>
          <a:p>
            <a:pPr lvl="1"/>
            <a:r>
              <a:rPr lang="en-US" sz="1600" dirty="0"/>
              <a:t>The network chases a moving target.</a:t>
            </a:r>
          </a:p>
          <a:p>
            <a:pPr lvl="1"/>
            <a:r>
              <a:rPr lang="en-US" sz="1600" dirty="0"/>
              <a:t>Training can diverge or oscillate wildly.</a:t>
            </a:r>
          </a:p>
          <a:p>
            <a:pPr lvl="1"/>
            <a:endParaRPr lang="en-US" sz="1600" dirty="0"/>
          </a:p>
          <a:p>
            <a:r>
              <a:rPr lang="en-US" sz="2000" dirty="0"/>
              <a:t>Many tricks are needed</a:t>
            </a:r>
          </a:p>
          <a:p>
            <a:pPr lvl="1"/>
            <a:r>
              <a:rPr lang="en-US" sz="1600" dirty="0"/>
              <a:t>Experience replay → decorrelate data, improve sample efficiency, requires off-policy learning</a:t>
            </a:r>
          </a:p>
          <a:p>
            <a:pPr lvl="1"/>
            <a:r>
              <a:rPr lang="en-US" sz="1600" dirty="0"/>
              <a:t>DQN uses slower-moving target networks → reduce instability due to moving targets</a:t>
            </a:r>
          </a:p>
          <a:p>
            <a:pPr lvl="1"/>
            <a:r>
              <a:rPr lang="en-US" sz="1600" dirty="0"/>
              <a:t>Double DQN → decouple next action selection and q-value estimation to reduce overestimation bias</a:t>
            </a:r>
          </a:p>
          <a:p>
            <a:pPr lvl="1"/>
            <a:r>
              <a:rPr lang="en-US" sz="1600" dirty="0"/>
              <a:t>Advantage normalization → reduce variance</a:t>
            </a:r>
          </a:p>
          <a:p>
            <a:pPr lvl="1"/>
            <a:r>
              <a:rPr lang="en-US" sz="1600" dirty="0"/>
              <a:t>Natural policy gradients → improve stability</a:t>
            </a:r>
          </a:p>
        </p:txBody>
      </p:sp>
    </p:spTree>
    <p:extLst>
      <p:ext uri="{BB962C8B-B14F-4D97-AF65-F5344CB8AC3E}">
        <p14:creationId xmlns:p14="http://schemas.microsoft.com/office/powerpoint/2010/main" val="379062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27219</TotalTime>
  <Words>3673</Words>
  <Application>Microsoft Office PowerPoint</Application>
  <PresentationFormat>Widescreen</PresentationFormat>
  <Paragraphs>481</Paragraphs>
  <Slides>30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Deep Reinforcement Learning Based on An Introduction to Deep Reinforcement Learning** + Sutton/Barto* Sections 9.7 and 15.7</vt:lpstr>
      <vt:lpstr>Topics of this Course</vt:lpstr>
      <vt:lpstr>Summary of Notation*</vt:lpstr>
      <vt:lpstr>From Tabular RL to Deep RL</vt:lpstr>
      <vt:lpstr>Disclaimer: Convergence</vt:lpstr>
      <vt:lpstr>Value-based DRL Methods</vt:lpstr>
      <vt:lpstr>Remember: Value Functions</vt:lpstr>
      <vt:lpstr>Remember: Tabular Q-Learning</vt:lpstr>
      <vt:lpstr>Alg. Tabular Q-Learning</vt:lpstr>
      <vt:lpstr>Fitted Q-Learning</vt:lpstr>
      <vt:lpstr>Reminder: Artificial Neural Networks</vt:lpstr>
      <vt:lpstr>Neural fitted Q-learning (NFQ; Riedmiller, 2005)</vt:lpstr>
      <vt:lpstr>Deep Q-Network (DQN; Minh et al, 2015)</vt:lpstr>
      <vt:lpstr>DQN is Not a Truly   Online Algorithm</vt:lpstr>
      <vt:lpstr>Double DQN (DDQN; Van Hasselt, 2016) </vt:lpstr>
      <vt:lpstr>New: Advantage Function</vt:lpstr>
      <vt:lpstr>Dueling Network Architecture (Wang, 2015)</vt:lpstr>
      <vt:lpstr>n-step Methods in DQN-type Algorithms</vt:lpstr>
      <vt:lpstr>Policy Gradient DRL Methods</vt:lpstr>
      <vt:lpstr>Remember:  Policy Gradient Theorem</vt:lpstr>
      <vt:lpstr>Stochastic Policy Gradient</vt:lpstr>
      <vt:lpstr>Policy Gradient</vt:lpstr>
      <vt:lpstr>Neural Actor-Critic Method</vt:lpstr>
      <vt:lpstr>Neural Actor-Critic Method: One-Step Algorithm</vt:lpstr>
      <vt:lpstr>Advantage Actor Critic: A2C</vt:lpstr>
      <vt:lpstr>Natural Policy Gradients (NPG)</vt:lpstr>
      <vt:lpstr>Standard vs. Natural Policy Gradient</vt:lpstr>
      <vt:lpstr>Trust Region Policy Optimization  (TRPO; Schulman et al, 2015)</vt:lpstr>
      <vt:lpstr>Proximal Policy Optimization  (PPO; Schulman et al, 2017)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305</cp:revision>
  <dcterms:created xsi:type="dcterms:W3CDTF">2025-09-08T14:44:49Z</dcterms:created>
  <dcterms:modified xsi:type="dcterms:W3CDTF">2026-04-22T00:56:45Z</dcterms:modified>
</cp:coreProperties>
</file>