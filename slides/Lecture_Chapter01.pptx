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90" r:id="rId3"/>
    <p:sldId id="313" r:id="rId4"/>
    <p:sldId id="263" r:id="rId5"/>
    <p:sldId id="317" r:id="rId6"/>
    <p:sldId id="348" r:id="rId7"/>
    <p:sldId id="265" r:id="rId8"/>
    <p:sldId id="314" r:id="rId9"/>
    <p:sldId id="268" r:id="rId10"/>
    <p:sldId id="270" r:id="rId11"/>
    <p:sldId id="319" r:id="rId12"/>
    <p:sldId id="352" r:id="rId13"/>
    <p:sldId id="384" r:id="rId14"/>
    <p:sldId id="385" r:id="rId15"/>
    <p:sldId id="326" r:id="rId16"/>
    <p:sldId id="349" r:id="rId17"/>
    <p:sldId id="276" r:id="rId18"/>
    <p:sldId id="320" r:id="rId19"/>
    <p:sldId id="278" r:id="rId20"/>
    <p:sldId id="279" r:id="rId21"/>
    <p:sldId id="321" r:id="rId22"/>
    <p:sldId id="353" r:id="rId23"/>
    <p:sldId id="327" r:id="rId24"/>
    <p:sldId id="391" r:id="rId25"/>
    <p:sldId id="386" r:id="rId26"/>
    <p:sldId id="387" r:id="rId27"/>
    <p:sldId id="332" r:id="rId28"/>
    <p:sldId id="350" r:id="rId29"/>
    <p:sldId id="335" r:id="rId30"/>
    <p:sldId id="336" r:id="rId31"/>
    <p:sldId id="337" r:id="rId32"/>
    <p:sldId id="351" r:id="rId33"/>
    <p:sldId id="388" r:id="rId34"/>
    <p:sldId id="389" r:id="rId35"/>
    <p:sldId id="343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90"/>
            <p14:sldId id="313"/>
            <p14:sldId id="263"/>
            <p14:sldId id="317"/>
          </p14:sldIdLst>
        </p14:section>
        <p14:section name="What is RL" id="{37BBC994-B5A2-48C5-868E-88B3E2631B64}">
          <p14:sldIdLst>
            <p14:sldId id="348"/>
            <p14:sldId id="265"/>
            <p14:sldId id="314"/>
            <p14:sldId id="268"/>
            <p14:sldId id="270"/>
            <p14:sldId id="319"/>
          </p14:sldIdLst>
        </p14:section>
        <p14:section name="RL Basics - State" id="{1EF9568E-E6EA-43A7-A485-40CC16B3A20D}">
          <p14:sldIdLst>
            <p14:sldId id="352"/>
            <p14:sldId id="384"/>
            <p14:sldId id="385"/>
            <p14:sldId id="326"/>
          </p14:sldIdLst>
        </p14:section>
        <p14:section name="RL Basics Reward" id="{E21F16A8-A95D-48EB-BDD4-0909B7C5A5F1}">
          <p14:sldIdLst>
            <p14:sldId id="349"/>
            <p14:sldId id="276"/>
            <p14:sldId id="320"/>
            <p14:sldId id="278"/>
            <p14:sldId id="279"/>
            <p14:sldId id="321"/>
          </p14:sldIdLst>
        </p14:section>
        <p14:section name="RL Basics - Actions and Policy" id="{D7B36B21-2FD8-4566-9DCC-7C9869C906F4}">
          <p14:sldIdLst>
            <p14:sldId id="353"/>
            <p14:sldId id="327"/>
            <p14:sldId id="391"/>
            <p14:sldId id="386"/>
            <p14:sldId id="387"/>
            <p14:sldId id="332"/>
          </p14:sldIdLst>
        </p14:section>
        <p14:section name="Small Example" id="{ECFC610C-3922-4362-8AE8-AF9256A5961E}">
          <p14:sldIdLst>
            <p14:sldId id="350"/>
            <p14:sldId id="335"/>
            <p14:sldId id="336"/>
            <p14:sldId id="337"/>
          </p14:sldIdLst>
        </p14:section>
        <p14:section name="RL and Planning" id="{C3B0B074-5893-41E9-B24E-B22700C2194C}">
          <p14:sldIdLst>
            <p14:sldId id="351"/>
            <p14:sldId id="388"/>
            <p14:sldId id="389"/>
          </p14:sldIdLst>
        </p14:section>
        <p14:section name="Summary" id="{E33B5BA2-FD6E-4A51-AF02-56CD628C1F4F}">
          <p14:sldIdLst>
            <p14:sldId id="3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60" autoAdjust="0"/>
    <p:restoredTop sz="94660"/>
  </p:normalViewPr>
  <p:slideViewPr>
    <p:cSldViewPr snapToGrid="0">
      <p:cViewPr varScale="1">
        <p:scale>
          <a:sx n="91" d="100"/>
          <a:sy n="91" d="100"/>
        </p:scale>
        <p:origin x="61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80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11.12560" TargetMode="External"/><Relationship Id="rId2" Type="http://schemas.openxmlformats.org/officeDocument/2006/relationships/hyperlink" Target="http://incompleteideas.net/book/the-book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publicdomain/zero/1.0/deed.en" TargetMode="External"/><Relationship Id="rId7" Type="http://schemas.openxmlformats.org/officeDocument/2006/relationships/image" Target="../media/image610.png"/><Relationship Id="rId2" Type="http://schemas.openxmlformats.org/officeDocument/2006/relationships/hyperlink" Target="http://www.wikipedia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10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0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8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11" Type="http://schemas.openxmlformats.org/officeDocument/2006/relationships/image" Target="../media/image27.jpg"/><Relationship Id="rId5" Type="http://schemas.openxmlformats.org/officeDocument/2006/relationships/image" Target="../media/image22.png"/><Relationship Id="rId10" Type="http://schemas.openxmlformats.org/officeDocument/2006/relationships/image" Target="../media/image26.jpg"/><Relationship Id="rId4" Type="http://schemas.openxmlformats.org/officeDocument/2006/relationships/image" Target="../media/image21.png"/><Relationship Id="rId9" Type="http://schemas.openxmlformats.org/officeDocument/2006/relationships/hyperlink" Target="https://creativecommons.org/licenses/by-nc/4.0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psmd5yuBF0" TargetMode="External"/><Relationship Id="rId3" Type="http://schemas.openxmlformats.org/officeDocument/2006/relationships/hyperlink" Target="https://www.youtube.com/watch?v=9xlSy9F5WtE" TargetMode="External"/><Relationship Id="rId7" Type="http://schemas.openxmlformats.org/officeDocument/2006/relationships/hyperlink" Target="https://www.youtube.com/watch?v=W_gxLKSsSIE" TargetMode="External"/><Relationship Id="rId2" Type="http://schemas.openxmlformats.org/officeDocument/2006/relationships/hyperlink" Target="https://www.youtube.com/watch?v=eG1Ed8PTJ1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hQ49Mc6LV78" TargetMode="External"/><Relationship Id="rId11" Type="http://schemas.openxmlformats.org/officeDocument/2006/relationships/hyperlink" Target="https://www.youtube.com/watch?v=VPRSBzXzavo" TargetMode="External"/><Relationship Id="rId5" Type="http://schemas.openxmlformats.org/officeDocument/2006/relationships/hyperlink" Target="https://gymnasium.farama.org/environments/classic_control/" TargetMode="External"/><Relationship Id="rId10" Type="http://schemas.openxmlformats.org/officeDocument/2006/relationships/hyperlink" Target="https://www.youtube.com/watch?v=kvblookYjA8" TargetMode="External"/><Relationship Id="rId4" Type="http://schemas.openxmlformats.org/officeDocument/2006/relationships/hyperlink" Target="https://www.youtube.com/watch?v=Lt-KLtkDlh8" TargetMode="External"/><Relationship Id="rId9" Type="http://schemas.openxmlformats.org/officeDocument/2006/relationships/hyperlink" Target="https://www.youtube.com/watch?v=eRwTbRtnT1I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6.png"/><Relationship Id="rId7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4" Type="http://schemas.openxmlformats.org/officeDocument/2006/relationships/image" Target="../media/image32.png"/><Relationship Id="rId9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6.png"/><Relationship Id="rId7" Type="http://schemas.openxmlformats.org/officeDocument/2006/relationships/image" Target="../media/image33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6.png"/><Relationship Id="rId9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robinhutton/16403846414/in/photostream/" TargetMode="External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nc-nd/2.0/" TargetMode="External"/><Relationship Id="rId4" Type="http://schemas.openxmlformats.org/officeDocument/2006/relationships/hyperlink" Target="https://www.flickr.com/photos/robinhutton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6.png"/><Relationship Id="rId7" Type="http://schemas.openxmlformats.org/officeDocument/2006/relationships/image" Target="../media/image43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50.png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hyperlink" Target="https://creativecommons.org/licenses/by-nc/4.0" TargetMode="External"/><Relationship Id="rId7" Type="http://schemas.openxmlformats.org/officeDocument/2006/relationships/image" Target="../media/image6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.png"/><Relationship Id="rId5" Type="http://schemas.openxmlformats.org/officeDocument/2006/relationships/image" Target="../media/image6.png"/><Relationship Id="rId10" Type="http://schemas.openxmlformats.org/officeDocument/2006/relationships/image" Target="../media/image67.png"/><Relationship Id="rId4" Type="http://schemas.openxmlformats.org/officeDocument/2006/relationships/image" Target="../media/image60.png"/><Relationship Id="rId9" Type="http://schemas.openxmlformats.org/officeDocument/2006/relationships/image" Target="../media/image6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0.png"/><Relationship Id="rId5" Type="http://schemas.openxmlformats.org/officeDocument/2006/relationships/image" Target="../media/image61.png"/><Relationship Id="rId4" Type="http://schemas.openxmlformats.org/officeDocument/2006/relationships/image" Target="../media/image5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7" Type="http://schemas.openxmlformats.org/officeDocument/2006/relationships/image" Target="../media/image74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1.png"/><Relationship Id="rId5" Type="http://schemas.openxmlformats.org/officeDocument/2006/relationships/image" Target="../media/image69.png"/><Relationship Id="rId4" Type="http://schemas.openxmlformats.org/officeDocument/2006/relationships/image" Target="../media/image5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Introduction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Textbook Chapter 1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023359" cy="1208141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  <a:br>
              <a:rPr lang="en-US" sz="1700" dirty="0">
                <a:solidFill>
                  <a:schemeClr val="bg1"/>
                </a:solidFill>
              </a:rPr>
            </a:b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Based on slides by Oliver </a:t>
            </a:r>
            <a:r>
              <a:rPr lang="en-US" sz="1300" dirty="0" err="1">
                <a:solidFill>
                  <a:schemeClr val="bg1"/>
                </a:solidFill>
              </a:rPr>
              <a:t>Wallscheid</a:t>
            </a:r>
            <a:r>
              <a:rPr lang="en-US" sz="1300" dirty="0">
                <a:solidFill>
                  <a:schemeClr val="bg1"/>
                </a:solidFill>
              </a:rPr>
              <a:t> (Paderborn University) and material by David Silver (University College London)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FDD561C6-F6BB-6A53-51AF-DB34820E51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2394629-8F96-41DE-9771-A48E7EF3C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422D56-5BD8-13A1-3F90-4CBC0F4BD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209"/>
            <a:ext cx="5541660" cy="2213607"/>
          </a:xfrm>
        </p:spPr>
        <p:txBody>
          <a:bodyPr anchor="b">
            <a:normAutofit/>
          </a:bodyPr>
          <a:lstStyle/>
          <a:p>
            <a:r>
              <a:rPr lang="en-US" sz="4000" dirty="0"/>
              <a:t>How Do We Build Intelligent Systems?</a:t>
            </a:r>
          </a:p>
        </p:txBody>
      </p:sp>
      <p:pic>
        <p:nvPicPr>
          <p:cNvPr id="1026" name="Picture 2" descr="Autonomous car with HUD (Head Up Display). Self-driving vehicle on city street">
            <a:extLst>
              <a:ext uri="{FF2B5EF4-FFF2-40B4-BE49-F238E27FC236}">
                <a16:creationId xmlns:a16="http://schemas.microsoft.com/office/drawing/2014/main" id="{8FCCEA59-8E73-CAF0-73DC-C22AA0058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"/>
          <a:stretch>
            <a:fillRect/>
          </a:stretch>
        </p:blipFill>
        <p:spPr bwMode="auto">
          <a:xfrm>
            <a:off x="7992957" y="10"/>
            <a:ext cx="4199043" cy="2769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D6BAFF-D2A2-834E-C188-8FC682CAC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71800"/>
            <a:ext cx="6812280" cy="313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Options:</a:t>
            </a:r>
          </a:p>
          <a:p>
            <a:r>
              <a:rPr lang="en-US" sz="2000" dirty="0"/>
              <a:t>Explicitly program behavior: </a:t>
            </a:r>
            <a:r>
              <a:rPr lang="en-US" sz="2000" b="1" dirty="0"/>
              <a:t>Rule-based agent, planning</a:t>
            </a:r>
          </a:p>
          <a:p>
            <a:r>
              <a:rPr lang="en-US" sz="2000" dirty="0"/>
              <a:t>Learn behavior from labeled data offline: </a:t>
            </a:r>
            <a:r>
              <a:rPr lang="en-US" sz="2000" b="1" dirty="0"/>
              <a:t>Supervised learning</a:t>
            </a:r>
          </a:p>
          <a:p>
            <a:r>
              <a:rPr lang="en-US" sz="2000" dirty="0"/>
              <a:t>Learn behavior using feedback from interacting with the environment (online): </a:t>
            </a:r>
            <a:r>
              <a:rPr lang="en-US" sz="2000" b="1" dirty="0"/>
              <a:t>Reinforcement Learning</a:t>
            </a:r>
          </a:p>
        </p:txBody>
      </p:sp>
      <p:pic>
        <p:nvPicPr>
          <p:cNvPr id="5" name="Picture 4" descr="No photo description available.">
            <a:extLst>
              <a:ext uri="{FF2B5EF4-FFF2-40B4-BE49-F238E27FC236}">
                <a16:creationId xmlns:a16="http://schemas.microsoft.com/office/drawing/2014/main" id="{FDD72C19-CD47-53CA-1D79-C3D7465BA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2" b="-4"/>
          <a:stretch>
            <a:fillRect/>
          </a:stretch>
        </p:blipFill>
        <p:spPr bwMode="auto">
          <a:xfrm>
            <a:off x="7992957" y="2957665"/>
            <a:ext cx="4199043" cy="3900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4192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Introduction to reinforcement learning</a:t>
            </a:r>
          </a:p>
          <a:p>
            <a:r>
              <a:rPr lang="en-US" b="1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  <a:endParaRPr lang="en-US" dirty="0"/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b="1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27" dirty="0"/>
              <a:t>Recommended</a:t>
            </a:r>
            <a:r>
              <a:rPr spc="-95" dirty="0"/>
              <a:t> </a:t>
            </a:r>
            <a:r>
              <a:rPr lang="en-US" spc="-53" dirty="0"/>
              <a:t>Readings</a:t>
            </a:r>
            <a:endParaRPr spc="-53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E550D2-23C5-937B-ED14-A0F805827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602"/>
              </a:spcBef>
            </a:pPr>
            <a:r>
              <a:rPr lang="en-US" dirty="0"/>
              <a:t>Richard S. Sutton, Andrew G. Barto, </a:t>
            </a:r>
            <a:br>
              <a:rPr lang="en-US" dirty="0"/>
            </a:br>
            <a:r>
              <a:rPr lang="en-US" i="1" dirty="0">
                <a:hlinkClick r:id="rId2"/>
              </a:rPr>
              <a:t>Reinforcement Learning: An Introduction</a:t>
            </a:r>
            <a:r>
              <a:rPr lang="en-US" dirty="0">
                <a:hlinkClick r:id="rId2"/>
              </a:rPr>
              <a:t>,</a:t>
            </a:r>
            <a:r>
              <a:rPr lang="en-US" dirty="0"/>
              <a:t> </a:t>
            </a:r>
            <a:br>
              <a:rPr lang="en-US" dirty="0"/>
            </a:br>
            <a:r>
              <a:rPr lang="en-US" dirty="0"/>
              <a:t>2nd edition, MIT Press, Cambridge, MA, 2018.</a:t>
            </a:r>
          </a:p>
          <a:p>
            <a:pPr>
              <a:spcBef>
                <a:spcPts val="1279"/>
              </a:spcBef>
            </a:pPr>
            <a:endParaRPr lang="en-US" dirty="0"/>
          </a:p>
          <a:p>
            <a:pPr>
              <a:spcBef>
                <a:spcPts val="1279"/>
              </a:spcBef>
            </a:pPr>
            <a:r>
              <a:rPr lang="en-US" dirty="0"/>
              <a:t>Vincent François-Lavet, Peter Henderson, </a:t>
            </a:r>
            <a:r>
              <a:rPr lang="en-US" dirty="0" err="1"/>
              <a:t>Riashat</a:t>
            </a:r>
            <a:r>
              <a:rPr lang="en-US" dirty="0"/>
              <a:t> Islam, Marc G. Bellemare and Joelle Pineau, </a:t>
            </a:r>
            <a:br>
              <a:rPr lang="en-US" dirty="0"/>
            </a:br>
            <a:r>
              <a:rPr lang="en-US" dirty="0">
                <a:hlinkClick r:id="rId3"/>
              </a:rPr>
              <a:t>An Introduction to Deep Reinforcement Learning,</a:t>
            </a:r>
            <a:r>
              <a:rPr lang="en-US" dirty="0"/>
              <a:t> </a:t>
            </a:r>
            <a:br>
              <a:rPr lang="en-US" dirty="0"/>
            </a:br>
            <a:r>
              <a:rPr lang="en-US" i="1" dirty="0"/>
              <a:t>Foundations and Trends in Machine Learning</a:t>
            </a:r>
            <a:r>
              <a:rPr lang="en-US" dirty="0"/>
              <a:t>, 11:3-4, pp 219-354, 2018.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ADA6-11A6-73D7-7A43-6896BDED8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D351CA1-5415-3F1B-E7CF-BD6055D16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1FAAD4-0126-9E8C-FBAA-965341496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RL?</a:t>
            </a:r>
          </a:p>
          <a:p>
            <a:r>
              <a:rPr lang="en-US" dirty="0"/>
              <a:t>Elements of RL</a:t>
            </a:r>
          </a:p>
          <a:p>
            <a:pPr lvl="1"/>
            <a:r>
              <a:rPr lang="en-US" dirty="0"/>
              <a:t>Reward</a:t>
            </a:r>
          </a:p>
          <a:p>
            <a:pPr lvl="1"/>
            <a:r>
              <a:rPr lang="en-US" dirty="0"/>
              <a:t>States</a:t>
            </a:r>
          </a:p>
          <a:p>
            <a:pPr lvl="1"/>
            <a:r>
              <a:rPr lang="en-US" dirty="0"/>
              <a:t>Actions and policies</a:t>
            </a:r>
          </a:p>
          <a:p>
            <a:r>
              <a:rPr lang="en-US" dirty="0"/>
              <a:t>A small example</a:t>
            </a:r>
          </a:p>
          <a:p>
            <a:r>
              <a:rPr lang="en-US" dirty="0"/>
              <a:t>RL and planning</a:t>
            </a:r>
          </a:p>
        </p:txBody>
      </p:sp>
    </p:spTree>
    <p:extLst>
      <p:ext uri="{BB962C8B-B14F-4D97-AF65-F5344CB8AC3E}">
        <p14:creationId xmlns:p14="http://schemas.microsoft.com/office/powerpoint/2010/main" val="3039270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EDA73-203E-7E65-191E-5BAEE49AB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8F68788-CCEC-D7D4-FC7F-F2F6EF7C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What is RL?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E657AB-C342-112B-0464-5AF1223A5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2178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The</a:t>
            </a:r>
            <a:r>
              <a:rPr spc="-53" dirty="0"/>
              <a:t> </a:t>
            </a:r>
            <a:r>
              <a:rPr lang="en-US" spc="-63" dirty="0"/>
              <a:t>B</a:t>
            </a:r>
            <a:r>
              <a:rPr spc="-63" dirty="0"/>
              <a:t>asic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106" dirty="0"/>
              <a:t>L</a:t>
            </a:r>
            <a:r>
              <a:rPr spc="-106" dirty="0"/>
              <a:t>earning</a:t>
            </a:r>
            <a:r>
              <a:rPr spc="-53" dirty="0"/>
              <a:t> </a:t>
            </a:r>
            <a:r>
              <a:rPr lang="en-US" spc="-21" dirty="0"/>
              <a:t>S</a:t>
            </a:r>
            <a:r>
              <a:rPr spc="-21" dirty="0"/>
              <a:t>tructure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80368" y="5509071"/>
            <a:ext cx="7451946" cy="586522"/>
          </a:xfrm>
          <a:prstGeom prst="rect">
            <a:avLst/>
          </a:prstGeom>
        </p:spPr>
        <p:txBody>
          <a:bodyPr vert="horz" wrap="square" lIns="0" tIns="32210" rIns="0" bIns="0" rtlCol="0">
            <a:spAutoFit/>
          </a:bodyPr>
          <a:lstStyle/>
          <a:p>
            <a:pPr marL="83208" marR="10737" indent="-57709" algn="ctr">
              <a:spcBef>
                <a:spcPts val="1733"/>
              </a:spcBef>
            </a:pPr>
            <a:r>
              <a:rPr dirty="0"/>
              <a:t>The basic RL operation principle </a:t>
            </a:r>
            <a:br>
              <a:rPr lang="en-US" dirty="0"/>
            </a:br>
            <a:r>
              <a:rPr dirty="0"/>
              <a:t>(derivative of </a:t>
            </a:r>
            <a:r>
              <a:rPr dirty="0">
                <a:hlinkClick r:id="rId2"/>
              </a:rPr>
              <a:t>www.wikipedia.org,</a:t>
            </a:r>
            <a:r>
              <a:rPr dirty="0"/>
              <a:t> </a:t>
            </a:r>
            <a:r>
              <a:rPr dirty="0">
                <a:hlinkClick r:id="rId3"/>
              </a:rPr>
              <a:t>CC0 1.0</a:t>
            </a:r>
            <a:r>
              <a:rPr dirty="0"/>
              <a:t>)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7258707" y="1379484"/>
            <a:ext cx="4374791" cy="465127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0" tIns="189232" rIns="0" bIns="0" rtlCol="0">
            <a:spAutoFit/>
          </a:bodyPr>
          <a:lstStyle/>
          <a:p>
            <a:pPr marL="80524">
              <a:spcBef>
                <a:spcPts val="1490"/>
              </a:spcBef>
            </a:pPr>
            <a:r>
              <a:rPr lang="en-US" b="1" dirty="0"/>
              <a:t>Goal</a:t>
            </a:r>
            <a:r>
              <a:rPr lang="en-US" dirty="0"/>
              <a:t>: Map a situation to an action to maximize the reward</a:t>
            </a:r>
          </a:p>
          <a:p>
            <a:pPr marL="80524">
              <a:spcBef>
                <a:spcPts val="1490"/>
              </a:spcBef>
            </a:pPr>
            <a:r>
              <a:rPr b="1" dirty="0"/>
              <a:t>Key characteristics</a:t>
            </a:r>
            <a:r>
              <a:rPr dirty="0"/>
              <a:t>: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Uncertainty about the environment </a:t>
            </a:r>
            <a:r>
              <a:rPr lang="en-US" dirty="0"/>
              <a:t>leads to a need for sensing.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b="1" dirty="0"/>
              <a:t>No supervisor</a:t>
            </a:r>
            <a:r>
              <a:rPr lang="en-US" dirty="0"/>
              <a:t>: discover actions by trying them (d</a:t>
            </a:r>
            <a:r>
              <a:rPr dirty="0"/>
              <a:t>ata-driven</a:t>
            </a:r>
            <a:r>
              <a:rPr lang="en-US" dirty="0"/>
              <a:t>)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Sequential decision making</a:t>
            </a:r>
            <a:r>
              <a:rPr lang="en-US" dirty="0"/>
              <a:t>: </a:t>
            </a:r>
            <a:r>
              <a:rPr dirty="0"/>
              <a:t>Agent actions affect subsequent data</a:t>
            </a:r>
            <a:r>
              <a:rPr lang="en-US" dirty="0"/>
              <a:t>. Agent maximizes over future (delayed) rewards which need to be estimated!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dirty="0"/>
              <a:t>Action discovery and maximization lead to a tradeoff: </a:t>
            </a:r>
            <a:r>
              <a:rPr lang="en-US" b="1" dirty="0"/>
              <a:t>exploit vs. explore </a:t>
            </a:r>
            <a:endParaRPr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681BB07-B23B-5335-3852-AA8D421D7EBD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3DEF8C9-FCEE-FF20-9525-87CE1457AADE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8" name="Picture 2" descr="undefined">
                <a:extLst>
                  <a:ext uri="{FF2B5EF4-FFF2-40B4-BE49-F238E27FC236}">
                    <a16:creationId xmlns:a16="http://schemas.microsoft.com/office/drawing/2014/main" id="{61B1D5C2-D35E-5F00-0240-853B509EAB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F811335-F77A-258B-A569-9D39C873D888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424E3-F30E-865F-9334-60F66FE60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A253552-B9B3-75C4-A0B9-490BC18FD0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Agent and Environment</a:t>
            </a:r>
            <a:endParaRPr spc="-2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C92E10-6D65-7A59-66EB-2927D572BF5B}"/>
              </a:ext>
            </a:extLst>
          </p:cNvPr>
          <p:cNvSpPr txBox="1"/>
          <p:nvPr/>
        </p:nvSpPr>
        <p:spPr>
          <a:xfrm>
            <a:off x="591424" y="5741858"/>
            <a:ext cx="10918271" cy="64588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26841" marR="10737">
              <a:lnSpc>
                <a:spcPct val="101499"/>
              </a:lnSpc>
              <a:spcBef>
                <a:spcPts val="169"/>
              </a:spcBef>
            </a:pPr>
            <a:r>
              <a:rPr lang="en-US" b="1" dirty="0"/>
              <a:t>Remark on time: </a:t>
            </a:r>
            <a:r>
              <a:rPr lang="en-US" dirty="0"/>
              <a:t> In AI, we often assume a time delay of one unit between executing the action and receiving the next state as well as the reward. This is called a discrete-time process (vs. a continuous-time process).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/>
              <p:nvPr/>
            </p:nvSpPr>
            <p:spPr>
              <a:xfrm>
                <a:off x="6666046" y="3606083"/>
                <a:ext cx="3771720" cy="1807860"/>
              </a:xfrm>
              <a:prstGeom prst="wedgeRoundRectCallout">
                <a:avLst>
                  <a:gd name="adj1" fmla="val -110581"/>
                  <a:gd name="adj2" fmla="val 17712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490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agent: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the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Picks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3606083"/>
                <a:ext cx="3771720" cy="1807860"/>
              </a:xfrm>
              <a:prstGeom prst="wedgeRoundRectCallout">
                <a:avLst>
                  <a:gd name="adj1" fmla="val -110581"/>
                  <a:gd name="adj2" fmla="val 17712"/>
                  <a:gd name="adj3" fmla="val 16667"/>
                </a:avLst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/>
              <p:nvPr/>
            </p:nvSpPr>
            <p:spPr>
              <a:xfrm>
                <a:off x="6666046" y="558412"/>
                <a:ext cx="3771720" cy="2924684"/>
              </a:xfrm>
              <a:prstGeom prst="wedgeRoundRectCallout">
                <a:avLst>
                  <a:gd name="adj1" fmla="val -110589"/>
                  <a:gd name="adj2" fmla="val -1839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We often model the interpreter as part of the environment.</a:t>
                </a:r>
              </a:p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environment:</a:t>
                </a:r>
              </a:p>
              <a:p>
                <a:pPr marL="366274" indent="-285750">
                  <a:spcBef>
                    <a:spcPts val="1289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6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697"/>
                  </a:spcBef>
                </a:pPr>
                <a:r>
                  <a:rPr lang="en-US" dirty="0"/>
                  <a:t>The time increments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558412"/>
                <a:ext cx="3771720" cy="2924684"/>
              </a:xfrm>
              <a:prstGeom prst="wedgeRoundRectCallout">
                <a:avLst>
                  <a:gd name="adj1" fmla="val -110589"/>
                  <a:gd name="adj2" fmla="val -18397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74E0FB57-A8F3-C51E-E3F8-BE72DEC5E123}"/>
              </a:ext>
            </a:extLst>
          </p:cNvPr>
          <p:cNvGrpSpPr/>
          <p:nvPr/>
        </p:nvGrpSpPr>
        <p:grpSpPr>
          <a:xfrm>
            <a:off x="1586821" y="1395043"/>
            <a:ext cx="4207277" cy="4067913"/>
            <a:chOff x="1586821" y="1395043"/>
            <a:chExt cx="4207277" cy="406791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94A6329-3154-A3C3-1569-C581ED57786B}"/>
                </a:ext>
              </a:extLst>
            </p:cNvPr>
            <p:cNvGrpSpPr/>
            <p:nvPr/>
          </p:nvGrpSpPr>
          <p:grpSpPr>
            <a:xfrm>
              <a:off x="1586821" y="1395043"/>
              <a:ext cx="4207277" cy="4067913"/>
              <a:chOff x="1586821" y="1395043"/>
              <a:chExt cx="4207277" cy="4067913"/>
            </a:xfrm>
          </p:grpSpPr>
          <p:pic>
            <p:nvPicPr>
              <p:cNvPr id="1026" name="Picture 2" descr="undefined">
                <a:extLst>
                  <a:ext uri="{FF2B5EF4-FFF2-40B4-BE49-F238E27FC236}">
                    <a16:creationId xmlns:a16="http://schemas.microsoft.com/office/drawing/2014/main" id="{3C85739F-DA4A-3E31-59A1-72C3F0652A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A59FD58-7C26-E577-7006-FA8928A785A6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A59FD58-7C26-E577-7006-FA8928A785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3177E4B7-379F-1F75-E109-B9339624911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3177E4B7-379F-1F75-E109-B933962491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DEF2A0-F256-66F2-B86C-E3B749E7BE38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DEF2A0-F256-66F2-B86C-E3B749E7BE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9FFD21E-A444-F220-1768-AC2A0A136F2F}"/>
                </a:ext>
              </a:extLst>
            </p:cNvPr>
            <p:cNvSpPr txBox="1"/>
            <p:nvPr/>
          </p:nvSpPr>
          <p:spPr>
            <a:xfrm rot="20152154">
              <a:off x="1664921" y="1552713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3026899"/>
      </p:ext>
    </p:extLst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spc="-21" dirty="0"/>
              <a:t>RL and Machine Learning</a:t>
            </a:r>
            <a:endParaRPr spc="-74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D0DD8A4-7B1D-A611-865B-8904279B843A}"/>
              </a:ext>
            </a:extLst>
          </p:cNvPr>
          <p:cNvGrpSpPr/>
          <p:nvPr/>
        </p:nvGrpSpPr>
        <p:grpSpPr>
          <a:xfrm>
            <a:off x="1607217" y="2020402"/>
            <a:ext cx="8586590" cy="4472473"/>
            <a:chOff x="1774741" y="1393146"/>
            <a:chExt cx="8586590" cy="4472473"/>
          </a:xfrm>
        </p:grpSpPr>
        <p:grpSp>
          <p:nvGrpSpPr>
            <p:cNvPr id="3" name="object 3"/>
            <p:cNvGrpSpPr/>
            <p:nvPr/>
          </p:nvGrpSpPr>
          <p:grpSpPr>
            <a:xfrm>
              <a:off x="5342545" y="1393146"/>
              <a:ext cx="2179529" cy="1405152"/>
              <a:chOff x="2526404" y="470632"/>
              <a:chExt cx="1031240" cy="664845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2610407" y="733845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90">
                    <a:moveTo>
                      <a:pt x="761548" y="364429"/>
                    </a:moveTo>
                    <a:lnTo>
                      <a:pt x="93719" y="364429"/>
                    </a:lnTo>
                    <a:lnTo>
                      <a:pt x="57166" y="357090"/>
                    </a:lnTo>
                    <a:lnTo>
                      <a:pt x="27385" y="337051"/>
                    </a:lnTo>
                    <a:lnTo>
                      <a:pt x="7340" y="307275"/>
                    </a:lnTo>
                    <a:lnTo>
                      <a:pt x="0" y="270724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24"/>
                    </a:lnTo>
                    <a:lnTo>
                      <a:pt x="847915" y="307275"/>
                    </a:lnTo>
                    <a:lnTo>
                      <a:pt x="827875" y="337051"/>
                    </a:lnTo>
                    <a:lnTo>
                      <a:pt x="798099" y="357090"/>
                    </a:lnTo>
                    <a:lnTo>
                      <a:pt x="761548" y="364429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2530849" y="475077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72"/>
                    </a:lnTo>
                    <a:lnTo>
                      <a:pt x="27377" y="628449"/>
                    </a:lnTo>
                    <a:lnTo>
                      <a:pt x="57154" y="648488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88"/>
                    </a:lnTo>
                    <a:lnTo>
                      <a:pt x="994931" y="628449"/>
                    </a:lnTo>
                    <a:lnTo>
                      <a:pt x="1014992" y="598672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2162264" y="3220446"/>
              <a:ext cx="1409178" cy="748713"/>
            </a:xfrm>
            <a:prstGeom prst="rect">
              <a:avLst/>
            </a:prstGeom>
          </p:spPr>
          <p:txBody>
            <a:bodyPr vert="horz" wrap="square" lIns="0" tIns="96629" rIns="0" bIns="0" rtlCol="0">
              <a:spAutoFit/>
            </a:bodyPr>
            <a:lstStyle/>
            <a:p>
              <a:pPr marL="26841" marR="10737" indent="34894">
                <a:lnSpc>
                  <a:spcPts val="2473"/>
                </a:lnSpc>
                <a:spcBef>
                  <a:spcPts val="761"/>
                </a:spcBef>
              </a:pPr>
              <a:r>
                <a:rPr sz="2536" b="1" spc="-21" dirty="0">
                  <a:cs typeface="Arial"/>
                </a:rPr>
                <a:t>Machine Learning</a:t>
              </a:r>
              <a:endParaRPr sz="2536" dirty="0"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5619129" y="1429407"/>
              <a:ext cx="1582306" cy="1195797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51654" marR="136889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cs typeface="Arial"/>
                </a:rPr>
                <a:t>Unsupervised</a:t>
              </a:r>
              <a:r>
                <a:rPr sz="1479" b="1" spc="1057" dirty="0">
                  <a:cs typeface="Arial"/>
                </a:rPr>
                <a:t> </a:t>
              </a:r>
              <a:r>
                <a:rPr sz="1479" b="1" spc="-21" dirty="0">
                  <a:cs typeface="Arial"/>
                </a:rPr>
                <a:t>Learning</a:t>
              </a:r>
              <a:endParaRPr sz="1479">
                <a:cs typeface="Arial"/>
              </a:endParaRPr>
            </a:p>
            <a:p>
              <a:pPr marL="26841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Process </a:t>
              </a:r>
              <a:r>
                <a:rPr sz="1268" dirty="0">
                  <a:cs typeface="Arial"/>
                </a:rPr>
                <a:t>and</a:t>
              </a:r>
              <a:r>
                <a:rPr sz="1268" spc="-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interpret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data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based</a:t>
              </a:r>
              <a:r>
                <a:rPr sz="1268" spc="-42" dirty="0">
                  <a:cs typeface="Arial"/>
                </a:rPr>
                <a:t> only</a:t>
              </a:r>
              <a:endParaRPr sz="1268">
                <a:cs typeface="Arial"/>
              </a:endParaRPr>
            </a:p>
            <a:p>
              <a:pPr algn="ctr">
                <a:spcBef>
                  <a:spcPts val="53"/>
                </a:spcBef>
              </a:pPr>
              <a:r>
                <a:rPr sz="1268" dirty="0">
                  <a:cs typeface="Arial"/>
                </a:rPr>
                <a:t>on</a:t>
              </a:r>
              <a:r>
                <a:rPr sz="1268" spc="-53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the</a:t>
              </a:r>
              <a:r>
                <a:rPr sz="1268" spc="-53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input</a:t>
              </a:r>
              <a:endParaRPr sz="1268"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42545" y="2914236"/>
              <a:ext cx="2179529" cy="1405152"/>
              <a:chOff x="2526404" y="1190333"/>
              <a:chExt cx="1031240" cy="66484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2610407" y="1453500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3"/>
                    </a:lnTo>
                    <a:lnTo>
                      <a:pt x="27385" y="337089"/>
                    </a:lnTo>
                    <a:lnTo>
                      <a:pt x="7340" y="307310"/>
                    </a:lnTo>
                    <a:lnTo>
                      <a:pt x="0" y="270785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85"/>
                    </a:lnTo>
                    <a:lnTo>
                      <a:pt x="847915" y="307310"/>
                    </a:lnTo>
                    <a:lnTo>
                      <a:pt x="827875" y="337089"/>
                    </a:lnTo>
                    <a:lnTo>
                      <a:pt x="798099" y="357143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2530849" y="1194778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562061"/>
                    </a:lnTo>
                    <a:lnTo>
                      <a:pt x="7338" y="598611"/>
                    </a:lnTo>
                    <a:lnTo>
                      <a:pt x="27377" y="628388"/>
                    </a:lnTo>
                    <a:lnTo>
                      <a:pt x="57154" y="648427"/>
                    </a:lnTo>
                    <a:lnTo>
                      <a:pt x="93704" y="655765"/>
                    </a:lnTo>
                    <a:lnTo>
                      <a:pt x="928574" y="655765"/>
                    </a:lnTo>
                    <a:lnTo>
                      <a:pt x="965134" y="648427"/>
                    </a:lnTo>
                    <a:lnTo>
                      <a:pt x="994931" y="628388"/>
                    </a:lnTo>
                    <a:lnTo>
                      <a:pt x="1014992" y="598611"/>
                    </a:lnTo>
                    <a:lnTo>
                      <a:pt x="1022339" y="562061"/>
                    </a:lnTo>
                    <a:lnTo>
                      <a:pt x="1022339" y="93704"/>
                    </a:lnTo>
                    <a:lnTo>
                      <a:pt x="1014992" y="57154"/>
                    </a:lnTo>
                    <a:lnTo>
                      <a:pt x="994931" y="27377"/>
                    </a:lnTo>
                    <a:lnTo>
                      <a:pt x="96513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1" name="object 11"/>
            <p:cNvSpPr txBox="1"/>
            <p:nvPr/>
          </p:nvSpPr>
          <p:spPr>
            <a:xfrm>
              <a:off x="5806881" y="2950440"/>
              <a:ext cx="1210551" cy="1177074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81866" marR="69788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cs typeface="Arial"/>
                </a:rPr>
                <a:t>Supervised</a:t>
              </a:r>
              <a:r>
                <a:rPr sz="1479" b="1" spc="1057" dirty="0">
                  <a:cs typeface="Arial"/>
                </a:rPr>
                <a:t> </a:t>
              </a:r>
              <a:r>
                <a:rPr sz="1479" b="1" spc="-21" dirty="0">
                  <a:cs typeface="Arial"/>
                </a:rPr>
                <a:t>Learning</a:t>
              </a:r>
              <a:endParaRPr sz="1479">
                <a:cs typeface="Arial"/>
              </a:endParaRPr>
            </a:p>
            <a:p>
              <a:pPr marL="26841" marR="10737" indent="-4026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Develop</a:t>
              </a:r>
              <a:r>
                <a:rPr sz="1268" spc="-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models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to</a:t>
              </a:r>
              <a:r>
                <a:rPr sz="1268" spc="-53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map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input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and</a:t>
              </a:r>
              <a:r>
                <a:rPr sz="1268" spc="-3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output </a:t>
              </a:r>
              <a:r>
                <a:rPr sz="1268" spc="-42" dirty="0">
                  <a:cs typeface="Arial"/>
                </a:rPr>
                <a:t>data</a:t>
              </a:r>
              <a:endParaRPr sz="1268">
                <a:cs typeface="Arial"/>
              </a:endParaRPr>
            </a:p>
          </p:txBody>
        </p:sp>
        <p:grpSp>
          <p:nvGrpSpPr>
            <p:cNvPr id="12" name="object 12"/>
            <p:cNvGrpSpPr/>
            <p:nvPr/>
          </p:nvGrpSpPr>
          <p:grpSpPr>
            <a:xfrm>
              <a:off x="5342545" y="4460467"/>
              <a:ext cx="2179529" cy="1405152"/>
              <a:chOff x="2526404" y="1921929"/>
              <a:chExt cx="1031240" cy="664845"/>
            </a:xfrm>
          </p:grpSpPr>
          <p:sp>
            <p:nvSpPr>
              <p:cNvPr id="14" name="object 14"/>
              <p:cNvSpPr/>
              <p:nvPr/>
            </p:nvSpPr>
            <p:spPr>
              <a:xfrm>
                <a:off x="2530849" y="1926374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46"/>
                    </a:lnTo>
                    <a:lnTo>
                      <a:pt x="27377" y="628426"/>
                    </a:lnTo>
                    <a:lnTo>
                      <a:pt x="57154" y="648479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79"/>
                    </a:lnTo>
                    <a:lnTo>
                      <a:pt x="994931" y="628426"/>
                    </a:lnTo>
                    <a:lnTo>
                      <a:pt x="1014992" y="598646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610407" y="2185096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9"/>
                    </a:lnTo>
                    <a:lnTo>
                      <a:pt x="27385" y="337105"/>
                    </a:lnTo>
                    <a:lnTo>
                      <a:pt x="7340" y="307323"/>
                    </a:lnTo>
                    <a:lnTo>
                      <a:pt x="0" y="270770"/>
                    </a:lnTo>
                    <a:lnTo>
                      <a:pt x="0" y="93765"/>
                    </a:lnTo>
                    <a:lnTo>
                      <a:pt x="7340" y="57205"/>
                    </a:lnTo>
                    <a:lnTo>
                      <a:pt x="27385" y="27407"/>
                    </a:lnTo>
                    <a:lnTo>
                      <a:pt x="57166" y="7347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47"/>
                    </a:lnTo>
                    <a:lnTo>
                      <a:pt x="827875" y="27407"/>
                    </a:lnTo>
                    <a:lnTo>
                      <a:pt x="847915" y="57205"/>
                    </a:lnTo>
                    <a:lnTo>
                      <a:pt x="855253" y="93765"/>
                    </a:lnTo>
                    <a:lnTo>
                      <a:pt x="855253" y="270770"/>
                    </a:lnTo>
                    <a:lnTo>
                      <a:pt x="847915" y="307323"/>
                    </a:lnTo>
                    <a:lnTo>
                      <a:pt x="827875" y="337105"/>
                    </a:lnTo>
                    <a:lnTo>
                      <a:pt x="798099" y="357149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5" name="object 15"/>
            <p:cNvSpPr txBox="1"/>
            <p:nvPr/>
          </p:nvSpPr>
          <p:spPr>
            <a:xfrm>
              <a:off x="5632474" y="4496718"/>
              <a:ext cx="1555464" cy="1177074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00655" marR="85893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solidFill>
                    <a:schemeClr val="bg1"/>
                  </a:solidFill>
                  <a:cs typeface="Arial"/>
                </a:rPr>
                <a:t>Reinforcement</a:t>
              </a:r>
              <a:r>
                <a:rPr sz="1479" b="1" spc="1057" dirty="0">
                  <a:solidFill>
                    <a:schemeClr val="bg1"/>
                  </a:solidFill>
                  <a:cs typeface="Arial"/>
                </a:rPr>
                <a:t> </a:t>
              </a:r>
              <a:r>
                <a:rPr sz="1479" b="1" spc="-21" dirty="0">
                  <a:solidFill>
                    <a:schemeClr val="bg1"/>
                  </a:solidFill>
                  <a:cs typeface="Arial"/>
                </a:rPr>
                <a:t>Learning</a:t>
              </a:r>
              <a:endParaRPr sz="1479" dirty="0">
                <a:solidFill>
                  <a:schemeClr val="bg1"/>
                </a:solidFill>
                <a:cs typeface="Arial"/>
              </a:endParaRPr>
            </a:p>
            <a:p>
              <a:pPr marL="25499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Learn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optimal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control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actions</a:t>
              </a:r>
              <a:r>
                <a:rPr sz="1268" spc="-42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to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maximize</a:t>
              </a:r>
              <a:r>
                <a:rPr sz="1268" spc="1057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long-</a:t>
              </a:r>
              <a:r>
                <a:rPr sz="1268" dirty="0">
                  <a:cs typeface="Arial"/>
                </a:rPr>
                <a:t>term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reward</a:t>
              </a:r>
              <a:endParaRPr sz="1268" dirty="0">
                <a:cs typeface="Arial"/>
              </a:endParaRPr>
            </a:p>
          </p:txBody>
        </p:sp>
        <p:grpSp>
          <p:nvGrpSpPr>
            <p:cNvPr id="16" name="object 16"/>
            <p:cNvGrpSpPr/>
            <p:nvPr/>
          </p:nvGrpSpPr>
          <p:grpSpPr>
            <a:xfrm>
              <a:off x="1774741" y="1394751"/>
              <a:ext cx="8586590" cy="3729623"/>
              <a:chOff x="838304" y="471392"/>
              <a:chExt cx="4062729" cy="1764664"/>
            </a:xfrm>
          </p:grpSpPr>
          <p:sp>
            <p:nvSpPr>
              <p:cNvPr id="17" name="object 17"/>
              <p:cNvSpPr/>
              <p:nvPr/>
            </p:nvSpPr>
            <p:spPr>
              <a:xfrm>
                <a:off x="842749" y="1336673"/>
                <a:ext cx="1022350" cy="379730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379730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285692"/>
                    </a:lnTo>
                    <a:lnTo>
                      <a:pt x="7338" y="322253"/>
                    </a:lnTo>
                    <a:lnTo>
                      <a:pt x="27377" y="352050"/>
                    </a:lnTo>
                    <a:lnTo>
                      <a:pt x="57154" y="372110"/>
                    </a:lnTo>
                    <a:lnTo>
                      <a:pt x="93704" y="379458"/>
                    </a:lnTo>
                    <a:lnTo>
                      <a:pt x="928574" y="379458"/>
                    </a:lnTo>
                    <a:lnTo>
                      <a:pt x="965124" y="372110"/>
                    </a:lnTo>
                    <a:lnTo>
                      <a:pt x="994901" y="352050"/>
                    </a:lnTo>
                    <a:lnTo>
                      <a:pt x="1014940" y="322253"/>
                    </a:lnTo>
                    <a:lnTo>
                      <a:pt x="1022279" y="285692"/>
                    </a:lnTo>
                    <a:lnTo>
                      <a:pt x="1022279" y="93704"/>
                    </a:lnTo>
                    <a:lnTo>
                      <a:pt x="1014940" y="57154"/>
                    </a:lnTo>
                    <a:lnTo>
                      <a:pt x="994901" y="27377"/>
                    </a:lnTo>
                    <a:lnTo>
                      <a:pt x="96512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68542" y="878418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455350"/>
                    </a:moveTo>
                    <a:lnTo>
                      <a:pt x="560342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19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338539" y="814167"/>
                <a:ext cx="167138" cy="159170"/>
              </a:xfrm>
              <a:prstGeom prst="rect">
                <a:avLst/>
              </a:prstGeom>
            </p:spPr>
          </p:pic>
          <p:pic>
            <p:nvPicPr>
              <p:cNvPr id="20" name="object 20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1527" y="752220"/>
                <a:ext cx="265623" cy="97723"/>
              </a:xfrm>
              <a:prstGeom prst="rect">
                <a:avLst/>
              </a:prstGeom>
            </p:spPr>
          </p:pic>
          <p:sp>
            <p:nvSpPr>
              <p:cNvPr id="21" name="object 21"/>
              <p:cNvSpPr/>
              <p:nvPr/>
            </p:nvSpPr>
            <p:spPr>
              <a:xfrm>
                <a:off x="1865028" y="1716132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0"/>
                    </a:moveTo>
                    <a:lnTo>
                      <a:pt x="560402" y="455411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22" name="object 22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335096" y="2076551"/>
                <a:ext cx="167071" cy="159198"/>
              </a:xfrm>
              <a:prstGeom prst="rect">
                <a:avLst/>
              </a:prstGeom>
            </p:spPr>
          </p:pic>
          <p:sp>
            <p:nvSpPr>
              <p:cNvPr id="23" name="object 23"/>
              <p:cNvSpPr/>
              <p:nvPr/>
            </p:nvSpPr>
            <p:spPr>
              <a:xfrm>
                <a:off x="3874188" y="47583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4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8"/>
                    </a:lnTo>
                    <a:lnTo>
                      <a:pt x="19383" y="15700"/>
                    </a:lnTo>
                    <a:lnTo>
                      <a:pt x="5196" y="32774"/>
                    </a:lnTo>
                    <a:lnTo>
                      <a:pt x="0" y="53728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28"/>
                    </a:lnTo>
                    <a:lnTo>
                      <a:pt x="1017139" y="32774"/>
                    </a:lnTo>
                    <a:lnTo>
                      <a:pt x="1002941" y="15700"/>
                    </a:lnTo>
                    <a:lnTo>
                      <a:pt x="981845" y="4208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3874188" y="70158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3874188" y="930123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598"/>
                    </a:lnTo>
                    <a:lnTo>
                      <a:pt x="19383" y="182653"/>
                    </a:lnTo>
                    <a:lnTo>
                      <a:pt x="40455" y="194139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39"/>
                    </a:lnTo>
                    <a:lnTo>
                      <a:pt x="1002941" y="182653"/>
                    </a:lnTo>
                    <a:lnTo>
                      <a:pt x="1017139" y="165598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6" name="object 26"/>
            <p:cNvSpPr txBox="1"/>
            <p:nvPr/>
          </p:nvSpPr>
          <p:spPr>
            <a:xfrm>
              <a:off x="8811729" y="1462377"/>
              <a:ext cx="923347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Clustering</a:t>
              </a:r>
              <a:endParaRPr sz="1479"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8330632" y="1938651"/>
              <a:ext cx="1888297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Dimension</a:t>
              </a:r>
              <a:r>
                <a:rPr sz="1479" spc="127" dirty="0">
                  <a:cs typeface="Arial"/>
                </a:rPr>
                <a:t> </a:t>
              </a:r>
              <a:r>
                <a:rPr sz="1479" spc="-21" dirty="0">
                  <a:cs typeface="Arial"/>
                </a:rPr>
                <a:t>Reduction</a:t>
              </a:r>
              <a:endParaRPr sz="1479"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8181695" y="2526497"/>
              <a:ext cx="2179529" cy="1797038"/>
              <a:chOff x="3869743" y="1006875"/>
              <a:chExt cx="1031240" cy="85026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3874188" y="119982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3874188" y="1425632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3874188" y="1654159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40" name="object 40"/>
            <p:cNvSpPr txBox="1"/>
            <p:nvPr/>
          </p:nvSpPr>
          <p:spPr>
            <a:xfrm>
              <a:off x="8758042" y="2992600"/>
              <a:ext cx="1030713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Regression</a:t>
              </a:r>
              <a:endParaRPr sz="1479"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679530" y="3468873"/>
              <a:ext cx="1190420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Classification</a:t>
              </a:r>
              <a:endParaRPr sz="1479">
                <a:cs typeface="Arial"/>
              </a:endParaRPr>
            </a:p>
          </p:txBody>
        </p:sp>
        <p:grpSp>
          <p:nvGrpSpPr>
            <p:cNvPr id="42" name="object 42"/>
            <p:cNvGrpSpPr/>
            <p:nvPr/>
          </p:nvGrpSpPr>
          <p:grpSpPr>
            <a:xfrm>
              <a:off x="8181695" y="4056781"/>
              <a:ext cx="2179529" cy="1799722"/>
              <a:chOff x="3869743" y="1730926"/>
              <a:chExt cx="1031240" cy="851535"/>
            </a:xfrm>
          </p:grpSpPr>
          <p:sp>
            <p:nvSpPr>
              <p:cNvPr id="43" name="object 43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3874188" y="192512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3874188" y="215087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607"/>
                    </a:lnTo>
                    <a:lnTo>
                      <a:pt x="19383" y="182684"/>
                    </a:lnTo>
                    <a:lnTo>
                      <a:pt x="40455" y="194190"/>
                    </a:lnTo>
                    <a:lnTo>
                      <a:pt x="66308" y="198407"/>
                    </a:lnTo>
                    <a:lnTo>
                      <a:pt x="955955" y="198407"/>
                    </a:lnTo>
                    <a:lnTo>
                      <a:pt x="981845" y="194190"/>
                    </a:lnTo>
                    <a:lnTo>
                      <a:pt x="1002941" y="182684"/>
                    </a:lnTo>
                    <a:lnTo>
                      <a:pt x="1017139" y="165607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3874188" y="237945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8693425" y="4525475"/>
              <a:ext cx="1159552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Single-</a:t>
              </a:r>
              <a:r>
                <a:rPr sz="1479" spc="-21" dirty="0">
                  <a:cs typeface="Arial"/>
                </a:rPr>
                <a:t>Agent</a:t>
              </a:r>
              <a:endParaRPr sz="1479">
                <a:cs typeface="Arial"/>
              </a:endParaRPr>
            </a:p>
          </p:txBody>
        </p:sp>
        <p:sp>
          <p:nvSpPr>
            <p:cNvPr id="55" name="object 55"/>
            <p:cNvSpPr txBox="1"/>
            <p:nvPr/>
          </p:nvSpPr>
          <p:spPr>
            <a:xfrm>
              <a:off x="8759784" y="5001746"/>
              <a:ext cx="1029371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Multi-</a:t>
              </a:r>
              <a:r>
                <a:rPr sz="1479" spc="-21" dirty="0">
                  <a:cs typeface="Arial"/>
                </a:rPr>
                <a:t>Agent</a:t>
              </a:r>
              <a:endParaRPr sz="1479">
                <a:cs typeface="Arial"/>
              </a:endParaRPr>
            </a:p>
          </p:txBody>
        </p:sp>
        <p:grpSp>
          <p:nvGrpSpPr>
            <p:cNvPr id="56" name="object 56"/>
            <p:cNvGrpSpPr/>
            <p:nvPr/>
          </p:nvGrpSpPr>
          <p:grpSpPr>
            <a:xfrm>
              <a:off x="3964337" y="1634873"/>
              <a:ext cx="5662212" cy="4077222"/>
              <a:chOff x="1874307" y="585005"/>
              <a:chExt cx="2679065" cy="1929130"/>
            </a:xfrm>
          </p:grpSpPr>
          <p:sp>
            <p:nvSpPr>
              <p:cNvPr id="57" name="object 57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65" name="object 65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74554" y="585005"/>
                <a:ext cx="273417" cy="178996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3568910" y="851303"/>
                <a:ext cx="273356" cy="178980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3571648" y="1309111"/>
                <a:ext cx="279053" cy="445277"/>
              </a:xfrm>
              <a:prstGeom prst="rect">
                <a:avLst/>
              </a:prstGeom>
            </p:spPr>
          </p:pic>
          <p:pic>
            <p:nvPicPr>
              <p:cNvPr id="68" name="object 68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3571648" y="2037441"/>
                <a:ext cx="279046" cy="445339"/>
              </a:xfrm>
              <a:prstGeom prst="rect">
                <a:avLst/>
              </a:prstGeom>
            </p:spPr>
          </p:pic>
          <p:sp>
            <p:nvSpPr>
              <p:cNvPr id="69" name="object 69"/>
              <p:cNvSpPr/>
              <p:nvPr/>
            </p:nvSpPr>
            <p:spPr>
              <a:xfrm>
                <a:off x="1892957" y="1525102"/>
                <a:ext cx="508000" cy="1270"/>
              </a:xfrm>
              <a:custGeom>
                <a:avLst/>
                <a:gdLst/>
                <a:ahLst/>
                <a:cxnLst/>
                <a:rect l="l" t="t" r="r" b="b"/>
                <a:pathLst>
                  <a:path w="508000" h="1269">
                    <a:moveTo>
                      <a:pt x="0" y="1125"/>
                    </a:moveTo>
                    <a:lnTo>
                      <a:pt x="507754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70" name="object 70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2347634" y="1440637"/>
                <a:ext cx="149137" cy="169109"/>
              </a:xfrm>
              <a:prstGeom prst="rect">
                <a:avLst/>
              </a:prstGeom>
            </p:spPr>
          </p:pic>
        </p:grpSp>
      </p:grpSp>
      <p:sp>
        <p:nvSpPr>
          <p:cNvPr id="71" name="object 71"/>
          <p:cNvSpPr txBox="1"/>
          <p:nvPr/>
        </p:nvSpPr>
        <p:spPr>
          <a:xfrm>
            <a:off x="852178" y="1471072"/>
            <a:ext cx="6482703" cy="70208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26841">
              <a:spcBef>
                <a:spcPts val="201"/>
              </a:spcBef>
            </a:pPr>
            <a:r>
              <a:rPr lang="en-US" sz="2114" spc="-42" dirty="0">
                <a:cs typeface="Tahoma"/>
              </a:rPr>
              <a:t>Machine learning is studied in AI to learn from examples.</a:t>
            </a:r>
          </a:p>
          <a:p>
            <a:pPr marL="26841">
              <a:spcBef>
                <a:spcPts val="201"/>
              </a:spcBef>
            </a:pPr>
            <a:r>
              <a:rPr lang="en-US" sz="2114" spc="-42" dirty="0">
                <a:cs typeface="Tahoma"/>
              </a:rPr>
              <a:t>RL is a 3</a:t>
            </a:r>
            <a:r>
              <a:rPr lang="en-US" sz="2114" spc="-42" baseline="30000" dirty="0">
                <a:cs typeface="Tahoma"/>
              </a:rPr>
              <a:t>rd</a:t>
            </a:r>
            <a:r>
              <a:rPr lang="en-US" sz="2114" spc="-42" dirty="0">
                <a:cs typeface="Tahoma"/>
              </a:rPr>
              <a:t> type</a:t>
            </a:r>
            <a:r>
              <a:rPr sz="2114" spc="-42" dirty="0">
                <a:cs typeface="Tahoma"/>
              </a:rPr>
              <a:t> </a:t>
            </a:r>
            <a:r>
              <a:rPr sz="2114" dirty="0">
                <a:cs typeface="Tahoma"/>
              </a:rPr>
              <a:t>of</a:t>
            </a:r>
            <a:r>
              <a:rPr sz="2114" spc="-42" dirty="0">
                <a:cs typeface="Tahoma"/>
              </a:rPr>
              <a:t> </a:t>
            </a:r>
            <a:r>
              <a:rPr sz="2114" spc="-74" dirty="0">
                <a:cs typeface="Tahoma"/>
              </a:rPr>
              <a:t>machine</a:t>
            </a:r>
            <a:r>
              <a:rPr sz="2114" spc="-53" dirty="0">
                <a:cs typeface="Tahoma"/>
              </a:rPr>
              <a:t> learning</a:t>
            </a:r>
            <a:endParaRPr sz="2114" dirty="0"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Many</a:t>
            </a:r>
            <a:r>
              <a:rPr spc="-53" dirty="0"/>
              <a:t> </a:t>
            </a:r>
            <a:r>
              <a:rPr lang="en-US" spc="-116" dirty="0"/>
              <a:t>F</a:t>
            </a:r>
            <a:r>
              <a:rPr spc="-116" dirty="0"/>
              <a:t>aces</a:t>
            </a:r>
            <a:r>
              <a:rPr spc="-53" dirty="0"/>
              <a:t> </a:t>
            </a:r>
            <a:r>
              <a:rPr dirty="0"/>
              <a:t>of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85" dirty="0"/>
              <a:t>L</a:t>
            </a:r>
            <a:r>
              <a:rPr spc="-85" dirty="0"/>
              <a:t>earning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C59A67A-1F9D-59E6-6AA0-4DBEB7F34EDF}"/>
              </a:ext>
            </a:extLst>
          </p:cNvPr>
          <p:cNvGrpSpPr/>
          <p:nvPr/>
        </p:nvGrpSpPr>
        <p:grpSpPr>
          <a:xfrm>
            <a:off x="4157239" y="1541904"/>
            <a:ext cx="4434214" cy="4502659"/>
            <a:chOff x="3841898" y="841461"/>
            <a:chExt cx="4434214" cy="4502659"/>
          </a:xfrm>
        </p:grpSpPr>
        <p:grpSp>
          <p:nvGrpSpPr>
            <p:cNvPr id="3" name="object 3"/>
            <p:cNvGrpSpPr/>
            <p:nvPr/>
          </p:nvGrpSpPr>
          <p:grpSpPr>
            <a:xfrm>
              <a:off x="3841898" y="841461"/>
              <a:ext cx="4434214" cy="4502659"/>
              <a:chOff x="1816376" y="398135"/>
              <a:chExt cx="2098040" cy="2130425"/>
            </a:xfrm>
          </p:grpSpPr>
          <p:pic>
            <p:nvPicPr>
              <p:cNvPr id="4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258018" y="906178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5" name="object 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2254235" y="398135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6" name="object 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712029" y="642056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7" name="object 7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712029" y="1153852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8" name="object 8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258018" y="1397773"/>
                <a:ext cx="1202277" cy="1130631"/>
              </a:xfrm>
              <a:prstGeom prst="rect">
                <a:avLst/>
              </a:prstGeom>
            </p:spPr>
          </p:pic>
          <p:pic>
            <p:nvPicPr>
              <p:cNvPr id="9" name="object 9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1816376" y="1153852"/>
                <a:ext cx="1189908" cy="1187122"/>
              </a:xfrm>
              <a:prstGeom prst="rect">
                <a:avLst/>
              </a:prstGeom>
            </p:spPr>
          </p:pic>
          <p:pic>
            <p:nvPicPr>
              <p:cNvPr id="10" name="object 10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816376" y="642056"/>
                <a:ext cx="1189908" cy="1187122"/>
              </a:xfrm>
              <a:prstGeom prst="rect">
                <a:avLst/>
              </a:prstGeom>
            </p:spPr>
          </p:pic>
          <p:sp>
            <p:nvSpPr>
              <p:cNvPr id="11" name="object 11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566955" y="0"/>
                    </a:moveTo>
                    <a:lnTo>
                      <a:pt x="522924" y="0"/>
                    </a:lnTo>
                    <a:lnTo>
                      <a:pt x="479009" y="3477"/>
                    </a:lnTo>
                    <a:lnTo>
                      <a:pt x="435440" y="10432"/>
                    </a:lnTo>
                    <a:lnTo>
                      <a:pt x="392450" y="20864"/>
                    </a:lnTo>
                    <a:lnTo>
                      <a:pt x="350270" y="34774"/>
                    </a:lnTo>
                    <a:lnTo>
                      <a:pt x="309131" y="52161"/>
                    </a:lnTo>
                    <a:lnTo>
                      <a:pt x="269264" y="73026"/>
                    </a:lnTo>
                    <a:lnTo>
                      <a:pt x="230900" y="97368"/>
                    </a:lnTo>
                    <a:lnTo>
                      <a:pt x="194272" y="125188"/>
                    </a:lnTo>
                    <a:lnTo>
                      <a:pt x="159609" y="156485"/>
                    </a:lnTo>
                    <a:lnTo>
                      <a:pt x="126111" y="192515"/>
                    </a:lnTo>
                    <a:lnTo>
                      <a:pt x="96554" y="230685"/>
                    </a:lnTo>
                    <a:lnTo>
                      <a:pt x="70937" y="270727"/>
                    </a:lnTo>
                    <a:lnTo>
                      <a:pt x="49262" y="312374"/>
                    </a:lnTo>
                    <a:lnTo>
                      <a:pt x="31527" y="355359"/>
                    </a:lnTo>
                    <a:lnTo>
                      <a:pt x="17734" y="399413"/>
                    </a:lnTo>
                    <a:lnTo>
                      <a:pt x="7881" y="444270"/>
                    </a:lnTo>
                    <a:lnTo>
                      <a:pt x="1970" y="489662"/>
                    </a:lnTo>
                    <a:lnTo>
                      <a:pt x="0" y="535321"/>
                    </a:lnTo>
                    <a:lnTo>
                      <a:pt x="1970" y="580980"/>
                    </a:lnTo>
                    <a:lnTo>
                      <a:pt x="7881" y="626372"/>
                    </a:lnTo>
                    <a:lnTo>
                      <a:pt x="17734" y="671228"/>
                    </a:lnTo>
                    <a:lnTo>
                      <a:pt x="31527" y="715283"/>
                    </a:lnTo>
                    <a:lnTo>
                      <a:pt x="49262" y="758267"/>
                    </a:lnTo>
                    <a:lnTo>
                      <a:pt x="70937" y="799914"/>
                    </a:lnTo>
                    <a:lnTo>
                      <a:pt x="96554" y="839957"/>
                    </a:lnTo>
                    <a:lnTo>
                      <a:pt x="126111" y="878127"/>
                    </a:lnTo>
                    <a:lnTo>
                      <a:pt x="159609" y="914157"/>
                    </a:lnTo>
                    <a:lnTo>
                      <a:pt x="194272" y="945454"/>
                    </a:lnTo>
                    <a:lnTo>
                      <a:pt x="230900" y="973273"/>
                    </a:lnTo>
                    <a:lnTo>
                      <a:pt x="269264" y="997616"/>
                    </a:lnTo>
                    <a:lnTo>
                      <a:pt x="309131" y="1018480"/>
                    </a:lnTo>
                    <a:lnTo>
                      <a:pt x="350270" y="1035867"/>
                    </a:lnTo>
                    <a:lnTo>
                      <a:pt x="392450" y="1049777"/>
                    </a:lnTo>
                    <a:lnTo>
                      <a:pt x="435440" y="1060210"/>
                    </a:lnTo>
                    <a:lnTo>
                      <a:pt x="479009" y="1067165"/>
                    </a:lnTo>
                    <a:lnTo>
                      <a:pt x="522924" y="1070642"/>
                    </a:lnTo>
                    <a:lnTo>
                      <a:pt x="566955" y="1070642"/>
                    </a:lnTo>
                    <a:lnTo>
                      <a:pt x="610870" y="1067165"/>
                    </a:lnTo>
                    <a:lnTo>
                      <a:pt x="654438" y="1060210"/>
                    </a:lnTo>
                    <a:lnTo>
                      <a:pt x="697428" y="1049777"/>
                    </a:lnTo>
                    <a:lnTo>
                      <a:pt x="739608" y="1035867"/>
                    </a:lnTo>
                    <a:lnTo>
                      <a:pt x="780748" y="1018480"/>
                    </a:lnTo>
                    <a:lnTo>
                      <a:pt x="820615" y="997616"/>
                    </a:lnTo>
                    <a:lnTo>
                      <a:pt x="858978" y="973273"/>
                    </a:lnTo>
                    <a:lnTo>
                      <a:pt x="895607" y="945454"/>
                    </a:lnTo>
                    <a:lnTo>
                      <a:pt x="930269" y="914157"/>
                    </a:lnTo>
                    <a:lnTo>
                      <a:pt x="963767" y="878127"/>
                    </a:lnTo>
                    <a:lnTo>
                      <a:pt x="993325" y="839957"/>
                    </a:lnTo>
                    <a:lnTo>
                      <a:pt x="1018941" y="799914"/>
                    </a:lnTo>
                    <a:lnTo>
                      <a:pt x="1040617" y="758267"/>
                    </a:lnTo>
                    <a:lnTo>
                      <a:pt x="1058351" y="715283"/>
                    </a:lnTo>
                    <a:lnTo>
                      <a:pt x="1072144" y="671228"/>
                    </a:lnTo>
                    <a:lnTo>
                      <a:pt x="1081997" y="626372"/>
                    </a:lnTo>
                    <a:lnTo>
                      <a:pt x="1087908" y="580980"/>
                    </a:lnTo>
                    <a:lnTo>
                      <a:pt x="1089879" y="535321"/>
                    </a:lnTo>
                    <a:lnTo>
                      <a:pt x="1087908" y="489662"/>
                    </a:lnTo>
                    <a:lnTo>
                      <a:pt x="1081997" y="444270"/>
                    </a:lnTo>
                    <a:lnTo>
                      <a:pt x="1072144" y="399413"/>
                    </a:lnTo>
                    <a:lnTo>
                      <a:pt x="1058351" y="355359"/>
                    </a:lnTo>
                    <a:lnTo>
                      <a:pt x="1040617" y="312374"/>
                    </a:lnTo>
                    <a:lnTo>
                      <a:pt x="1018941" y="270727"/>
                    </a:lnTo>
                    <a:lnTo>
                      <a:pt x="993325" y="230685"/>
                    </a:lnTo>
                    <a:lnTo>
                      <a:pt x="963767" y="192515"/>
                    </a:lnTo>
                    <a:lnTo>
                      <a:pt x="930269" y="156485"/>
                    </a:lnTo>
                    <a:lnTo>
                      <a:pt x="895607" y="125188"/>
                    </a:lnTo>
                    <a:lnTo>
                      <a:pt x="858978" y="97368"/>
                    </a:lnTo>
                    <a:lnTo>
                      <a:pt x="820615" y="73026"/>
                    </a:lnTo>
                    <a:lnTo>
                      <a:pt x="780748" y="52161"/>
                    </a:lnTo>
                    <a:lnTo>
                      <a:pt x="739608" y="34774"/>
                    </a:lnTo>
                    <a:lnTo>
                      <a:pt x="697428" y="20864"/>
                    </a:lnTo>
                    <a:lnTo>
                      <a:pt x="654438" y="10432"/>
                    </a:lnTo>
                    <a:lnTo>
                      <a:pt x="610870" y="3477"/>
                    </a:lnTo>
                    <a:lnTo>
                      <a:pt x="566955" y="0"/>
                    </a:lnTo>
                    <a:close/>
                  </a:path>
                </a:pathLst>
              </a:custGeom>
              <a:solidFill>
                <a:srgbClr val="D6D6D6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309802" y="433931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2767597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2767597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2313586" y="1433569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1859575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59575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5449841" y="1093954"/>
              <a:ext cx="11783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dirty="0">
                  <a:latin typeface="Arial"/>
                  <a:cs typeface="Arial"/>
                </a:rPr>
                <a:t>Computer</a:t>
              </a:r>
              <a:r>
                <a:rPr sz="951" b="1" spc="201" dirty="0">
                  <a:latin typeface="Arial"/>
                  <a:cs typeface="Arial"/>
                </a:rPr>
                <a:t> </a:t>
              </a:r>
              <a:r>
                <a:rPr sz="951" b="1" spc="-21" dirty="0">
                  <a:latin typeface="Arial"/>
                  <a:cs typeface="Arial"/>
                </a:rPr>
                <a:t>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5670590" y="4960954"/>
              <a:ext cx="7381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Economics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072825" y="3716794"/>
              <a:ext cx="83074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Mathematics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058731" y="2240229"/>
              <a:ext cx="794508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Engineering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191869" y="2240229"/>
              <a:ext cx="89516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Neuroscience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00369" y="3716855"/>
              <a:ext cx="773035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Psychology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5773837" y="2314726"/>
              <a:ext cx="59588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6841" marR="10737" indent="13421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Machine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Learning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5210675" y="2602895"/>
              <a:ext cx="53146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37578" marR="10737" indent="-12079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Optimal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Control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368096" y="2602895"/>
              <a:ext cx="51804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9526" marR="10737" indent="-402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Reward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System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5108240" y="2933869"/>
              <a:ext cx="2086926" cy="1026626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691167" marR="658958" indent="-17849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Reinforcement</a:t>
              </a:r>
              <a:r>
                <a:rPr sz="951" b="1" spc="1057" dirty="0">
                  <a:solidFill>
                    <a:srgbClr val="203DD7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Learning</a:t>
              </a:r>
              <a:endParaRPr sz="951" dirty="0">
                <a:latin typeface="Arial"/>
                <a:cs typeface="Arial"/>
              </a:endParaRPr>
            </a:p>
            <a:p>
              <a:pPr marL="76498" marR="10737" indent="-50999">
                <a:lnSpc>
                  <a:spcPct val="103200"/>
                </a:lnSpc>
                <a:spcBef>
                  <a:spcPts val="328"/>
                </a:spcBef>
                <a:tabLst>
                  <a:tab pos="975687" algn="l"/>
                  <a:tab pos="1121973" algn="l"/>
                </a:tabLst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Operations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Classical/Operant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Research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Conditioning</a:t>
              </a:r>
              <a:endParaRPr sz="951" dirty="0">
                <a:latin typeface="Arial"/>
                <a:cs typeface="Arial"/>
              </a:endParaRPr>
            </a:p>
            <a:p>
              <a:pPr marL="618695" marR="795849" indent="49657">
                <a:lnSpc>
                  <a:spcPct val="103099"/>
                </a:lnSpc>
                <a:spcBef>
                  <a:spcPts val="507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Bounded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Rationality</a:t>
              </a:r>
              <a:endParaRPr sz="951" dirty="0">
                <a:latin typeface="Arial"/>
                <a:cs typeface="Arial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2524671" y="5984273"/>
            <a:ext cx="7655192" cy="65072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RL and its neighboring domains</a:t>
            </a:r>
          </a:p>
          <a:p>
            <a:pPr algn="ctr">
              <a:lnSpc>
                <a:spcPts val="2536"/>
              </a:lnSpc>
            </a:pPr>
            <a:r>
              <a:rPr sz="1400" dirty="0"/>
              <a:t>(source: D. Silver, “Reinforcement learning”, 2015. </a:t>
            </a:r>
            <a:r>
              <a:rPr sz="1400" dirty="0">
                <a:hlinkClick r:id="rId9"/>
              </a:rPr>
              <a:t>CC BY-NC 4.0</a:t>
            </a:r>
            <a:r>
              <a:rPr sz="1400" dirty="0"/>
              <a:t>)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A39C269-E323-5BD7-9620-2A82EA66E1BC}"/>
              </a:ext>
            </a:extLst>
          </p:cNvPr>
          <p:cNvGrpSpPr/>
          <p:nvPr/>
        </p:nvGrpSpPr>
        <p:grpSpPr>
          <a:xfrm>
            <a:off x="8875638" y="3351528"/>
            <a:ext cx="2097162" cy="2341509"/>
            <a:chOff x="82132" y="1514120"/>
            <a:chExt cx="3424939" cy="4032803"/>
          </a:xfrm>
        </p:grpSpPr>
        <p:pic>
          <p:nvPicPr>
            <p:cNvPr id="31" name="object 3">
              <a:extLst>
                <a:ext uri="{FF2B5EF4-FFF2-40B4-BE49-F238E27FC236}">
                  <a16:creationId xmlns:a16="http://schemas.microsoft.com/office/drawing/2014/main" id="{3E2DBD49-1D35-D404-503D-1EEE36018D7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69285" y="2401146"/>
              <a:ext cx="2282336" cy="2854091"/>
            </a:xfrm>
            <a:prstGeom prst="rect">
              <a:avLst/>
            </a:prstGeom>
          </p:spPr>
        </p:pic>
        <p:sp>
          <p:nvSpPr>
            <p:cNvPr id="32" name="object 4">
              <a:extLst>
                <a:ext uri="{FF2B5EF4-FFF2-40B4-BE49-F238E27FC236}">
                  <a16:creationId xmlns:a16="http://schemas.microsoft.com/office/drawing/2014/main" id="{BF12E9FC-0B12-2029-F0BB-388866D3C501}"/>
                </a:ext>
              </a:extLst>
            </p:cNvPr>
            <p:cNvSpPr txBox="1"/>
            <p:nvPr/>
          </p:nvSpPr>
          <p:spPr>
            <a:xfrm>
              <a:off x="82132" y="5331479"/>
              <a:ext cx="3424939" cy="21544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633458" marR="10737" indent="-607959" algn="ctr">
                <a:spcBef>
                  <a:spcPts val="201"/>
                </a:spcBef>
              </a:pPr>
              <a:endParaRPr lang="en-US" sz="1400" dirty="0">
                <a:cs typeface="Tahoma"/>
              </a:endParaRPr>
            </a:p>
          </p:txBody>
        </p:sp>
        <p:sp>
          <p:nvSpPr>
            <p:cNvPr id="34" name="object 5">
              <a:extLst>
                <a:ext uri="{FF2B5EF4-FFF2-40B4-BE49-F238E27FC236}">
                  <a16:creationId xmlns:a16="http://schemas.microsoft.com/office/drawing/2014/main" id="{1FDB256A-0C5C-D884-2D08-D523712A5152}"/>
                </a:ext>
              </a:extLst>
            </p:cNvPr>
            <p:cNvSpPr txBox="1"/>
            <p:nvPr/>
          </p:nvSpPr>
          <p:spPr>
            <a:xfrm>
              <a:off x="323141" y="1514120"/>
              <a:ext cx="2942919" cy="239837"/>
            </a:xfrm>
            <a:prstGeom prst="rect">
              <a:avLst/>
            </a:prstGeom>
          </p:spPr>
          <p:txBody>
            <a:bodyPr vert="horz" wrap="square" lIns="0" tIns="24157" rIns="0" bIns="0" rtlCol="0">
              <a:spAutoFit/>
            </a:bodyPr>
            <a:lstStyle/>
            <a:p>
              <a:pPr marL="26841" algn="ctr">
                <a:spcBef>
                  <a:spcPts val="190"/>
                </a:spcBef>
              </a:pPr>
              <a:r>
                <a:rPr sz="1400" b="1" dirty="0">
                  <a:cs typeface="Tahoma"/>
                </a:rPr>
                <a:t>Classical conditioning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C6A328E-01DE-A9F4-B9A0-51DB28D1C46A}"/>
              </a:ext>
            </a:extLst>
          </p:cNvPr>
          <p:cNvSpPr txBox="1"/>
          <p:nvPr/>
        </p:nvSpPr>
        <p:spPr>
          <a:xfrm>
            <a:off x="8307267" y="5513068"/>
            <a:ext cx="32339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Ivan Pavlov (1849-1936)</a:t>
            </a:r>
          </a:p>
          <a:p>
            <a:pPr algn="ctr"/>
            <a:r>
              <a:rPr lang="en-US" sz="1200" dirty="0"/>
              <a:t>Russian physiologist and Nobel laureate who discovered </a:t>
            </a:r>
            <a:r>
              <a:rPr lang="en-US" sz="1200" b="1" dirty="0"/>
              <a:t>classical conditioning </a:t>
            </a:r>
            <a:r>
              <a:rPr lang="en-US" sz="1200" dirty="0"/>
              <a:t>through his experiments with dogs.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8E0E553-D3AB-B15B-1747-6C406AF0FEE5}"/>
              </a:ext>
            </a:extLst>
          </p:cNvPr>
          <p:cNvGrpSpPr/>
          <p:nvPr/>
        </p:nvGrpSpPr>
        <p:grpSpPr>
          <a:xfrm>
            <a:off x="994838" y="3966022"/>
            <a:ext cx="2134688" cy="2032431"/>
            <a:chOff x="4464705" y="1980363"/>
            <a:chExt cx="3091911" cy="3312560"/>
          </a:xfrm>
        </p:grpSpPr>
        <p:pic>
          <p:nvPicPr>
            <p:cNvPr id="37" name="object 6">
              <a:extLst>
                <a:ext uri="{FF2B5EF4-FFF2-40B4-BE49-F238E27FC236}">
                  <a16:creationId xmlns:a16="http://schemas.microsoft.com/office/drawing/2014/main" id="{CA497A0A-6BC2-806C-9546-9F7B08C14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027579" y="2401249"/>
              <a:ext cx="2231371" cy="2891674"/>
            </a:xfrm>
            <a:prstGeom prst="rect">
              <a:avLst/>
            </a:prstGeom>
          </p:spPr>
        </p:pic>
        <p:sp>
          <p:nvSpPr>
            <p:cNvPr id="38" name="object 8">
              <a:extLst>
                <a:ext uri="{FF2B5EF4-FFF2-40B4-BE49-F238E27FC236}">
                  <a16:creationId xmlns:a16="http://schemas.microsoft.com/office/drawing/2014/main" id="{52A6EEC3-EEDA-1B3D-1B88-1C34CDCF8648}"/>
                </a:ext>
              </a:extLst>
            </p:cNvPr>
            <p:cNvSpPr txBox="1"/>
            <p:nvPr/>
          </p:nvSpPr>
          <p:spPr>
            <a:xfrm>
              <a:off x="4464705" y="1980363"/>
              <a:ext cx="3091911" cy="326216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554276" marR="10737" indent="-528777" algn="ctr">
                <a:lnSpc>
                  <a:spcPct val="102600"/>
                </a:lnSpc>
                <a:spcBef>
                  <a:spcPts val="116"/>
                </a:spcBef>
              </a:pPr>
              <a:r>
                <a:rPr lang="en-US" sz="1200" b="1" dirty="0">
                  <a:cs typeface="Tahoma"/>
                </a:rPr>
                <a:t>S</a:t>
              </a:r>
              <a:r>
                <a:rPr sz="1200" b="1" dirty="0">
                  <a:cs typeface="Tahoma"/>
                </a:rPr>
                <a:t>tochastic process</a:t>
              </a:r>
              <a:r>
                <a:rPr lang="en-US" sz="1200" b="1" dirty="0">
                  <a:cs typeface="Tahoma"/>
                </a:rPr>
                <a:t> </a:t>
              </a:r>
              <a:r>
                <a:rPr sz="1200" b="1" dirty="0">
                  <a:cs typeface="Tahoma"/>
                </a:rPr>
                <a:t>formalism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6CCC6DD7-C831-6FFF-BA20-7DE663B0E4B5}"/>
              </a:ext>
            </a:extLst>
          </p:cNvPr>
          <p:cNvSpPr txBox="1"/>
          <p:nvPr/>
        </p:nvSpPr>
        <p:spPr>
          <a:xfrm>
            <a:off x="453637" y="5994376"/>
            <a:ext cx="33190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Andrei Markov (1856-1922)</a:t>
            </a:r>
          </a:p>
          <a:p>
            <a:pPr algn="ctr"/>
            <a:r>
              <a:rPr lang="en-US" sz="1200" dirty="0"/>
              <a:t>Russian mathematician developed the groundwork for </a:t>
            </a:r>
            <a:r>
              <a:rPr lang="en-US" sz="1200" b="1" dirty="0"/>
              <a:t>Markov chains </a:t>
            </a:r>
            <a:r>
              <a:rPr lang="en-US" sz="1200" dirty="0"/>
              <a:t>to model </a:t>
            </a:r>
            <a:r>
              <a:rPr lang="en-US" sz="1200" b="1" dirty="0"/>
              <a:t>dynamical systems</a:t>
            </a:r>
            <a:r>
              <a:rPr lang="en-US" sz="1200" dirty="0"/>
              <a:t>.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1D9D3C6-CBF2-E693-1189-24E8C18B48B8}"/>
              </a:ext>
            </a:extLst>
          </p:cNvPr>
          <p:cNvGrpSpPr/>
          <p:nvPr/>
        </p:nvGrpSpPr>
        <p:grpSpPr>
          <a:xfrm>
            <a:off x="580987" y="1606758"/>
            <a:ext cx="1453629" cy="2216590"/>
            <a:chOff x="9094850" y="1563664"/>
            <a:chExt cx="2458704" cy="3779657"/>
          </a:xfrm>
        </p:grpSpPr>
        <p:sp>
          <p:nvSpPr>
            <p:cNvPr id="41" name="object 20">
              <a:extLst>
                <a:ext uri="{FF2B5EF4-FFF2-40B4-BE49-F238E27FC236}">
                  <a16:creationId xmlns:a16="http://schemas.microsoft.com/office/drawing/2014/main" id="{D5B05937-D1A3-7F08-CED1-2B4551B09676}"/>
                </a:ext>
              </a:extLst>
            </p:cNvPr>
            <p:cNvSpPr txBox="1"/>
            <p:nvPr/>
          </p:nvSpPr>
          <p:spPr>
            <a:xfrm>
              <a:off x="9094850" y="1563664"/>
              <a:ext cx="2388166" cy="665580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202653" marR="10737" indent="-177154" algn="ctr">
                <a:lnSpc>
                  <a:spcPct val="102699"/>
                </a:lnSpc>
                <a:spcBef>
                  <a:spcPts val="116"/>
                </a:spcBef>
              </a:pPr>
              <a:r>
                <a:rPr sz="1200" b="1" dirty="0">
                  <a:cs typeface="Tahoma"/>
                </a:rPr>
                <a:t>Optimal sequential </a:t>
              </a:r>
              <a:br>
                <a:rPr lang="en-US" sz="1200" b="1" dirty="0">
                  <a:cs typeface="Tahoma"/>
                </a:rPr>
              </a:br>
              <a:r>
                <a:rPr sz="1200" b="1" dirty="0">
                  <a:cs typeface="Tahoma"/>
                </a:rPr>
                <a:t>decision making</a:t>
              </a:r>
            </a:p>
          </p:txBody>
        </p:sp>
        <p:pic>
          <p:nvPicPr>
            <p:cNvPr id="42" name="Picture 4">
              <a:extLst>
                <a:ext uri="{FF2B5EF4-FFF2-40B4-BE49-F238E27FC236}">
                  <a16:creationId xmlns:a16="http://schemas.microsoft.com/office/drawing/2014/main" id="{55273B93-6071-8277-964F-EB0458B4FC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72304" y="2371521"/>
              <a:ext cx="2381250" cy="2971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4A0E8BB1-3DD3-13B3-02BA-D012D4ED2C3D}"/>
              </a:ext>
            </a:extLst>
          </p:cNvPr>
          <p:cNvSpPr txBox="1"/>
          <p:nvPr/>
        </p:nvSpPr>
        <p:spPr>
          <a:xfrm>
            <a:off x="2054105" y="1580836"/>
            <a:ext cx="25148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557" marR="64419" indent="-825375" algn="ctr">
              <a:spcBef>
                <a:spcPts val="201"/>
              </a:spcBef>
            </a:pPr>
            <a:r>
              <a:rPr lang="en-US" sz="1200" dirty="0">
                <a:cs typeface="Tahoma"/>
              </a:rPr>
              <a:t>Richard E. Bellman (1920-1984)</a:t>
            </a:r>
            <a:endParaRPr lang="en-US" sz="1200" baseline="27777" dirty="0">
              <a:cs typeface="Arial"/>
            </a:endParaRPr>
          </a:p>
          <a:p>
            <a:pPr algn="ctr"/>
            <a:r>
              <a:rPr lang="en-US" sz="1200" dirty="0"/>
              <a:t>American applied mathematician, who introduced </a:t>
            </a:r>
            <a:r>
              <a:rPr lang="en-US" sz="1200" b="1" dirty="0"/>
              <a:t>dynamic programming</a:t>
            </a:r>
            <a:r>
              <a:rPr lang="en-US" sz="1200" dirty="0"/>
              <a:t> and the  Bellman equation. Foundation of </a:t>
            </a:r>
            <a:r>
              <a:rPr lang="en-US" sz="1200" b="1" dirty="0"/>
              <a:t>optimal control theory</a:t>
            </a:r>
            <a:r>
              <a:rPr lang="en-US" sz="1200" dirty="0"/>
              <a:t>.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9" grpId="0"/>
      <p:bldP spid="4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C611-2609-014C-A88B-856440690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Contemporary application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313C3-0EFA-BC93-2A0D-4CB94D76A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310"/>
            <a:ext cx="10515600" cy="4779633"/>
          </a:xfrm>
        </p:spPr>
        <p:txBody>
          <a:bodyPr>
            <a:normAutofit fontScale="70000" lnSpcReduction="20000"/>
          </a:bodyPr>
          <a:lstStyle/>
          <a:p>
            <a:pPr marL="0" indent="0">
              <a:spcBef>
                <a:spcPts val="1289"/>
              </a:spcBef>
              <a:buNone/>
            </a:pPr>
            <a:r>
              <a:rPr lang="en-US" dirty="0"/>
              <a:t>RL has led to superhuman performance for many games and simple toy examples</a:t>
            </a:r>
          </a:p>
          <a:p>
            <a:pPr marL="53683">
              <a:spcBef>
                <a:spcPts val="697"/>
              </a:spcBef>
            </a:pPr>
            <a:r>
              <a:rPr lang="en-US" dirty="0">
                <a:hlinkClick r:id="rId2"/>
              </a:rPr>
              <a:t>Playing Atari Breakout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3"/>
              </a:rPr>
              <a:t>Play strategy board game Go at super-human performance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5"/>
              </a:rPr>
              <a:t>Simulated classic control problems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4"/>
              </a:rPr>
              <a:t>Swinging-up and balance a cart-pole / an inverted pendulum</a:t>
            </a:r>
            <a:endParaRPr lang="en-US" dirty="0"/>
          </a:p>
          <a:p>
            <a:pPr marL="0" indent="0">
              <a:spcBef>
                <a:spcPts val="1289"/>
              </a:spcBef>
              <a:buNone/>
            </a:pPr>
            <a:endParaRPr lang="en-US" dirty="0"/>
          </a:p>
          <a:p>
            <a:pPr marL="0" indent="0">
              <a:spcBef>
                <a:spcPts val="1289"/>
              </a:spcBef>
              <a:buNone/>
            </a:pPr>
            <a:r>
              <a:rPr lang="en-US" dirty="0"/>
              <a:t>Using RL for real applications is promising, but much more difficult. Here are some examples:</a:t>
            </a:r>
            <a:endParaRPr lang="en-US" dirty="0">
              <a:hlinkClick r:id="rId6"/>
            </a:endParaRPr>
          </a:p>
          <a:p>
            <a:pPr marL="53683">
              <a:spcBef>
                <a:spcPts val="1289"/>
              </a:spcBef>
            </a:pPr>
            <a:r>
              <a:rPr lang="en-US" dirty="0">
                <a:hlinkClick r:id="rId6"/>
              </a:rPr>
              <a:t>Controlling electric drive systems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7"/>
              </a:rPr>
              <a:t>Flipping pancakes with a </a:t>
            </a:r>
            <a:r>
              <a:rPr lang="en-US" dirty="0" err="1">
                <a:hlinkClick r:id="rId7"/>
              </a:rPr>
              <a:t>roboter</a:t>
            </a:r>
            <a:r>
              <a:rPr lang="en-US" dirty="0">
                <a:hlinkClick r:id="rId7"/>
              </a:rPr>
              <a:t> arm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8"/>
              </a:rPr>
              <a:t>Drifting with a RC-car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9"/>
              </a:rPr>
              <a:t>Driving an autonomous 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0"/>
              </a:rPr>
              <a:t>Nuclear fusion reactor plasma control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1"/>
              </a:rPr>
              <a:t>Training chat bots (like </a:t>
            </a:r>
            <a:r>
              <a:rPr lang="en-US" dirty="0" err="1">
                <a:hlinkClick r:id="rId11"/>
              </a:rPr>
              <a:t>chatGPT</a:t>
            </a:r>
            <a:r>
              <a:rPr lang="en-US" dirty="0">
                <a:hlinkClick r:id="rId11"/>
              </a:rPr>
              <a:t>)</a:t>
            </a:r>
            <a:endParaRPr lang="en-US" dirty="0"/>
          </a:p>
          <a:p>
            <a:pPr marL="53683">
              <a:spcBef>
                <a:spcPts val="706"/>
              </a:spcBef>
            </a:pPr>
            <a:r>
              <a:rPr lang="en-US" dirty="0"/>
              <a:t>...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0163E7-E4FA-BF6D-64B6-D7C310AF1CB7}"/>
              </a:ext>
            </a:extLst>
          </p:cNvPr>
          <p:cNvSpPr txBox="1"/>
          <p:nvPr/>
        </p:nvSpPr>
        <p:spPr>
          <a:xfrm>
            <a:off x="6096000" y="4077325"/>
            <a:ext cx="5658577" cy="203132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Reasons for difficulty: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Real environments are complicated.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Sensors (observations) are noisy.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often have partial observability.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number of different actions can be large.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Measuring reward can be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access to a fast, perfect simulation environment.</a:t>
            </a:r>
          </a:p>
        </p:txBody>
      </p:sp>
    </p:spTree>
    <p:extLst>
      <p:ext uri="{BB962C8B-B14F-4D97-AF65-F5344CB8AC3E}">
        <p14:creationId xmlns:p14="http://schemas.microsoft.com/office/powerpoint/2010/main" val="6209161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5A7762-7D8F-7A0A-C295-9A1622A3D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42BB37-E046-7971-D104-973DFB3F5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81A7D06-4121-83F9-EBA1-56326FFA2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37CB1E-70C8-6D06-7E3F-81A92888EF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States</a:t>
            </a:r>
          </a:p>
        </p:txBody>
      </p:sp>
    </p:spTree>
    <p:extLst>
      <p:ext uri="{BB962C8B-B14F-4D97-AF65-F5344CB8AC3E}">
        <p14:creationId xmlns:p14="http://schemas.microsoft.com/office/powerpoint/2010/main" val="3191967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6F2C-3DE5-9F86-CC9A-9F0D233D1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03005-D791-5716-7416-E6D285DC1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166548" cy="477963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The environment has an </a:t>
                </a:r>
                <a:r>
                  <a:rPr lang="en-US" b="1" dirty="0"/>
                  <a:t>environment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 that contains all information needed to determine how it will react to actions:</a:t>
                </a:r>
              </a:p>
              <a:p>
                <a:pPr lvl="2"/>
                <a:r>
                  <a:rPr lang="en-US" dirty="0"/>
                  <a:t>Physical states, e.g., current car velocity and direction</a:t>
                </a:r>
              </a:p>
              <a:p>
                <a:pPr lvl="2"/>
                <a:r>
                  <a:rPr lang="en-US" dirty="0"/>
                  <a:t>Game states, e.g., current chess board</a:t>
                </a:r>
              </a:p>
              <a:p>
                <a:pPr lvl="2"/>
                <a:r>
                  <a:rPr lang="en-US" dirty="0"/>
                  <a:t>Financial states, e.g., stock market prices, sentiment,…</a:t>
                </a:r>
              </a:p>
              <a:p>
                <a:r>
                  <a:rPr lang="en-US" dirty="0"/>
                  <a:t>We call such a state an </a:t>
                </a:r>
                <a:r>
                  <a:rPr lang="en-US" b="1" dirty="0"/>
                  <a:t>information state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Agent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the agent’s internal representation of the situation.</a:t>
                </a:r>
              </a:p>
              <a:p>
                <a:pPr lvl="2"/>
                <a:r>
                  <a:rPr lang="en-US" dirty="0"/>
                  <a:t>What it knows about the environment state?</a:t>
                </a:r>
              </a:p>
              <a:p>
                <a:pPr lvl="2"/>
                <a:r>
                  <a:rPr lang="en-US" dirty="0"/>
                  <a:t>It is the basis of choosing the next action.</a:t>
                </a:r>
              </a:p>
              <a:p>
                <a:pPr lvl="2"/>
                <a:r>
                  <a:rPr lang="en-US" dirty="0"/>
                  <a:t>Can be incomplete and noisy based on observations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Can include the agent’s internal memory (e.g., what is my current strategy), including beliefs, learned features, etc.</a:t>
                </a:r>
              </a:p>
              <a:p>
                <a:pPr lvl="2"/>
                <a:r>
                  <a:rPr lang="en-US" dirty="0"/>
                  <a:t>Can be compressed (often using an artificial neural network).</a:t>
                </a:r>
              </a:p>
              <a:p>
                <a:pPr lvl="2"/>
                <a:endParaRPr lang="en-US" dirty="0"/>
              </a:p>
              <a:p>
                <a:r>
                  <a:rPr lang="en-US" dirty="0"/>
                  <a:t>With state, we will mean the agent state and we will use the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The state typically has a factored representation with discrete and continuous variables.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166548" cy="4779633"/>
              </a:xfrm>
              <a:blipFill>
                <a:blip r:embed="rId2"/>
                <a:stretch>
                  <a:fillRect l="-596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BEFAF603-F908-D6AD-B12D-10354AE53A27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9F56270-8D74-75DF-0E95-8E8EE13EFF8A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710CC0C1-969A-AF2C-47F8-6C607BB10959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8" name="Picture 2" descr="undefined">
                  <a:extLst>
                    <a:ext uri="{FF2B5EF4-FFF2-40B4-BE49-F238E27FC236}">
                      <a16:creationId xmlns:a16="http://schemas.microsoft.com/office/drawing/2014/main" id="{C684B78D-1EFF-9B08-AA41-458CF31F78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Box 9">
                      <a:extLst>
                        <a:ext uri="{FF2B5EF4-FFF2-40B4-BE49-F238E27FC236}">
                          <a16:creationId xmlns:a16="http://schemas.microsoft.com/office/drawing/2014/main" id="{BF9EDFB2-6324-D3EC-E497-CB660DCE4E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3EDB1C-B8C1-DA60-B7D3-351151C2112E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FCEDC59-7DE2-F0BF-30DA-9C2FFBDA2E6D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80A47B2-AB16-D2FE-6BD7-BEB807607AB3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Speech Bubble: Rectangle with Corners Rounded 17">
              <a:extLst>
                <a:ext uri="{FF2B5EF4-FFF2-40B4-BE49-F238E27FC236}">
                  <a16:creationId xmlns:a16="http://schemas.microsoft.com/office/drawing/2014/main" id="{85A5F9A3-FC7A-B640-21A3-1B7C2F89AF09}"/>
                </a:ext>
              </a:extLst>
            </p:cNvPr>
            <p:cNvSpPr/>
            <p:nvPr/>
          </p:nvSpPr>
          <p:spPr>
            <a:xfrm>
              <a:off x="8976476" y="4654446"/>
              <a:ext cx="2835773" cy="1044422"/>
            </a:xfrm>
            <a:prstGeom prst="wedgeRoundRectCallout">
              <a:avLst>
                <a:gd name="adj1" fmla="val -21332"/>
                <a:gd name="adj2" fmla="val -64338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811618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0E4-D967-4B91-53AA-57C98672C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 of Observability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Full observability</a:t>
                </a:r>
              </a:p>
              <a:p>
                <a:r>
                  <a:rPr lang="en-US" dirty="0"/>
                  <a:t>Agent directly observes the full environment state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).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 is an information state: Markov Decision Process (MDP)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Partial observability</a:t>
                </a:r>
              </a:p>
              <a:p>
                <a:r>
                  <a:rPr lang="en-US" dirty="0"/>
                  <a:t>Agent does not have full access to the environment state but observes state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Agent may try to reconstruct the complete state information (state estimation)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bSup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update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p>
                              </m:sSubSup>
                            </m:e>
                          </m:acc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This leads to Partially Observable Markov Decision Processes (POMDP)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POMDP examples </a:t>
                </a:r>
              </a:p>
              <a:p>
                <a:r>
                  <a:rPr lang="en-US" dirty="0"/>
                  <a:t>Self-driving cars with only cameras and no radar/lidar (to reduce cost)</a:t>
                </a:r>
              </a:p>
              <a:p>
                <a:r>
                  <a:rPr lang="en-US" dirty="0"/>
                  <a:t>Poker game (opponents’ cards are unknown)</a:t>
                </a:r>
              </a:p>
              <a:p>
                <a:r>
                  <a:rPr lang="en-US" dirty="0"/>
                  <a:t>Human health status (we cannot sense everything and the detailed system dynamics are unknown)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  <a:blipFill>
                <a:blip r:embed="rId2"/>
                <a:stretch>
                  <a:fillRect l="-329" t="-11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6D7C340-751D-6C0E-BFAE-14D8A7D708A3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EE096D9-7CA4-0701-CC93-4B7E42C4F65F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38A4A4F-B937-1A1F-8129-949764BE791A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6ABA552B-3488-D0C7-599F-EC07B3C254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E9DAC8A3-C87A-645F-FE80-130E45DC2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93937E-CF4B-249C-9189-2B49EE208640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E361E65-C7A1-583C-7335-B79DC3DBE657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F30B942-C220-F7FC-7DF4-F8D432B7D116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Speech Bubble: Rectangle with Corners Rounded 15">
              <a:extLst>
                <a:ext uri="{FF2B5EF4-FFF2-40B4-BE49-F238E27FC236}">
                  <a16:creationId xmlns:a16="http://schemas.microsoft.com/office/drawing/2014/main" id="{C26EEE3A-CB38-68E7-94E2-1BC3191E52A5}"/>
                </a:ext>
              </a:extLst>
            </p:cNvPr>
            <p:cNvSpPr/>
            <p:nvPr/>
          </p:nvSpPr>
          <p:spPr>
            <a:xfrm>
              <a:off x="8839517" y="4654446"/>
              <a:ext cx="2972732" cy="1044422"/>
            </a:xfrm>
            <a:prstGeom prst="wedgeRoundRectCallout">
              <a:avLst>
                <a:gd name="adj1" fmla="val -19135"/>
                <a:gd name="adj2" fmla="val -72358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94379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9F01A-0ED0-33D9-4B08-EBE04923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DAEF02-6424-7965-962C-CF3F7E74C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F48BCC-DFC3-CB26-0C85-DFFEEEEEF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EB5E78-2648-3C30-7A17-F6C1E00DF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Immediate Rewards</a:t>
            </a:r>
          </a:p>
        </p:txBody>
      </p:sp>
    </p:spTree>
    <p:extLst>
      <p:ext uri="{BB962C8B-B14F-4D97-AF65-F5344CB8AC3E}">
        <p14:creationId xmlns:p14="http://schemas.microsoft.com/office/powerpoint/2010/main" val="38739163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917"/>
                  </a:spcBef>
                </a:pPr>
                <a:r>
                  <a:rPr lang="en-US" sz="1600" dirty="0"/>
                  <a:t>An </a:t>
                </a:r>
                <a:r>
                  <a:rPr lang="en-US" sz="1600" b="1" dirty="0"/>
                  <a:t>immediate reward </a:t>
                </a:r>
                <a:r>
                  <a:rPr lang="en-US" sz="1600" dirty="0"/>
                  <a:t>is a scalar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with realizations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1600" dirty="0"/>
                  <a:t> that the agent “receives” at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>
                  <a:spcBef>
                    <a:spcPts val="706"/>
                  </a:spcBef>
                </a:pPr>
                <a:r>
                  <a:rPr lang="en-US" sz="1600" b="1" dirty="0"/>
                  <a:t>Reward function</a:t>
                </a:r>
                <a:r>
                  <a:rPr lang="en-US" sz="1600" dirty="0"/>
                  <a:t>: The reward is often defined as a function of the current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. Examples:</a:t>
                </a:r>
              </a:p>
              <a:p>
                <a:pPr lvl="1">
                  <a:spcBef>
                    <a:spcPts val="706"/>
                  </a:spcBef>
                </a:pPr>
                <a:r>
                  <a:rPr lang="en-US" sz="1600" dirty="0"/>
                  <a:t>1 point for winning a game (state is a winning board). </a:t>
                </a:r>
              </a:p>
              <a:p>
                <a:pPr>
                  <a:spcBef>
                    <a:spcPts val="708"/>
                  </a:spcBef>
                </a:pPr>
                <a:r>
                  <a:rPr lang="en-US" sz="1600" dirty="0"/>
                  <a:t>The </a:t>
                </a:r>
                <a:r>
                  <a:rPr lang="en-US" sz="1600" b="1" dirty="0"/>
                  <a:t>agent’s task </a:t>
                </a:r>
                <a:r>
                  <a:rPr lang="en-US" sz="1600" dirty="0"/>
                  <a:t>is to choose actions to maximize the long-term reward called the return.</a:t>
                </a:r>
              </a:p>
            </p:txBody>
          </p:sp>
        </mc:Choice>
        <mc:Fallback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  <a:blipFill>
                <a:blip r:embed="rId2"/>
                <a:stretch>
                  <a:fillRect l="-248" t="-2414" b="-1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/>
              <p:nvPr/>
            </p:nvSpPr>
            <p:spPr>
              <a:xfrm>
                <a:off x="1049424" y="3335512"/>
                <a:ext cx="7138858" cy="184114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600" b="1" dirty="0"/>
                  <a:t>Reward hypothesis</a:t>
                </a:r>
                <a:r>
                  <a:rPr lang="en-US" sz="1600" dirty="0"/>
                  <a:t>: all goals and purposes, whether in AI or humans, can be reduced to maximizing the expected value of a cumulative scalar reward signal: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600" dirty="0"/>
              </a:p>
              <a:p>
                <a:pPr algn="l"/>
                <a:endParaRPr lang="en-US" sz="1600" dirty="0"/>
              </a:p>
              <a:p>
                <a:r>
                  <a:rPr lang="en-US" sz="1600" dirty="0"/>
                  <a:t>That is, the</a:t>
                </a:r>
                <a:r>
                  <a:rPr lang="en-US" b="1" dirty="0"/>
                  <a:t> reward structure fully determines the goal</a:t>
                </a:r>
                <a:r>
                  <a:rPr lang="en-US" sz="1600" dirty="0"/>
                  <a:t>.</a:t>
                </a: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424" y="3335512"/>
                <a:ext cx="7138858" cy="1841145"/>
              </a:xfrm>
              <a:prstGeom prst="rect">
                <a:avLst/>
              </a:prstGeom>
              <a:blipFill>
                <a:blip r:embed="rId3"/>
                <a:stretch>
                  <a:fillRect l="-341" t="-656" b="-6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07F03BD-BDF5-FDE5-08A5-21FDEC18681E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396EDB9-BA10-6DEE-F454-733217069630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E7509ED5-4554-390F-7EC3-CF87FF39ABB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8FECC981-60E9-0718-FAFE-23CC8DD31CD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7E7AAE-E6BD-CE17-8EDB-07B8524D2783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30517-5878-D3AC-C5F4-195F8F5F94FA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20695AC-DDB1-F76C-C628-1D323136A317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peech Bubble: Rectangle with Corners Rounded 14">
              <a:extLst>
                <a:ext uri="{FF2B5EF4-FFF2-40B4-BE49-F238E27FC236}">
                  <a16:creationId xmlns:a16="http://schemas.microsoft.com/office/drawing/2014/main" id="{745A52C0-7F22-2456-D77B-3931B5FA4B23}"/>
                </a:ext>
              </a:extLst>
            </p:cNvPr>
            <p:cNvSpPr/>
            <p:nvPr/>
          </p:nvSpPr>
          <p:spPr>
            <a:xfrm>
              <a:off x="9060238" y="4654446"/>
              <a:ext cx="2752011" cy="1044422"/>
            </a:xfrm>
            <a:prstGeom prst="wedgeRoundRectCallout">
              <a:avLst>
                <a:gd name="adj1" fmla="val -20316"/>
                <a:gd name="adj2" fmla="val -67680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</a:t>
              </a:r>
            </a:p>
          </p:txBody>
        </p:sp>
      </p:grpSp>
      <p:sp>
        <p:nvSpPr>
          <p:cNvPr id="18" name="Content Placeholder 26">
            <a:extLst>
              <a:ext uri="{FF2B5EF4-FFF2-40B4-BE49-F238E27FC236}">
                <a16:creationId xmlns:a16="http://schemas.microsoft.com/office/drawing/2014/main" id="{A4B42BC1-A669-D20F-0315-A4553ECE2ED8}"/>
              </a:ext>
            </a:extLst>
          </p:cNvPr>
          <p:cNvSpPr txBox="1">
            <a:spLocks/>
          </p:cNvSpPr>
          <p:nvPr/>
        </p:nvSpPr>
        <p:spPr>
          <a:xfrm>
            <a:off x="911514" y="5345343"/>
            <a:ext cx="7153838" cy="13276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917"/>
              </a:spcBef>
            </a:pPr>
            <a:r>
              <a:rPr lang="en-US" sz="1600" dirty="0"/>
              <a:t>The </a:t>
            </a:r>
            <a:r>
              <a:rPr lang="en-US" sz="1600" b="1" dirty="0"/>
              <a:t>designer’s task </a:t>
            </a:r>
            <a:r>
              <a:rPr lang="en-US" sz="1600" dirty="0"/>
              <a:t>is to design the reward signal based on the goal. </a:t>
            </a:r>
          </a:p>
          <a:p>
            <a:pPr>
              <a:spcBef>
                <a:spcPts val="917"/>
              </a:spcBef>
            </a:pPr>
            <a:r>
              <a:rPr lang="en-US" sz="1600" b="1" dirty="0"/>
              <a:t>Reward shaping</a:t>
            </a:r>
            <a:r>
              <a:rPr lang="en-US" sz="1600" dirty="0"/>
              <a:t>: The reward signal can be manipulated to improve learning. E.g., add a reward for intermediate goals, such as achieving 3 in a row in Connect-4. 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1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9C46C-7176-DCD6-51ED-7B9D1DE8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Reward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B6437-7A9C-425B-46BE-9E0F6A2195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602"/>
              </a:spcBef>
              <a:buNone/>
            </a:pPr>
            <a:r>
              <a:rPr lang="en-US" dirty="0"/>
              <a:t>Flipping a pancake: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Pos. reward: catching the flipped pancake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Neg. reward: dropping the pancake on the floor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dirty="0"/>
              <a:t>Stock trading: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Trading portfolio monetary value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dirty="0"/>
              <a:t>Playing Atari games: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 err="1"/>
              <a:t>Highscore</a:t>
            </a:r>
            <a:r>
              <a:rPr lang="en-US" dirty="0"/>
              <a:t> value at the end of a game episode</a:t>
            </a:r>
          </a:p>
          <a:p>
            <a:pPr marL="53683">
              <a:lnSpc>
                <a:spcPct val="120000"/>
              </a:lnSpc>
              <a:spcBef>
                <a:spcPts val="412"/>
              </a:spcBef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ACA8F0-3ACB-BB09-6470-CF5E3B0BD7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dirty="0"/>
              <a:t>Driving an autonomous car: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getting safely from A to B without crashing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hitting another car, pedestrian, bicycle,...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dirty="0"/>
              <a:t>Classical control task (e.g., electric drive, inverted pendulum,...):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following a given reference trajectory precisely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violating a system constraint or producing a large control error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45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  <a:r>
              <a:rPr spc="-32" dirty="0"/>
              <a:t> </a:t>
            </a:r>
            <a:r>
              <a:rPr lang="en-US" spc="-74" dirty="0"/>
              <a:t>C</a:t>
            </a:r>
            <a:r>
              <a:rPr spc="-74" dirty="0"/>
              <a:t>haracteristics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760D40A-A6E9-2668-82EA-DDFD9D2C4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4242818"/>
          </a:xfrm>
        </p:spPr>
        <p:txBody>
          <a:bodyPr>
            <a:normAutofit fontScale="77500" lnSpcReduction="20000"/>
          </a:bodyPr>
          <a:lstStyle/>
          <a:p>
            <a:pPr marL="0" indent="0">
              <a:spcBef>
                <a:spcPts val="1162"/>
              </a:spcBef>
              <a:buNone/>
            </a:pPr>
            <a:r>
              <a:rPr lang="en-US" dirty="0"/>
              <a:t>Rewards are highly dependent on the given problem: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Actions may have </a:t>
            </a:r>
            <a:r>
              <a:rPr lang="en-US" b="1" dirty="0"/>
              <a:t>short and long-term consequences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The reward for a certain action may be delayed, creating the credit assignment problem.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Examples: Stock trading, strategic board games,…</a:t>
            </a:r>
          </a:p>
          <a:p>
            <a:pPr marL="0" indent="0">
              <a:spcBef>
                <a:spcPts val="1162"/>
              </a:spcBef>
              <a:buNone/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Rewards can be </a:t>
            </a:r>
            <a:r>
              <a:rPr lang="en-US" b="1" dirty="0"/>
              <a:t>positive and negative values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Certain situations (e.g., car hits a wall) might lead to a negative reward (= a cost).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Exogenous impacts might introduce </a:t>
            </a:r>
            <a:r>
              <a:rPr lang="en-US" b="1" dirty="0"/>
              <a:t>stochastic reward components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Example: A wind gust pushes an autonomous helicopter into a tree.</a:t>
            </a:r>
          </a:p>
        </p:txBody>
      </p: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Issues With the</a:t>
            </a:r>
            <a:r>
              <a:rPr lang="en-US" spc="-32" dirty="0"/>
              <a:t> </a:t>
            </a:r>
            <a:r>
              <a:rPr lang="en-US" spc="-159" dirty="0"/>
              <a:t>Reward</a:t>
            </a:r>
            <a:r>
              <a:rPr lang="en-US" spc="-21" dirty="0"/>
              <a:t> </a:t>
            </a:r>
            <a:r>
              <a:rPr lang="en-US" spc="-42" dirty="0"/>
              <a:t>Function</a:t>
            </a:r>
            <a:endParaRPr lang="en-US" spc="-116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99F424B-CAB5-5C86-9676-452B45FEA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1989"/>
            <a:ext cx="10515600" cy="1054133"/>
          </a:xfrm>
        </p:spPr>
        <p:txBody>
          <a:bodyPr>
            <a:normAutofit fontScale="62500" lnSpcReduction="20000"/>
          </a:bodyPr>
          <a:lstStyle/>
          <a:p>
            <a:pPr marL="0" indent="0">
              <a:spcBef>
                <a:spcPts val="370"/>
              </a:spcBef>
              <a:buNone/>
            </a:pPr>
            <a:r>
              <a:rPr lang="en-US" dirty="0"/>
              <a:t>“Be careful what you wish for - you might get it” (proverb)</a:t>
            </a:r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endParaRPr lang="en-US" dirty="0"/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r>
              <a:rPr lang="en-US" dirty="0"/>
              <a:t>“...it grants what you ask for, not what you should have asked for or what you intend.” </a:t>
            </a:r>
            <a:br>
              <a:rPr lang="en-US" dirty="0"/>
            </a:br>
            <a:r>
              <a:rPr lang="en-US" dirty="0"/>
              <a:t>						(Norbert Wiener, American mathematician)</a:t>
            </a:r>
          </a:p>
          <a:p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DAECB2-89E3-9102-A779-112E6D826933}"/>
              </a:ext>
            </a:extLst>
          </p:cNvPr>
          <p:cNvGrpSpPr/>
          <p:nvPr/>
        </p:nvGrpSpPr>
        <p:grpSpPr>
          <a:xfrm>
            <a:off x="791201" y="2561785"/>
            <a:ext cx="4767575" cy="3908402"/>
            <a:chOff x="1228171" y="2658889"/>
            <a:chExt cx="4767575" cy="3908402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30924" y="2658889"/>
              <a:ext cx="4564822" cy="3240845"/>
            </a:xfrm>
            <a:prstGeom prst="rect">
              <a:avLst/>
            </a:prstGeom>
          </p:spPr>
        </p:pic>
        <p:sp>
          <p:nvSpPr>
            <p:cNvPr id="5" name="object 5"/>
            <p:cNvSpPr txBox="1"/>
            <p:nvPr/>
          </p:nvSpPr>
          <p:spPr>
            <a:xfrm>
              <a:off x="1228171" y="6013552"/>
              <a:ext cx="4767575" cy="55373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/>
            </a:bodyPr>
            <a:lstStyle>
              <a:lvl1pPr indent="0">
                <a:lnSpc>
                  <a:spcPct val="90000"/>
                </a:lnSpc>
                <a:spcBef>
                  <a:spcPts val="370"/>
                </a:spcBef>
                <a:buFont typeface="Arial" panose="020B0604020202020204" pitchFamily="34" charset="0"/>
                <a:buNone/>
                <a:defRPr sz="2800"/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/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/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algn="ctr"/>
              <a:r>
                <a:rPr lang="en-US" sz="1400" dirty="0"/>
                <a:t>Midas and daughter (good as gold) </a:t>
              </a:r>
              <a:br>
                <a:rPr lang="en-US" sz="1400" dirty="0"/>
              </a:br>
              <a:r>
                <a:rPr lang="en-US" sz="1400" dirty="0"/>
                <a:t>(source: </a:t>
              </a:r>
              <a:r>
                <a:rPr lang="en-US" sz="1400" dirty="0">
                  <a:hlinkClick r:id="rId3"/>
                </a:rPr>
                <a:t>www.flickr.com</a:t>
              </a:r>
              <a:r>
                <a:rPr lang="en-US" sz="1400" dirty="0"/>
                <a:t>, by </a:t>
              </a:r>
              <a:r>
                <a:rPr lang="en-US" sz="1400" dirty="0">
                  <a:hlinkClick r:id="rId4"/>
                </a:rPr>
                <a:t>Robin Hutton</a:t>
              </a:r>
              <a:r>
                <a:rPr lang="en-US" sz="1400" dirty="0"/>
                <a:t> </a:t>
              </a:r>
              <a:r>
                <a:rPr lang="en-US" sz="1400" dirty="0">
                  <a:hlinkClick r:id="rId5"/>
                </a:rPr>
                <a:t>CC BY-NC-ND 2.0</a:t>
              </a:r>
              <a:r>
                <a:rPr lang="en-US" sz="1400" dirty="0"/>
                <a:t>)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FA649B4-57B5-7136-6B26-C73C875223FA}"/>
              </a:ext>
            </a:extLst>
          </p:cNvPr>
          <p:cNvSpPr txBox="1"/>
          <p:nvPr/>
        </p:nvSpPr>
        <p:spPr>
          <a:xfrm>
            <a:off x="6430472" y="2982123"/>
            <a:ext cx="4767574" cy="2308324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Designing an effective reward function is crucial for successful RL applications!</a:t>
            </a:r>
          </a:p>
          <a:p>
            <a:endParaRPr lang="en-US" dirty="0"/>
          </a:p>
          <a:p>
            <a:r>
              <a:rPr lang="en-US" dirty="0"/>
              <a:t>It is hard to define a good reward function: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RL agent’s learning process heavily depends on the reward distribution over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Alignment problem and reward hacking.</a:t>
            </a:r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94475-AD94-2C63-74D5-096475022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 Definitions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175797"/>
                <a:ext cx="8208078" cy="512728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normAutofit fontScale="62500" lnSpcReduction="20000"/>
              </a:bodyPr>
              <a:lstStyle>
                <a:lvl1pPr indent="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800" b="1"/>
                </a:lvl1pPr>
                <a:lvl2pPr marL="685800" lvl="1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/>
                </a:lvl2pPr>
                <a:lvl3pPr marL="1143000" lvl="2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/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dirty="0"/>
                  <a:t>Definition</a:t>
                </a:r>
                <a:r>
                  <a:rPr lang="en-US" b="0" dirty="0"/>
                  <a:t>: Return is the sum of rewards that the agent seeks to maximize.</a:t>
                </a:r>
              </a:p>
              <a:p>
                <a:endParaRPr lang="en-US" dirty="0"/>
              </a:p>
              <a:p>
                <a:r>
                  <a:rPr lang="en-US" dirty="0"/>
                  <a:t>Episodic tasks</a:t>
                </a:r>
              </a:p>
              <a:p>
                <a:pPr lvl="1"/>
                <a:r>
                  <a:rPr lang="en-US" dirty="0"/>
                  <a:t>A problem which naturally breaks into subsequences (episodes) with a finite horizon.</a:t>
                </a:r>
              </a:p>
              <a:p>
                <a:pPr lvl="1"/>
                <a:r>
                  <a:rPr lang="en-US" dirty="0"/>
                  <a:t>Examples: most games like chess, solving a maze,...</a:t>
                </a:r>
              </a:p>
              <a:p>
                <a:pPr lvl="1"/>
                <a:r>
                  <a:rPr lang="en-US" dirty="0"/>
                  <a:t>The return becomes a finite sum with horizon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dirty="0">
                          <a:latin typeface="Cambria Math" panose="02040503050406030204" pitchFamily="18" charset="0"/>
                        </a:rPr>
                        <m:t>⋅ ⋅ ⋅</m:t>
                      </m:r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Continuing tasks</a:t>
                </a:r>
              </a:p>
              <a:p>
                <a:pPr lvl="1"/>
                <a:r>
                  <a:rPr lang="en-US" dirty="0"/>
                  <a:t>A problem without a natural end (infinite horizon).</a:t>
                </a:r>
              </a:p>
              <a:p>
                <a:pPr lvl="1"/>
                <a:r>
                  <a:rPr lang="en-US" dirty="0"/>
                  <a:t>Example: A smart thermostat controlling room temperature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We use </a:t>
                </a:r>
                <a:r>
                  <a:rPr lang="en-US" b="1" dirty="0"/>
                  <a:t>discounting</a:t>
                </a:r>
                <a:r>
                  <a:rPr lang="en-US" dirty="0"/>
                  <a:t> and have a </a:t>
                </a:r>
                <a:r>
                  <a:rPr lang="en-US" b="1" dirty="0"/>
                  <a:t>recursive relationship</a:t>
                </a:r>
                <a:r>
                  <a:rPr lang="en-US" dirty="0"/>
                  <a:t>: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𝐺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𝑡</m:t>
                          </m:r>
                        </m:sub>
                      </m:sSub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𝑘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=0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𝑡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p>
                        <m:sSup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p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</m:e>
                        <m:sup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(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</m:t>
                      </m:r>
                      <m: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r>
                        <m:rPr>
                          <m:nor/>
                        </m:rPr>
                        <a:rPr lang="en-US" spc="32" dirty="0">
                          <a:cs typeface="Palatino Linotype"/>
                        </a:rPr>
                        <m:t> 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𝐺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pc="-85" dirty="0">
                  <a:latin typeface="Cambria Math" panose="02040503050406030204" pitchFamily="18" charset="0"/>
                  <a:cs typeface="Palatino Linotype"/>
                </a:endParaRP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The discount rate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dirty="0"/>
                  <a:t> is a weight prevents infinite sums.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75797"/>
                <a:ext cx="8208078" cy="5127282"/>
              </a:xfrm>
              <a:prstGeom prst="rect">
                <a:avLst/>
              </a:prstGeom>
              <a:blipFill>
                <a:blip r:embed="rId2"/>
                <a:stretch>
                  <a:fillRect l="-669" t="-1902" b="-7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/>
              <p:nvPr/>
            </p:nvSpPr>
            <p:spPr>
              <a:xfrm>
                <a:off x="7426141" y="359724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/>
                  <a:t>Strategic viewpoint of discounting: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≈1 </m:t>
                    </m:r>
                  </m:oMath>
                </a14:m>
                <a:r>
                  <a:rPr lang="en-US" dirty="0"/>
                  <a:t>: agent is farsighted.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≈0 </m:t>
                    </m:r>
                  </m:oMath>
                </a14:m>
                <a:r>
                  <a:rPr lang="en-US" dirty="0"/>
                  <a:t>: agent is shortsighted (only interested in immediate reward).</a:t>
                </a:r>
              </a:p>
            </p:txBody>
          </p:sp>
        </mc:Choice>
        <mc:Fallback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6141" y="359724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075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4DEBFE-DDC8-6917-A9C6-1CC2D1707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41904E-8244-EAB5-B9EB-6DD2962AE1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B62A4F8-9D24-DAC3-E733-C4AF72B59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1D56AF-611E-6C86-789C-AE2A56BBC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Actions</a:t>
            </a:r>
          </a:p>
        </p:txBody>
      </p:sp>
    </p:spTree>
    <p:extLst>
      <p:ext uri="{BB962C8B-B14F-4D97-AF65-F5344CB8AC3E}">
        <p14:creationId xmlns:p14="http://schemas.microsoft.com/office/powerpoint/2010/main" val="1741075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F41A2-380C-FCFF-EDED-8B86AC5A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141138" cy="477963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Choosing actions is the agent’s mean to maximize its long-term reward.</a:t>
                </a:r>
              </a:p>
              <a:p>
                <a:endParaRPr lang="en-US" dirty="0"/>
              </a:p>
              <a:p>
                <a:r>
                  <a:rPr lang="en-US" dirty="0"/>
                  <a:t>We the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or a known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Finite action set (FAS):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/>
                  <a:t> is a finite set. Often available actions depend on the current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Continuous action set (CAS):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dirty="0"/>
                  <a:t>Take a card during a Blackjack game (FAS)</a:t>
                </a:r>
              </a:p>
              <a:p>
                <a:pPr lvl="1"/>
                <a:r>
                  <a:rPr lang="en-US" dirty="0"/>
                  <a:t>Steering while driving an autonomous car (CAS)</a:t>
                </a:r>
              </a:p>
              <a:p>
                <a:pPr lvl="1"/>
                <a:r>
                  <a:rPr lang="en-US" dirty="0"/>
                  <a:t>Buy stock options for your trading portfolio (FAS/CAS)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141138" cy="4779633"/>
              </a:xfrm>
              <a:blipFill>
                <a:blip r:embed="rId2"/>
                <a:stretch>
                  <a:fillRect l="-1025" t="-2551" r="-10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FC6FE76-EA74-3027-2A5A-021668FD81F4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E7B8B5F-9776-875B-ED76-79AFE2F58238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2E1EB82-CF43-626E-AEBA-8E7B42F8BDD0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466A2A37-FFAA-3184-9D2B-22DEBF4630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3BEFE4-D436-48CE-F041-07303B2385D1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021640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B974F7-A2EF-6F67-47A1-A53B2EA7D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CA16F8-20AC-9E75-34FD-6E2204273F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ED5DE9D-9264-EE74-2A57-BC947710B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62F65D-ABA2-2D28-A282-7F22997D65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Policy</a:t>
            </a:r>
          </a:p>
        </p:txBody>
      </p:sp>
    </p:spTree>
    <p:extLst>
      <p:ext uri="{BB962C8B-B14F-4D97-AF65-F5344CB8AC3E}">
        <p14:creationId xmlns:p14="http://schemas.microsoft.com/office/powerpoint/2010/main" val="42748780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62FA-47E8-A858-9CC9-B9354719E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Deterministic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2"/>
                <a:ext cx="10515600" cy="2844942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A policy is the rule of how an agent chooses actions.</a:t>
                </a:r>
              </a:p>
              <a:p>
                <a:r>
                  <a:rPr lang="en-US" dirty="0"/>
                  <a:t>The choice depends on the current knowledge of the agent, which is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A deterministic policy prescribes an action for each state: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or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Example:</a:t>
                </a:r>
              </a:p>
              <a:p>
                <a:pPr marL="457200" lvl="1" indent="0">
                  <a:buNone/>
                </a:pPr>
                <a:r>
                  <a:rPr lang="en-US" dirty="0"/>
                  <a:t>State: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			        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: x always plays bottom right corner.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2"/>
                <a:ext cx="10515600" cy="2844942"/>
              </a:xfrm>
              <a:blipFill>
                <a:blip r:embed="rId2"/>
                <a:stretch>
                  <a:fillRect l="-928" t="-4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1170B705-B6B2-FFED-6948-6B2033B0B4BA}"/>
              </a:ext>
            </a:extLst>
          </p:cNvPr>
          <p:cNvGrpSpPr/>
          <p:nvPr/>
        </p:nvGrpSpPr>
        <p:grpSpPr>
          <a:xfrm>
            <a:off x="2649089" y="3480876"/>
            <a:ext cx="2045602" cy="2069063"/>
            <a:chOff x="3545173" y="2926112"/>
            <a:chExt cx="1034321" cy="12692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52780A8-3443-1216-4AC6-6B094EDF3516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2CDA1FC-7A39-A664-5241-1B96C124CA55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7B2E9B6-EE61-E125-A0DF-EA361A867CE6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E1DDA27-B142-4DEA-6BF2-620886EFF65C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C430FF8-5CF4-C387-8969-558963CED998}"/>
                </a:ext>
              </a:extLst>
            </p:cNvPr>
            <p:cNvSpPr txBox="1"/>
            <p:nvPr/>
          </p:nvSpPr>
          <p:spPr>
            <a:xfrm>
              <a:off x="3559424" y="2926112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CF97FD-0C96-F051-CECB-8DB03F889179}"/>
                </a:ext>
              </a:extLst>
            </p:cNvPr>
            <p:cNvSpPr txBox="1"/>
            <p:nvPr/>
          </p:nvSpPr>
          <p:spPr>
            <a:xfrm>
              <a:off x="3900235" y="3304721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7AE78DC-0594-114E-1F86-5633D1C6193F}"/>
                </a:ext>
              </a:extLst>
            </p:cNvPr>
            <p:cNvSpPr txBox="1"/>
            <p:nvPr/>
          </p:nvSpPr>
          <p:spPr>
            <a:xfrm>
              <a:off x="4229724" y="3314238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AE3371D-4EBC-660E-FBF4-E43952D84DFF}"/>
                </a:ext>
              </a:extLst>
            </p:cNvPr>
            <p:cNvSpPr txBox="1"/>
            <p:nvPr/>
          </p:nvSpPr>
          <p:spPr>
            <a:xfrm>
              <a:off x="3892738" y="3685570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/>
                <a:t>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21319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2ED09-705D-5C74-E0AE-21E237199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2016680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mapping from states to the probability distribution of selecting each action: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</m:oMath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b="0" dirty="0">
                    <a:ea typeface="Cambria Math" panose="02040503050406030204" pitchFamily="18" charset="0"/>
                  </a:rPr>
                  <a:t>often 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giving the probability of choosing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Example</a:t>
                </a:r>
                <a:r>
                  <a:rPr lang="en-US" dirty="0"/>
                  <a:t>: Probability distribution indicating to play bottom right most of the time.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2016680"/>
              </a:xfrm>
              <a:blipFill>
                <a:blip r:embed="rId2"/>
                <a:stretch>
                  <a:fillRect l="-696" t="-6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2415045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Probability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d>
                                <m:dPr>
                                  <m:ctrlP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.6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2415045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806" t="-1333" r="-327419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4767" t="-1333" r="-110363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333" r="-1914" b="-54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92683" r="-1914" b="-4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95062" r="-1914" b="-3061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291463" r="-1914" b="-2024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396296" r="-1914" b="-1049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490244" r="-1914" b="-36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B702B899-C86F-C676-01C1-250E84CCB088}"/>
              </a:ext>
            </a:extLst>
          </p:cNvPr>
          <p:cNvGrpSpPr/>
          <p:nvPr/>
        </p:nvGrpSpPr>
        <p:grpSpPr>
          <a:xfrm>
            <a:off x="2810806" y="3859225"/>
            <a:ext cx="495235" cy="466012"/>
            <a:chOff x="3475914" y="2799950"/>
            <a:chExt cx="1103580" cy="1307355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E90F87C-3F91-023D-EE75-4E66EF384445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5C80327-657B-4CDD-362B-52AEDC7C048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9AEA912-08EB-C8DA-A8DF-F01F33AEDA39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8C026FA-368A-DAE9-960D-CC4E9D359234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CAD4550-0084-8FC7-5444-085C80E4163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A2AB30D-D015-BC4C-C382-721CA792EF7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8A62E8-69F0-5236-0FBB-ACE7114422C7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EA207D1-F090-C231-F48B-7076BDC28865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07D7B9C-766A-F6C3-FFE4-F1F89827EE47}"/>
              </a:ext>
            </a:extLst>
          </p:cNvPr>
          <p:cNvGrpSpPr/>
          <p:nvPr/>
        </p:nvGrpSpPr>
        <p:grpSpPr>
          <a:xfrm>
            <a:off x="2791659" y="4345371"/>
            <a:ext cx="495235" cy="466012"/>
            <a:chOff x="3475914" y="2799950"/>
            <a:chExt cx="1103580" cy="1307355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ACB358D-507C-F4CD-91BF-45247287FB68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996F3E-36F3-EEE3-DD52-77FB0133CB8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E2F43E6-FF4F-B468-33AA-79046717D108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A06AB5F-3304-7444-E18D-6BB6830928AA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688CD6A-29EA-973D-469C-BF1FA6AC9FC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F6A817-9D85-A612-7C1C-3AA605C872DC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6A55AFE-5F10-564B-FEC2-C4B6E100B7B5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A24E8AA-4DCE-AECC-1E5B-A85DFB14A316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D1D1D91-1761-C68A-6E5B-AEDF7205452F}"/>
              </a:ext>
            </a:extLst>
          </p:cNvPr>
          <p:cNvGrpSpPr/>
          <p:nvPr/>
        </p:nvGrpSpPr>
        <p:grpSpPr>
          <a:xfrm>
            <a:off x="2791659" y="4850364"/>
            <a:ext cx="495235" cy="466012"/>
            <a:chOff x="3475914" y="2799950"/>
            <a:chExt cx="1103580" cy="1307355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0D6D659-9179-4355-FF86-37E6453E093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D0C3C87-1529-87F4-EA4E-EBA88627E490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A7E526A-8E4D-D4B3-C057-1638987DEB4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82E6BDB-B7ED-46F6-0897-AFA6303B372D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358579-4C20-E16B-B344-FFCF1409C9F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6956C0-C380-E780-F1FF-68C4B124629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67DDBCD-1A95-FC9D-2367-4AD459E2E773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C2F0A3E-E535-B586-15A0-C27BA0A2A8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8A1862-4ACE-D731-5ACD-3421E83977BC}"/>
              </a:ext>
            </a:extLst>
          </p:cNvPr>
          <p:cNvGrpSpPr/>
          <p:nvPr/>
        </p:nvGrpSpPr>
        <p:grpSpPr>
          <a:xfrm>
            <a:off x="2791659" y="5389504"/>
            <a:ext cx="495235" cy="466012"/>
            <a:chOff x="3475914" y="2799950"/>
            <a:chExt cx="1103580" cy="130735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859463C-4226-EA95-7678-75DA23BE8DD3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60E6719-DBE8-89B5-E55A-55D7297A0FC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9F5843-80CB-72D8-0565-EE7EBCB47043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4CD7E6-8229-8362-DF64-10CBDD0EE356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D8014D2-3DD6-2657-F4BD-7754C60B31E3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35B5BD9-FBAE-CEE2-F417-05FBF6F4B435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9845716-C29E-48E5-9766-2F4E11F7DABB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C3B584F-2D66-B1FB-43BA-6390911FBDFF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46F46D6-7985-0250-6331-42BEF76F0F67}"/>
              </a:ext>
            </a:extLst>
          </p:cNvPr>
          <p:cNvGrpSpPr/>
          <p:nvPr/>
        </p:nvGrpSpPr>
        <p:grpSpPr>
          <a:xfrm>
            <a:off x="2803274" y="5863642"/>
            <a:ext cx="495235" cy="466012"/>
            <a:chOff x="3475914" y="2799950"/>
            <a:chExt cx="1103580" cy="1307355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A30AA31-FE7B-6F3D-FC78-BE02E86B0C5A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3EC67D1-E3F8-4D80-1211-FDBF968BE357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4F4041E-6B8F-96B7-894D-4BFFA7A982C5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E5916AD-2AD9-2BC1-3508-9E5C7D907E73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61CF34-6163-A0DC-8EA9-FDC5EF065742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4F21EF-563A-B7B4-AF49-23BC151C73C3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6F2FBC-04DD-EEB5-EC6B-0ABE34B5C9B2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EF09268-6881-5D46-7278-E609E8E0A1A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sp>
        <p:nvSpPr>
          <p:cNvPr id="59" name="Speech Bubble: Rectangle with Corners Rounded 58">
            <a:extLst>
              <a:ext uri="{FF2B5EF4-FFF2-40B4-BE49-F238E27FC236}">
                <a16:creationId xmlns:a16="http://schemas.microsoft.com/office/drawing/2014/main" id="{22B84DFA-441D-C287-26BC-1F0B424DC1A2}"/>
              </a:ext>
            </a:extLst>
          </p:cNvPr>
          <p:cNvSpPr/>
          <p:nvPr/>
        </p:nvSpPr>
        <p:spPr>
          <a:xfrm>
            <a:off x="7030387" y="4676667"/>
            <a:ext cx="3822492" cy="1044133"/>
          </a:xfrm>
          <a:prstGeom prst="wedgeRoundRectCallout">
            <a:avLst>
              <a:gd name="adj1" fmla="val -86172"/>
              <a:gd name="adj2" fmla="val 837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The deterministic policy is just a special case with 1 for the chosen action and 0 for all others.</a:t>
            </a:r>
          </a:p>
        </p:txBody>
      </p:sp>
    </p:spTree>
    <p:extLst>
      <p:ext uri="{BB962C8B-B14F-4D97-AF65-F5344CB8AC3E}">
        <p14:creationId xmlns:p14="http://schemas.microsoft.com/office/powerpoint/2010/main" val="14857714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B331B-5C40-574D-A929-E988423BE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Policy: Exploration and Exploitation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88A32-413E-5E55-FF1F-00F719F84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1496947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The agent needs to learn the optimal policy using the reward signal. </a:t>
            </a:r>
          </a:p>
          <a:p>
            <a:r>
              <a:rPr lang="en-US" dirty="0"/>
              <a:t>At any point in time, the agent can choose actions to perform:</a:t>
            </a:r>
          </a:p>
          <a:p>
            <a:pPr lvl="1"/>
            <a:r>
              <a:rPr lang="en-US" b="1" dirty="0"/>
              <a:t>Exploitation</a:t>
            </a:r>
            <a:r>
              <a:rPr lang="en-US" dirty="0"/>
              <a:t>: maximize return using current information about the environment (= use current best policy).</a:t>
            </a:r>
          </a:p>
          <a:p>
            <a:pPr lvl="1"/>
            <a:r>
              <a:rPr lang="en-US" b="1" dirty="0"/>
              <a:t>Exploration</a:t>
            </a:r>
            <a:r>
              <a:rPr lang="en-US" dirty="0"/>
              <a:t>: try out a new action to find out more about the environment. Has the potential to improve the policy. </a:t>
            </a:r>
          </a:p>
          <a:p>
            <a:r>
              <a:rPr lang="en-US" b="1" dirty="0"/>
              <a:t>Trade-off problem</a:t>
            </a:r>
            <a:r>
              <a:rPr lang="en-US" dirty="0"/>
              <a:t>: What is the best split between both strategies?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E0D8765-4F2B-0BC3-57E4-F3824392BF10}"/>
              </a:ext>
            </a:extLst>
          </p:cNvPr>
          <p:cNvGrpSpPr/>
          <p:nvPr/>
        </p:nvGrpSpPr>
        <p:grpSpPr>
          <a:xfrm>
            <a:off x="2791752" y="3277274"/>
            <a:ext cx="5915278" cy="2898017"/>
            <a:chOff x="2791752" y="3277274"/>
            <a:chExt cx="5915278" cy="2898017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F5BA71C-4A50-1FCD-7535-8221996FBD38}"/>
                </a:ext>
              </a:extLst>
            </p:cNvPr>
            <p:cNvGrpSpPr/>
            <p:nvPr/>
          </p:nvGrpSpPr>
          <p:grpSpPr>
            <a:xfrm>
              <a:off x="3075690" y="3366286"/>
              <a:ext cx="5404764" cy="2809005"/>
              <a:chOff x="2978361" y="2469995"/>
              <a:chExt cx="6720352" cy="3739147"/>
            </a:xfrm>
          </p:grpSpPr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18E62462-8BA4-DB32-EDBA-E0D5FAA956DE}"/>
                  </a:ext>
                </a:extLst>
              </p:cNvPr>
              <p:cNvSpPr txBox="1"/>
              <p:nvPr/>
            </p:nvSpPr>
            <p:spPr>
              <a:xfrm>
                <a:off x="3534772" y="5929054"/>
                <a:ext cx="5644765" cy="280088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26841" algn="ctr">
                  <a:spcBef>
                    <a:spcPts val="201"/>
                  </a:spcBef>
                </a:pPr>
                <a:r>
                  <a:rPr sz="1200" dirty="0"/>
                  <a:t>Figure: The exploration-exploitation dilemma</a:t>
                </a:r>
              </a:p>
            </p:txBody>
          </p:sp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9CE8EEDE-F6AC-4F3A-A167-EA8082749B58}"/>
                  </a:ext>
                </a:extLst>
              </p:cNvPr>
              <p:cNvSpPr/>
              <p:nvPr/>
            </p:nvSpPr>
            <p:spPr>
              <a:xfrm>
                <a:off x="2978361" y="3815133"/>
                <a:ext cx="1828005" cy="1274678"/>
              </a:xfrm>
              <a:custGeom>
                <a:avLst/>
                <a:gdLst/>
                <a:ahLst/>
                <a:cxnLst/>
                <a:rect l="l" t="t" r="r" b="b"/>
                <a:pathLst>
                  <a:path w="1017904" h="827405">
                    <a:moveTo>
                      <a:pt x="183261" y="536943"/>
                    </a:moveTo>
                    <a:lnTo>
                      <a:pt x="179654" y="519137"/>
                    </a:lnTo>
                    <a:lnTo>
                      <a:pt x="169837" y="504571"/>
                    </a:lnTo>
                    <a:lnTo>
                      <a:pt x="155270" y="494741"/>
                    </a:lnTo>
                    <a:lnTo>
                      <a:pt x="137452" y="491134"/>
                    </a:lnTo>
                    <a:lnTo>
                      <a:pt x="122186" y="491134"/>
                    </a:lnTo>
                    <a:lnTo>
                      <a:pt x="122186" y="575932"/>
                    </a:lnTo>
                    <a:lnTo>
                      <a:pt x="122186" y="620153"/>
                    </a:lnTo>
                    <a:lnTo>
                      <a:pt x="122186" y="759206"/>
                    </a:lnTo>
                    <a:lnTo>
                      <a:pt x="115328" y="766013"/>
                    </a:lnTo>
                    <a:lnTo>
                      <a:pt x="67945" y="766013"/>
                    </a:lnTo>
                    <a:lnTo>
                      <a:pt x="61087" y="759206"/>
                    </a:lnTo>
                    <a:lnTo>
                      <a:pt x="61087" y="742340"/>
                    </a:lnTo>
                    <a:lnTo>
                      <a:pt x="67945" y="735495"/>
                    </a:lnTo>
                    <a:lnTo>
                      <a:pt x="115328" y="735495"/>
                    </a:lnTo>
                    <a:lnTo>
                      <a:pt x="122186" y="742340"/>
                    </a:lnTo>
                    <a:lnTo>
                      <a:pt x="122186" y="698106"/>
                    </a:lnTo>
                    <a:lnTo>
                      <a:pt x="115328" y="704926"/>
                    </a:lnTo>
                    <a:lnTo>
                      <a:pt x="67945" y="704926"/>
                    </a:lnTo>
                    <a:lnTo>
                      <a:pt x="61087" y="698106"/>
                    </a:lnTo>
                    <a:lnTo>
                      <a:pt x="61087" y="681253"/>
                    </a:lnTo>
                    <a:lnTo>
                      <a:pt x="67945" y="674395"/>
                    </a:lnTo>
                    <a:lnTo>
                      <a:pt x="115328" y="674395"/>
                    </a:lnTo>
                    <a:lnTo>
                      <a:pt x="122186" y="681253"/>
                    </a:lnTo>
                    <a:lnTo>
                      <a:pt x="122186" y="637019"/>
                    </a:lnTo>
                    <a:lnTo>
                      <a:pt x="115328" y="643839"/>
                    </a:lnTo>
                    <a:lnTo>
                      <a:pt x="67945" y="643839"/>
                    </a:lnTo>
                    <a:lnTo>
                      <a:pt x="61087" y="637019"/>
                    </a:lnTo>
                    <a:lnTo>
                      <a:pt x="61087" y="620153"/>
                    </a:lnTo>
                    <a:lnTo>
                      <a:pt x="67945" y="613308"/>
                    </a:lnTo>
                    <a:lnTo>
                      <a:pt x="115328" y="613308"/>
                    </a:lnTo>
                    <a:lnTo>
                      <a:pt x="122186" y="620153"/>
                    </a:lnTo>
                    <a:lnTo>
                      <a:pt x="122186" y="575932"/>
                    </a:lnTo>
                    <a:lnTo>
                      <a:pt x="115328" y="582752"/>
                    </a:lnTo>
                    <a:lnTo>
                      <a:pt x="67945" y="582752"/>
                    </a:lnTo>
                    <a:lnTo>
                      <a:pt x="61087" y="575932"/>
                    </a:lnTo>
                    <a:lnTo>
                      <a:pt x="61087" y="559041"/>
                    </a:lnTo>
                    <a:lnTo>
                      <a:pt x="67945" y="552221"/>
                    </a:lnTo>
                    <a:lnTo>
                      <a:pt x="115328" y="552221"/>
                    </a:lnTo>
                    <a:lnTo>
                      <a:pt x="122148" y="559041"/>
                    </a:lnTo>
                    <a:lnTo>
                      <a:pt x="122186" y="575932"/>
                    </a:lnTo>
                    <a:lnTo>
                      <a:pt x="122186" y="491134"/>
                    </a:lnTo>
                    <a:lnTo>
                      <a:pt x="45808" y="491134"/>
                    </a:lnTo>
                    <a:lnTo>
                      <a:pt x="28003" y="494741"/>
                    </a:lnTo>
                    <a:lnTo>
                      <a:pt x="13436" y="504571"/>
                    </a:lnTo>
                    <a:lnTo>
                      <a:pt x="3606" y="519137"/>
                    </a:lnTo>
                    <a:lnTo>
                      <a:pt x="0" y="536943"/>
                    </a:lnTo>
                    <a:lnTo>
                      <a:pt x="0" y="781304"/>
                    </a:lnTo>
                    <a:lnTo>
                      <a:pt x="3606" y="799109"/>
                    </a:lnTo>
                    <a:lnTo>
                      <a:pt x="13436" y="813676"/>
                    </a:lnTo>
                    <a:lnTo>
                      <a:pt x="28003" y="823506"/>
                    </a:lnTo>
                    <a:lnTo>
                      <a:pt x="45808" y="827112"/>
                    </a:lnTo>
                    <a:lnTo>
                      <a:pt x="137452" y="827112"/>
                    </a:lnTo>
                    <a:lnTo>
                      <a:pt x="155270" y="823506"/>
                    </a:lnTo>
                    <a:lnTo>
                      <a:pt x="169837" y="813676"/>
                    </a:lnTo>
                    <a:lnTo>
                      <a:pt x="179654" y="799109"/>
                    </a:lnTo>
                    <a:lnTo>
                      <a:pt x="183261" y="781304"/>
                    </a:lnTo>
                    <a:lnTo>
                      <a:pt x="183261" y="766013"/>
                    </a:lnTo>
                    <a:lnTo>
                      <a:pt x="183261" y="735495"/>
                    </a:lnTo>
                    <a:lnTo>
                      <a:pt x="183261" y="552221"/>
                    </a:lnTo>
                    <a:lnTo>
                      <a:pt x="183261" y="536943"/>
                    </a:lnTo>
                    <a:close/>
                  </a:path>
                  <a:path w="1017904" h="827405">
                    <a:moveTo>
                      <a:pt x="458177" y="460565"/>
                    </a:moveTo>
                    <a:lnTo>
                      <a:pt x="427621" y="460565"/>
                    </a:lnTo>
                    <a:lnTo>
                      <a:pt x="427621" y="491134"/>
                    </a:lnTo>
                    <a:lnTo>
                      <a:pt x="458177" y="491134"/>
                    </a:lnTo>
                    <a:lnTo>
                      <a:pt x="458177" y="460565"/>
                    </a:lnTo>
                    <a:close/>
                  </a:path>
                  <a:path w="1017904" h="827405">
                    <a:moveTo>
                      <a:pt x="580364" y="170408"/>
                    </a:moveTo>
                    <a:lnTo>
                      <a:pt x="574344" y="140728"/>
                    </a:lnTo>
                    <a:lnTo>
                      <a:pt x="557961" y="116446"/>
                    </a:lnTo>
                    <a:lnTo>
                      <a:pt x="533679" y="100063"/>
                    </a:lnTo>
                    <a:lnTo>
                      <a:pt x="519277" y="97155"/>
                    </a:lnTo>
                    <a:lnTo>
                      <a:pt x="519277" y="162775"/>
                    </a:lnTo>
                    <a:lnTo>
                      <a:pt x="516267" y="177622"/>
                    </a:lnTo>
                    <a:lnTo>
                      <a:pt x="508063" y="189750"/>
                    </a:lnTo>
                    <a:lnTo>
                      <a:pt x="495922" y="197929"/>
                    </a:lnTo>
                    <a:lnTo>
                      <a:pt x="481076" y="200939"/>
                    </a:lnTo>
                    <a:lnTo>
                      <a:pt x="466229" y="197929"/>
                    </a:lnTo>
                    <a:lnTo>
                      <a:pt x="454101" y="189750"/>
                    </a:lnTo>
                    <a:lnTo>
                      <a:pt x="445909" y="177622"/>
                    </a:lnTo>
                    <a:lnTo>
                      <a:pt x="442899" y="162775"/>
                    </a:lnTo>
                    <a:lnTo>
                      <a:pt x="444449" y="155130"/>
                    </a:lnTo>
                    <a:lnTo>
                      <a:pt x="445909" y="147929"/>
                    </a:lnTo>
                    <a:lnTo>
                      <a:pt x="454101" y="135788"/>
                    </a:lnTo>
                    <a:lnTo>
                      <a:pt x="466229" y="127609"/>
                    </a:lnTo>
                    <a:lnTo>
                      <a:pt x="481076" y="124599"/>
                    </a:lnTo>
                    <a:lnTo>
                      <a:pt x="495922" y="127609"/>
                    </a:lnTo>
                    <a:lnTo>
                      <a:pt x="508063" y="135788"/>
                    </a:lnTo>
                    <a:lnTo>
                      <a:pt x="516267" y="147929"/>
                    </a:lnTo>
                    <a:lnTo>
                      <a:pt x="519277" y="162775"/>
                    </a:lnTo>
                    <a:lnTo>
                      <a:pt x="519277" y="97155"/>
                    </a:lnTo>
                    <a:lnTo>
                      <a:pt x="503986" y="94043"/>
                    </a:lnTo>
                    <a:lnTo>
                      <a:pt x="373380" y="94043"/>
                    </a:lnTo>
                    <a:lnTo>
                      <a:pt x="366534" y="100888"/>
                    </a:lnTo>
                    <a:lnTo>
                      <a:pt x="366534" y="114528"/>
                    </a:lnTo>
                    <a:lnTo>
                      <a:pt x="367512" y="119519"/>
                    </a:lnTo>
                    <a:lnTo>
                      <a:pt x="368084" y="124599"/>
                    </a:lnTo>
                    <a:lnTo>
                      <a:pt x="334454" y="124599"/>
                    </a:lnTo>
                    <a:lnTo>
                      <a:pt x="335026" y="119519"/>
                    </a:lnTo>
                    <a:lnTo>
                      <a:pt x="336003" y="114528"/>
                    </a:lnTo>
                    <a:lnTo>
                      <a:pt x="336003" y="100888"/>
                    </a:lnTo>
                    <a:lnTo>
                      <a:pt x="329158" y="94043"/>
                    </a:lnTo>
                    <a:lnTo>
                      <a:pt x="259638" y="94043"/>
                    </a:lnTo>
                    <a:lnTo>
                      <a:pt x="259638" y="162775"/>
                    </a:lnTo>
                    <a:lnTo>
                      <a:pt x="256628" y="177622"/>
                    </a:lnTo>
                    <a:lnTo>
                      <a:pt x="248437" y="189750"/>
                    </a:lnTo>
                    <a:lnTo>
                      <a:pt x="236283" y="197929"/>
                    </a:lnTo>
                    <a:lnTo>
                      <a:pt x="221437" y="200939"/>
                    </a:lnTo>
                    <a:lnTo>
                      <a:pt x="206603" y="197929"/>
                    </a:lnTo>
                    <a:lnTo>
                      <a:pt x="194462" y="189750"/>
                    </a:lnTo>
                    <a:lnTo>
                      <a:pt x="186270" y="177622"/>
                    </a:lnTo>
                    <a:lnTo>
                      <a:pt x="183261" y="162775"/>
                    </a:lnTo>
                    <a:lnTo>
                      <a:pt x="186270" y="147929"/>
                    </a:lnTo>
                    <a:lnTo>
                      <a:pt x="194462" y="135788"/>
                    </a:lnTo>
                    <a:lnTo>
                      <a:pt x="206603" y="127609"/>
                    </a:lnTo>
                    <a:lnTo>
                      <a:pt x="221437" y="124599"/>
                    </a:lnTo>
                    <a:lnTo>
                      <a:pt x="236283" y="127609"/>
                    </a:lnTo>
                    <a:lnTo>
                      <a:pt x="248437" y="135788"/>
                    </a:lnTo>
                    <a:lnTo>
                      <a:pt x="256628" y="147929"/>
                    </a:lnTo>
                    <a:lnTo>
                      <a:pt x="259638" y="162775"/>
                    </a:lnTo>
                    <a:lnTo>
                      <a:pt x="259638" y="94043"/>
                    </a:lnTo>
                    <a:lnTo>
                      <a:pt x="198551" y="94043"/>
                    </a:lnTo>
                    <a:lnTo>
                      <a:pt x="168859" y="100063"/>
                    </a:lnTo>
                    <a:lnTo>
                      <a:pt x="144589" y="116446"/>
                    </a:lnTo>
                    <a:lnTo>
                      <a:pt x="128193" y="140728"/>
                    </a:lnTo>
                    <a:lnTo>
                      <a:pt x="122186" y="170408"/>
                    </a:lnTo>
                    <a:lnTo>
                      <a:pt x="128193" y="200101"/>
                    </a:lnTo>
                    <a:lnTo>
                      <a:pt x="144589" y="224370"/>
                    </a:lnTo>
                    <a:lnTo>
                      <a:pt x="168859" y="240766"/>
                    </a:lnTo>
                    <a:lnTo>
                      <a:pt x="198551" y="246773"/>
                    </a:lnTo>
                    <a:lnTo>
                      <a:pt x="241198" y="239941"/>
                    </a:lnTo>
                    <a:lnTo>
                      <a:pt x="278295" y="220916"/>
                    </a:lnTo>
                    <a:lnTo>
                      <a:pt x="298589" y="200939"/>
                    </a:lnTo>
                    <a:lnTo>
                      <a:pt x="307771" y="191909"/>
                    </a:lnTo>
                    <a:lnTo>
                      <a:pt x="327545" y="155130"/>
                    </a:lnTo>
                    <a:lnTo>
                      <a:pt x="336003" y="155130"/>
                    </a:lnTo>
                    <a:lnTo>
                      <a:pt x="336003" y="246773"/>
                    </a:lnTo>
                    <a:lnTo>
                      <a:pt x="312293" y="246773"/>
                    </a:lnTo>
                    <a:lnTo>
                      <a:pt x="305447" y="253593"/>
                    </a:lnTo>
                    <a:lnTo>
                      <a:pt x="305447" y="368947"/>
                    </a:lnTo>
                    <a:lnTo>
                      <a:pt x="159562" y="368947"/>
                    </a:lnTo>
                    <a:lnTo>
                      <a:pt x="152704" y="375780"/>
                    </a:lnTo>
                    <a:lnTo>
                      <a:pt x="152704" y="462153"/>
                    </a:lnTo>
                    <a:lnTo>
                      <a:pt x="176949" y="471639"/>
                    </a:lnTo>
                    <a:lnTo>
                      <a:pt x="196316" y="488378"/>
                    </a:lnTo>
                    <a:lnTo>
                      <a:pt x="209156" y="510692"/>
                    </a:lnTo>
                    <a:lnTo>
                      <a:pt x="213804" y="536943"/>
                    </a:lnTo>
                    <a:lnTo>
                      <a:pt x="213804" y="735495"/>
                    </a:lnTo>
                    <a:lnTo>
                      <a:pt x="488708" y="735495"/>
                    </a:lnTo>
                    <a:lnTo>
                      <a:pt x="488708" y="536943"/>
                    </a:lnTo>
                    <a:lnTo>
                      <a:pt x="491413" y="521665"/>
                    </a:lnTo>
                    <a:lnTo>
                      <a:pt x="493356" y="510692"/>
                    </a:lnTo>
                    <a:lnTo>
                      <a:pt x="506196" y="488378"/>
                    </a:lnTo>
                    <a:lnTo>
                      <a:pt x="525564" y="471639"/>
                    </a:lnTo>
                    <a:lnTo>
                      <a:pt x="549795" y="462153"/>
                    </a:lnTo>
                    <a:lnTo>
                      <a:pt x="549795" y="430047"/>
                    </a:lnTo>
                    <a:lnTo>
                      <a:pt x="549795" y="375780"/>
                    </a:lnTo>
                    <a:lnTo>
                      <a:pt x="542950" y="368947"/>
                    </a:lnTo>
                    <a:lnTo>
                      <a:pt x="488708" y="368947"/>
                    </a:lnTo>
                    <a:lnTo>
                      <a:pt x="488708" y="436867"/>
                    </a:lnTo>
                    <a:lnTo>
                      <a:pt x="488708" y="514845"/>
                    </a:lnTo>
                    <a:lnTo>
                      <a:pt x="481863" y="521665"/>
                    </a:lnTo>
                    <a:lnTo>
                      <a:pt x="403910" y="521665"/>
                    </a:lnTo>
                    <a:lnTo>
                      <a:pt x="397090" y="514845"/>
                    </a:lnTo>
                    <a:lnTo>
                      <a:pt x="397090" y="491134"/>
                    </a:lnTo>
                    <a:lnTo>
                      <a:pt x="397090" y="460565"/>
                    </a:lnTo>
                    <a:lnTo>
                      <a:pt x="397090" y="436867"/>
                    </a:lnTo>
                    <a:lnTo>
                      <a:pt x="403910" y="430047"/>
                    </a:lnTo>
                    <a:lnTo>
                      <a:pt x="481863" y="430047"/>
                    </a:lnTo>
                    <a:lnTo>
                      <a:pt x="488708" y="436867"/>
                    </a:lnTo>
                    <a:lnTo>
                      <a:pt x="488708" y="368947"/>
                    </a:lnTo>
                    <a:lnTo>
                      <a:pt x="397090" y="368947"/>
                    </a:lnTo>
                    <a:lnTo>
                      <a:pt x="397090" y="253593"/>
                    </a:lnTo>
                    <a:lnTo>
                      <a:pt x="390245" y="246773"/>
                    </a:lnTo>
                    <a:lnTo>
                      <a:pt x="366534" y="246773"/>
                    </a:lnTo>
                    <a:lnTo>
                      <a:pt x="366534" y="436867"/>
                    </a:lnTo>
                    <a:lnTo>
                      <a:pt x="366534" y="453758"/>
                    </a:lnTo>
                    <a:lnTo>
                      <a:pt x="366534" y="497954"/>
                    </a:lnTo>
                    <a:lnTo>
                      <a:pt x="366534" y="514845"/>
                    </a:lnTo>
                    <a:lnTo>
                      <a:pt x="359676" y="521665"/>
                    </a:lnTo>
                    <a:lnTo>
                      <a:pt x="220649" y="521665"/>
                    </a:lnTo>
                    <a:lnTo>
                      <a:pt x="213804" y="514845"/>
                    </a:lnTo>
                    <a:lnTo>
                      <a:pt x="213804" y="497954"/>
                    </a:lnTo>
                    <a:lnTo>
                      <a:pt x="220649" y="491134"/>
                    </a:lnTo>
                    <a:lnTo>
                      <a:pt x="359676" y="491134"/>
                    </a:lnTo>
                    <a:lnTo>
                      <a:pt x="366534" y="497954"/>
                    </a:lnTo>
                    <a:lnTo>
                      <a:pt x="366534" y="453758"/>
                    </a:lnTo>
                    <a:lnTo>
                      <a:pt x="359676" y="460565"/>
                    </a:lnTo>
                    <a:lnTo>
                      <a:pt x="220649" y="460565"/>
                    </a:lnTo>
                    <a:lnTo>
                      <a:pt x="213804" y="453758"/>
                    </a:lnTo>
                    <a:lnTo>
                      <a:pt x="213804" y="436867"/>
                    </a:lnTo>
                    <a:lnTo>
                      <a:pt x="220649" y="430047"/>
                    </a:lnTo>
                    <a:lnTo>
                      <a:pt x="359676" y="430047"/>
                    </a:lnTo>
                    <a:lnTo>
                      <a:pt x="366534" y="436867"/>
                    </a:lnTo>
                    <a:lnTo>
                      <a:pt x="366534" y="246773"/>
                    </a:lnTo>
                    <a:lnTo>
                      <a:pt x="366534" y="155130"/>
                    </a:lnTo>
                    <a:lnTo>
                      <a:pt x="374967" y="155130"/>
                    </a:lnTo>
                    <a:lnTo>
                      <a:pt x="394741" y="191909"/>
                    </a:lnTo>
                    <a:lnTo>
                      <a:pt x="424218" y="220916"/>
                    </a:lnTo>
                    <a:lnTo>
                      <a:pt x="461327" y="239941"/>
                    </a:lnTo>
                    <a:lnTo>
                      <a:pt x="503986" y="246773"/>
                    </a:lnTo>
                    <a:lnTo>
                      <a:pt x="533679" y="240766"/>
                    </a:lnTo>
                    <a:lnTo>
                      <a:pt x="557961" y="224370"/>
                    </a:lnTo>
                    <a:lnTo>
                      <a:pt x="573773" y="200939"/>
                    </a:lnTo>
                    <a:lnTo>
                      <a:pt x="574344" y="200101"/>
                    </a:lnTo>
                    <a:lnTo>
                      <a:pt x="580364" y="170408"/>
                    </a:lnTo>
                    <a:close/>
                  </a:path>
                  <a:path w="1017904" h="827405">
                    <a:moveTo>
                      <a:pt x="702538" y="536943"/>
                    </a:moveTo>
                    <a:lnTo>
                      <a:pt x="698931" y="519137"/>
                    </a:lnTo>
                    <a:lnTo>
                      <a:pt x="689102" y="504571"/>
                    </a:lnTo>
                    <a:lnTo>
                      <a:pt x="674522" y="494741"/>
                    </a:lnTo>
                    <a:lnTo>
                      <a:pt x="656691" y="491134"/>
                    </a:lnTo>
                    <a:lnTo>
                      <a:pt x="641451" y="491134"/>
                    </a:lnTo>
                    <a:lnTo>
                      <a:pt x="641451" y="575932"/>
                    </a:lnTo>
                    <a:lnTo>
                      <a:pt x="641451" y="620153"/>
                    </a:lnTo>
                    <a:lnTo>
                      <a:pt x="641451" y="759206"/>
                    </a:lnTo>
                    <a:lnTo>
                      <a:pt x="634593" y="766013"/>
                    </a:lnTo>
                    <a:lnTo>
                      <a:pt x="587184" y="766013"/>
                    </a:lnTo>
                    <a:lnTo>
                      <a:pt x="580364" y="759206"/>
                    </a:lnTo>
                    <a:lnTo>
                      <a:pt x="580364" y="742340"/>
                    </a:lnTo>
                    <a:lnTo>
                      <a:pt x="587184" y="735495"/>
                    </a:lnTo>
                    <a:lnTo>
                      <a:pt x="634593" y="735495"/>
                    </a:lnTo>
                    <a:lnTo>
                      <a:pt x="641451" y="742340"/>
                    </a:lnTo>
                    <a:lnTo>
                      <a:pt x="641451" y="698106"/>
                    </a:lnTo>
                    <a:lnTo>
                      <a:pt x="634593" y="704926"/>
                    </a:lnTo>
                    <a:lnTo>
                      <a:pt x="587184" y="704926"/>
                    </a:lnTo>
                    <a:lnTo>
                      <a:pt x="580364" y="698106"/>
                    </a:lnTo>
                    <a:lnTo>
                      <a:pt x="580364" y="681253"/>
                    </a:lnTo>
                    <a:lnTo>
                      <a:pt x="587184" y="674395"/>
                    </a:lnTo>
                    <a:lnTo>
                      <a:pt x="634593" y="674395"/>
                    </a:lnTo>
                    <a:lnTo>
                      <a:pt x="641451" y="681253"/>
                    </a:lnTo>
                    <a:lnTo>
                      <a:pt x="641451" y="637019"/>
                    </a:lnTo>
                    <a:lnTo>
                      <a:pt x="634593" y="643839"/>
                    </a:lnTo>
                    <a:lnTo>
                      <a:pt x="587184" y="643839"/>
                    </a:lnTo>
                    <a:lnTo>
                      <a:pt x="580364" y="637019"/>
                    </a:lnTo>
                    <a:lnTo>
                      <a:pt x="580364" y="620153"/>
                    </a:lnTo>
                    <a:lnTo>
                      <a:pt x="587184" y="613308"/>
                    </a:lnTo>
                    <a:lnTo>
                      <a:pt x="634593" y="613308"/>
                    </a:lnTo>
                    <a:lnTo>
                      <a:pt x="641451" y="620153"/>
                    </a:lnTo>
                    <a:lnTo>
                      <a:pt x="641451" y="575932"/>
                    </a:lnTo>
                    <a:lnTo>
                      <a:pt x="634593" y="582752"/>
                    </a:lnTo>
                    <a:lnTo>
                      <a:pt x="587184" y="582752"/>
                    </a:lnTo>
                    <a:lnTo>
                      <a:pt x="580364" y="575932"/>
                    </a:lnTo>
                    <a:lnTo>
                      <a:pt x="580364" y="559041"/>
                    </a:lnTo>
                    <a:lnTo>
                      <a:pt x="587184" y="552221"/>
                    </a:lnTo>
                    <a:lnTo>
                      <a:pt x="634593" y="552221"/>
                    </a:lnTo>
                    <a:lnTo>
                      <a:pt x="641413" y="559041"/>
                    </a:lnTo>
                    <a:lnTo>
                      <a:pt x="641451" y="575932"/>
                    </a:lnTo>
                    <a:lnTo>
                      <a:pt x="641451" y="491134"/>
                    </a:lnTo>
                    <a:lnTo>
                      <a:pt x="565086" y="491134"/>
                    </a:lnTo>
                    <a:lnTo>
                      <a:pt x="547268" y="494741"/>
                    </a:lnTo>
                    <a:lnTo>
                      <a:pt x="532714" y="504571"/>
                    </a:lnTo>
                    <a:lnTo>
                      <a:pt x="522884" y="519137"/>
                    </a:lnTo>
                    <a:lnTo>
                      <a:pt x="519277" y="536943"/>
                    </a:lnTo>
                    <a:lnTo>
                      <a:pt x="519277" y="781304"/>
                    </a:lnTo>
                    <a:lnTo>
                      <a:pt x="522884" y="799109"/>
                    </a:lnTo>
                    <a:lnTo>
                      <a:pt x="532714" y="813676"/>
                    </a:lnTo>
                    <a:lnTo>
                      <a:pt x="547268" y="823506"/>
                    </a:lnTo>
                    <a:lnTo>
                      <a:pt x="565086" y="827112"/>
                    </a:lnTo>
                    <a:lnTo>
                      <a:pt x="656691" y="827112"/>
                    </a:lnTo>
                    <a:lnTo>
                      <a:pt x="674522" y="823506"/>
                    </a:lnTo>
                    <a:lnTo>
                      <a:pt x="689102" y="813676"/>
                    </a:lnTo>
                    <a:lnTo>
                      <a:pt x="698931" y="799109"/>
                    </a:lnTo>
                    <a:lnTo>
                      <a:pt x="702538" y="781304"/>
                    </a:lnTo>
                    <a:lnTo>
                      <a:pt x="702538" y="766013"/>
                    </a:lnTo>
                    <a:lnTo>
                      <a:pt x="702538" y="735495"/>
                    </a:lnTo>
                    <a:lnTo>
                      <a:pt x="702538" y="552221"/>
                    </a:lnTo>
                    <a:lnTo>
                      <a:pt x="702538" y="536943"/>
                    </a:lnTo>
                    <a:close/>
                  </a:path>
                  <a:path w="1017904" h="827405">
                    <a:moveTo>
                      <a:pt x="811936" y="289966"/>
                    </a:moveTo>
                    <a:lnTo>
                      <a:pt x="786333" y="289966"/>
                    </a:lnTo>
                    <a:lnTo>
                      <a:pt x="786333" y="315569"/>
                    </a:lnTo>
                    <a:lnTo>
                      <a:pt x="811936" y="315569"/>
                    </a:lnTo>
                    <a:lnTo>
                      <a:pt x="811936" y="289966"/>
                    </a:lnTo>
                    <a:close/>
                  </a:path>
                  <a:path w="1017904" h="827405">
                    <a:moveTo>
                      <a:pt x="863104" y="173786"/>
                    </a:moveTo>
                    <a:lnTo>
                      <a:pt x="858075" y="148894"/>
                    </a:lnTo>
                    <a:lnTo>
                      <a:pt x="844346" y="128562"/>
                    </a:lnTo>
                    <a:lnTo>
                      <a:pt x="824001" y="114833"/>
                    </a:lnTo>
                    <a:lnTo>
                      <a:pt x="799109" y="109791"/>
                    </a:lnTo>
                    <a:lnTo>
                      <a:pt x="774217" y="114833"/>
                    </a:lnTo>
                    <a:lnTo>
                      <a:pt x="753884" y="128562"/>
                    </a:lnTo>
                    <a:lnTo>
                      <a:pt x="740156" y="148894"/>
                    </a:lnTo>
                    <a:lnTo>
                      <a:pt x="735126" y="173786"/>
                    </a:lnTo>
                    <a:lnTo>
                      <a:pt x="760730" y="173786"/>
                    </a:lnTo>
                    <a:lnTo>
                      <a:pt x="763739" y="158851"/>
                    </a:lnTo>
                    <a:lnTo>
                      <a:pt x="771969" y="146634"/>
                    </a:lnTo>
                    <a:lnTo>
                      <a:pt x="784174" y="138391"/>
                    </a:lnTo>
                    <a:lnTo>
                      <a:pt x="799109" y="135369"/>
                    </a:lnTo>
                    <a:lnTo>
                      <a:pt x="814044" y="138391"/>
                    </a:lnTo>
                    <a:lnTo>
                      <a:pt x="826249" y="146634"/>
                    </a:lnTo>
                    <a:lnTo>
                      <a:pt x="834491" y="158851"/>
                    </a:lnTo>
                    <a:lnTo>
                      <a:pt x="837501" y="173786"/>
                    </a:lnTo>
                    <a:lnTo>
                      <a:pt x="836866" y="180771"/>
                    </a:lnTo>
                    <a:lnTo>
                      <a:pt x="834986" y="187477"/>
                    </a:lnTo>
                    <a:lnTo>
                      <a:pt x="831926" y="193725"/>
                    </a:lnTo>
                    <a:lnTo>
                      <a:pt x="827747" y="199364"/>
                    </a:lnTo>
                    <a:lnTo>
                      <a:pt x="786333" y="245706"/>
                    </a:lnTo>
                    <a:lnTo>
                      <a:pt x="786333" y="276174"/>
                    </a:lnTo>
                    <a:lnTo>
                      <a:pt x="811923" y="276174"/>
                    </a:lnTo>
                    <a:lnTo>
                      <a:pt x="811923" y="255460"/>
                    </a:lnTo>
                    <a:lnTo>
                      <a:pt x="846810" y="216433"/>
                    </a:lnTo>
                    <a:lnTo>
                      <a:pt x="853795" y="207035"/>
                    </a:lnTo>
                    <a:lnTo>
                      <a:pt x="858901" y="196621"/>
                    </a:lnTo>
                    <a:lnTo>
                      <a:pt x="862037" y="185445"/>
                    </a:lnTo>
                    <a:lnTo>
                      <a:pt x="863104" y="173786"/>
                    </a:lnTo>
                    <a:close/>
                  </a:path>
                  <a:path w="1017904" h="827405">
                    <a:moveTo>
                      <a:pt x="1017689" y="217309"/>
                    </a:moveTo>
                    <a:lnTo>
                      <a:pt x="1013269" y="175031"/>
                    </a:lnTo>
                    <a:lnTo>
                      <a:pt x="1000467" y="133819"/>
                    </a:lnTo>
                    <a:lnTo>
                      <a:pt x="991501" y="117259"/>
                    </a:lnTo>
                    <a:lnTo>
                      <a:pt x="991501" y="205460"/>
                    </a:lnTo>
                    <a:lnTo>
                      <a:pt x="989647" y="248526"/>
                    </a:lnTo>
                    <a:lnTo>
                      <a:pt x="977709" y="291363"/>
                    </a:lnTo>
                    <a:lnTo>
                      <a:pt x="956310" y="330327"/>
                    </a:lnTo>
                    <a:lnTo>
                      <a:pt x="927544" y="362419"/>
                    </a:lnTo>
                    <a:lnTo>
                      <a:pt x="892924" y="386981"/>
                    </a:lnTo>
                    <a:lnTo>
                      <a:pt x="853973" y="403377"/>
                    </a:lnTo>
                    <a:lnTo>
                      <a:pt x="812215" y="410972"/>
                    </a:lnTo>
                    <a:lnTo>
                      <a:pt x="769162" y="409117"/>
                    </a:lnTo>
                    <a:lnTo>
                      <a:pt x="726338" y="397179"/>
                    </a:lnTo>
                    <a:lnTo>
                      <a:pt x="680580" y="370751"/>
                    </a:lnTo>
                    <a:lnTo>
                      <a:pt x="643813" y="332968"/>
                    </a:lnTo>
                    <a:lnTo>
                      <a:pt x="640562" y="328523"/>
                    </a:lnTo>
                    <a:lnTo>
                      <a:pt x="561581" y="318604"/>
                    </a:lnTo>
                    <a:lnTo>
                      <a:pt x="609650" y="255143"/>
                    </a:lnTo>
                    <a:lnTo>
                      <a:pt x="608774" y="249720"/>
                    </a:lnTo>
                    <a:lnTo>
                      <a:pt x="608660" y="248526"/>
                    </a:lnTo>
                    <a:lnTo>
                      <a:pt x="608647" y="248361"/>
                    </a:lnTo>
                    <a:lnTo>
                      <a:pt x="606298" y="223367"/>
                    </a:lnTo>
                    <a:lnTo>
                      <a:pt x="607453" y="197015"/>
                    </a:lnTo>
                    <a:lnTo>
                      <a:pt x="620522" y="145821"/>
                    </a:lnTo>
                    <a:lnTo>
                      <a:pt x="641908" y="106832"/>
                    </a:lnTo>
                    <a:lnTo>
                      <a:pt x="670674" y="74739"/>
                    </a:lnTo>
                    <a:lnTo>
                      <a:pt x="705294" y="50177"/>
                    </a:lnTo>
                    <a:lnTo>
                      <a:pt x="744245" y="33782"/>
                    </a:lnTo>
                    <a:lnTo>
                      <a:pt x="786003" y="26187"/>
                    </a:lnTo>
                    <a:lnTo>
                      <a:pt x="829056" y="28054"/>
                    </a:lnTo>
                    <a:lnTo>
                      <a:pt x="871880" y="39992"/>
                    </a:lnTo>
                    <a:lnTo>
                      <a:pt x="910856" y="61379"/>
                    </a:lnTo>
                    <a:lnTo>
                      <a:pt x="942949" y="90144"/>
                    </a:lnTo>
                    <a:lnTo>
                      <a:pt x="967524" y="124752"/>
                    </a:lnTo>
                    <a:lnTo>
                      <a:pt x="983919" y="163703"/>
                    </a:lnTo>
                    <a:lnTo>
                      <a:pt x="991501" y="205460"/>
                    </a:lnTo>
                    <a:lnTo>
                      <a:pt x="991501" y="117259"/>
                    </a:lnTo>
                    <a:lnTo>
                      <a:pt x="952766" y="63131"/>
                    </a:lnTo>
                    <a:lnTo>
                      <a:pt x="919734" y="36372"/>
                    </a:lnTo>
                    <a:lnTo>
                      <a:pt x="881545" y="16281"/>
                    </a:lnTo>
                    <a:lnTo>
                      <a:pt x="840193" y="3949"/>
                    </a:lnTo>
                    <a:lnTo>
                      <a:pt x="797864" y="0"/>
                    </a:lnTo>
                    <a:lnTo>
                      <a:pt x="755573" y="4432"/>
                    </a:lnTo>
                    <a:lnTo>
                      <a:pt x="714336" y="17233"/>
                    </a:lnTo>
                    <a:lnTo>
                      <a:pt x="676402" y="37782"/>
                    </a:lnTo>
                    <a:lnTo>
                      <a:pt x="643674" y="64922"/>
                    </a:lnTo>
                    <a:lnTo>
                      <a:pt x="616902" y="97955"/>
                    </a:lnTo>
                    <a:lnTo>
                      <a:pt x="596811" y="136156"/>
                    </a:lnTo>
                    <a:lnTo>
                      <a:pt x="587679" y="163703"/>
                    </a:lnTo>
                    <a:lnTo>
                      <a:pt x="582320" y="191414"/>
                    </a:lnTo>
                    <a:lnTo>
                      <a:pt x="580618" y="219862"/>
                    </a:lnTo>
                    <a:lnTo>
                      <a:pt x="582663" y="248361"/>
                    </a:lnTo>
                    <a:lnTo>
                      <a:pt x="582536" y="248526"/>
                    </a:lnTo>
                    <a:lnTo>
                      <a:pt x="514375" y="338455"/>
                    </a:lnTo>
                    <a:lnTo>
                      <a:pt x="626541" y="352577"/>
                    </a:lnTo>
                    <a:lnTo>
                      <a:pt x="645502" y="373951"/>
                    </a:lnTo>
                    <a:lnTo>
                      <a:pt x="690854" y="408330"/>
                    </a:lnTo>
                    <a:lnTo>
                      <a:pt x="758050" y="433209"/>
                    </a:lnTo>
                    <a:lnTo>
                      <a:pt x="800379" y="437146"/>
                    </a:lnTo>
                    <a:lnTo>
                      <a:pt x="842670" y="432714"/>
                    </a:lnTo>
                    <a:lnTo>
                      <a:pt x="883881" y="419912"/>
                    </a:lnTo>
                    <a:lnTo>
                      <a:pt x="900404" y="410972"/>
                    </a:lnTo>
                    <a:lnTo>
                      <a:pt x="921842" y="399376"/>
                    </a:lnTo>
                    <a:lnTo>
                      <a:pt x="954570" y="372237"/>
                    </a:lnTo>
                    <a:lnTo>
                      <a:pt x="981329" y="339204"/>
                    </a:lnTo>
                    <a:lnTo>
                      <a:pt x="1001420" y="301015"/>
                    </a:lnTo>
                    <a:lnTo>
                      <a:pt x="1013739" y="259651"/>
                    </a:lnTo>
                    <a:lnTo>
                      <a:pt x="1017689" y="21730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400"/>
              </a:p>
            </p:txBody>
          </p:sp>
          <p:pic>
            <p:nvPicPr>
              <p:cNvPr id="5" name="object 5">
                <a:extLst>
                  <a:ext uri="{FF2B5EF4-FFF2-40B4-BE49-F238E27FC236}">
                    <a16:creationId xmlns:a16="http://schemas.microsoft.com/office/drawing/2014/main" id="{CF7B6D35-9B7E-5321-8F0E-B876CBE8A278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5335679" y="3716278"/>
                <a:ext cx="871797" cy="739141"/>
              </a:xfrm>
              <a:prstGeom prst="rect">
                <a:avLst/>
              </a:prstGeom>
            </p:spPr>
          </p:pic>
          <p:grpSp>
            <p:nvGrpSpPr>
              <p:cNvPr id="6" name="object 6">
                <a:extLst>
                  <a:ext uri="{FF2B5EF4-FFF2-40B4-BE49-F238E27FC236}">
                    <a16:creationId xmlns:a16="http://schemas.microsoft.com/office/drawing/2014/main" id="{1B0327E0-596D-F8F4-F2C4-5BFB280A6185}"/>
                  </a:ext>
                </a:extLst>
              </p:cNvPr>
              <p:cNvGrpSpPr/>
              <p:nvPr/>
            </p:nvGrpSpPr>
            <p:grpSpPr>
              <a:xfrm>
                <a:off x="7424825" y="3727013"/>
                <a:ext cx="834136" cy="772544"/>
                <a:chOff x="3282056" y="1213989"/>
                <a:chExt cx="675640" cy="528320"/>
              </a:xfrm>
            </p:grpSpPr>
            <p:sp>
              <p:nvSpPr>
                <p:cNvPr id="7" name="object 7">
                  <a:extLst>
                    <a:ext uri="{FF2B5EF4-FFF2-40B4-BE49-F238E27FC236}">
                      <a16:creationId xmlns:a16="http://schemas.microsoft.com/office/drawing/2014/main" id="{1C58DAC5-AE71-D874-B391-6E165F6030FE}"/>
                    </a:ext>
                  </a:extLst>
                </p:cNvPr>
                <p:cNvSpPr/>
                <p:nvPr/>
              </p:nvSpPr>
              <p:spPr>
                <a:xfrm>
                  <a:off x="3282056" y="1691516"/>
                  <a:ext cx="67564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5639" h="50800">
                      <a:moveTo>
                        <a:pt x="672424" y="50294"/>
                      </a:moveTo>
                      <a:lnTo>
                        <a:pt x="668787" y="50294"/>
                      </a:lnTo>
                      <a:lnTo>
                        <a:pt x="2974" y="50294"/>
                      </a:lnTo>
                      <a:lnTo>
                        <a:pt x="0" y="47360"/>
                      </a:lnTo>
                      <a:lnTo>
                        <a:pt x="0" y="2974"/>
                      </a:lnTo>
                      <a:lnTo>
                        <a:pt x="2974" y="0"/>
                      </a:lnTo>
                      <a:lnTo>
                        <a:pt x="672424" y="0"/>
                      </a:lnTo>
                      <a:lnTo>
                        <a:pt x="675390" y="2974"/>
                      </a:lnTo>
                      <a:lnTo>
                        <a:pt x="675390" y="47360"/>
                      </a:lnTo>
                      <a:lnTo>
                        <a:pt x="672424" y="5029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8" name="object 8">
                  <a:extLst>
                    <a:ext uri="{FF2B5EF4-FFF2-40B4-BE49-F238E27FC236}">
                      <a16:creationId xmlns:a16="http://schemas.microsoft.com/office/drawing/2014/main" id="{D94A758C-F129-3E8E-3D30-676BDA376A5C}"/>
                    </a:ext>
                  </a:extLst>
                </p:cNvPr>
                <p:cNvSpPr/>
                <p:nvPr/>
              </p:nvSpPr>
              <p:spPr>
                <a:xfrm>
                  <a:off x="3882438" y="1691516"/>
                  <a:ext cx="7556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564" h="50800">
                      <a:moveTo>
                        <a:pt x="72043" y="50294"/>
                      </a:moveTo>
                      <a:lnTo>
                        <a:pt x="68406" y="50294"/>
                      </a:lnTo>
                      <a:lnTo>
                        <a:pt x="0" y="50294"/>
                      </a:lnTo>
                      <a:lnTo>
                        <a:pt x="0" y="0"/>
                      </a:lnTo>
                      <a:lnTo>
                        <a:pt x="72043" y="0"/>
                      </a:lnTo>
                      <a:lnTo>
                        <a:pt x="75009" y="2974"/>
                      </a:lnTo>
                      <a:lnTo>
                        <a:pt x="75009" y="47360"/>
                      </a:lnTo>
                      <a:lnTo>
                        <a:pt x="72043" y="5029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9" name="object 9">
                  <a:extLst>
                    <a:ext uri="{FF2B5EF4-FFF2-40B4-BE49-F238E27FC236}">
                      <a16:creationId xmlns:a16="http://schemas.microsoft.com/office/drawing/2014/main" id="{14628D87-115F-0B67-08A3-A5A3962250AB}"/>
                    </a:ext>
                  </a:extLst>
                </p:cNvPr>
                <p:cNvSpPr/>
                <p:nvPr/>
              </p:nvSpPr>
              <p:spPr>
                <a:xfrm>
                  <a:off x="3779545" y="1375153"/>
                  <a:ext cx="2032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20" h="63500">
                      <a:moveTo>
                        <a:pt x="15404" y="63298"/>
                      </a:moveTo>
                      <a:lnTo>
                        <a:pt x="9916" y="63298"/>
                      </a:lnTo>
                      <a:lnTo>
                        <a:pt x="4453" y="63298"/>
                      </a:lnTo>
                      <a:lnTo>
                        <a:pt x="0" y="58845"/>
                      </a:lnTo>
                      <a:lnTo>
                        <a:pt x="0" y="4453"/>
                      </a:lnTo>
                      <a:lnTo>
                        <a:pt x="4453" y="0"/>
                      </a:lnTo>
                      <a:lnTo>
                        <a:pt x="15404" y="0"/>
                      </a:lnTo>
                      <a:lnTo>
                        <a:pt x="19825" y="4453"/>
                      </a:lnTo>
                      <a:lnTo>
                        <a:pt x="19825" y="58845"/>
                      </a:lnTo>
                      <a:lnTo>
                        <a:pt x="15404" y="63298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0" name="object 10">
                  <a:extLst>
                    <a:ext uri="{FF2B5EF4-FFF2-40B4-BE49-F238E27FC236}">
                      <a16:creationId xmlns:a16="http://schemas.microsoft.com/office/drawing/2014/main" id="{D36954A1-2577-2102-3D2D-A44FFA3D4847}"/>
                    </a:ext>
                  </a:extLst>
                </p:cNvPr>
                <p:cNvSpPr/>
                <p:nvPr/>
              </p:nvSpPr>
              <p:spPr>
                <a:xfrm>
                  <a:off x="3643884" y="1428546"/>
                  <a:ext cx="291465" cy="263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263525">
                      <a:moveTo>
                        <a:pt x="291172" y="224650"/>
                      </a:moveTo>
                      <a:lnTo>
                        <a:pt x="288201" y="221691"/>
                      </a:lnTo>
                      <a:lnTo>
                        <a:pt x="2959" y="221691"/>
                      </a:lnTo>
                      <a:lnTo>
                        <a:pt x="0" y="224650"/>
                      </a:lnTo>
                      <a:lnTo>
                        <a:pt x="0" y="230111"/>
                      </a:lnTo>
                      <a:lnTo>
                        <a:pt x="2578" y="242912"/>
                      </a:lnTo>
                      <a:lnTo>
                        <a:pt x="9626" y="253352"/>
                      </a:lnTo>
                      <a:lnTo>
                        <a:pt x="20066" y="260388"/>
                      </a:lnTo>
                      <a:lnTo>
                        <a:pt x="32854" y="262978"/>
                      </a:lnTo>
                      <a:lnTo>
                        <a:pt x="258279" y="262978"/>
                      </a:lnTo>
                      <a:lnTo>
                        <a:pt x="271068" y="260388"/>
                      </a:lnTo>
                      <a:lnTo>
                        <a:pt x="281533" y="253352"/>
                      </a:lnTo>
                      <a:lnTo>
                        <a:pt x="288582" y="242912"/>
                      </a:lnTo>
                      <a:lnTo>
                        <a:pt x="291172" y="230111"/>
                      </a:lnTo>
                      <a:lnTo>
                        <a:pt x="291172" y="224650"/>
                      </a:lnTo>
                      <a:close/>
                    </a:path>
                    <a:path w="291464" h="263525">
                      <a:moveTo>
                        <a:pt x="291172" y="63487"/>
                      </a:moveTo>
                      <a:lnTo>
                        <a:pt x="286181" y="38773"/>
                      </a:lnTo>
                      <a:lnTo>
                        <a:pt x="272567" y="18592"/>
                      </a:lnTo>
                      <a:lnTo>
                        <a:pt x="252387" y="4978"/>
                      </a:lnTo>
                      <a:lnTo>
                        <a:pt x="227685" y="0"/>
                      </a:lnTo>
                      <a:lnTo>
                        <a:pt x="63487" y="0"/>
                      </a:lnTo>
                      <a:lnTo>
                        <a:pt x="38773" y="4978"/>
                      </a:lnTo>
                      <a:lnTo>
                        <a:pt x="18592" y="18592"/>
                      </a:lnTo>
                      <a:lnTo>
                        <a:pt x="4991" y="38773"/>
                      </a:lnTo>
                      <a:lnTo>
                        <a:pt x="0" y="63487"/>
                      </a:lnTo>
                      <a:lnTo>
                        <a:pt x="0" y="79832"/>
                      </a:lnTo>
                      <a:lnTo>
                        <a:pt x="2959" y="82804"/>
                      </a:lnTo>
                      <a:lnTo>
                        <a:pt x="284543" y="82804"/>
                      </a:lnTo>
                      <a:lnTo>
                        <a:pt x="288201" y="82804"/>
                      </a:lnTo>
                      <a:lnTo>
                        <a:pt x="291172" y="79832"/>
                      </a:lnTo>
                      <a:lnTo>
                        <a:pt x="291172" y="63487"/>
                      </a:lnTo>
                      <a:close/>
                    </a:path>
                  </a:pathLst>
                </a:custGeom>
                <a:solidFill>
                  <a:srgbClr val="EDA23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1" name="object 11">
                  <a:extLst>
                    <a:ext uri="{FF2B5EF4-FFF2-40B4-BE49-F238E27FC236}">
                      <a16:creationId xmlns:a16="http://schemas.microsoft.com/office/drawing/2014/main" id="{54EC0858-6076-BF07-52A8-7AEED1701493}"/>
                    </a:ext>
                  </a:extLst>
                </p:cNvPr>
                <p:cNvPicPr/>
                <p:nvPr/>
              </p:nvPicPr>
              <p:blipFill>
                <a:blip r:embed="rId3" cstate="print"/>
                <a:stretch>
                  <a:fillRect/>
                </a:stretch>
              </p:blipFill>
              <p:spPr>
                <a:xfrm>
                  <a:off x="3820465" y="1428535"/>
                  <a:ext cx="114595" cy="82808"/>
                </a:xfrm>
                <a:prstGeom prst="rect">
                  <a:avLst/>
                </a:prstGeom>
              </p:spPr>
            </p:pic>
            <p:sp>
              <p:nvSpPr>
                <p:cNvPr id="12" name="object 12">
                  <a:extLst>
                    <a:ext uri="{FF2B5EF4-FFF2-40B4-BE49-F238E27FC236}">
                      <a16:creationId xmlns:a16="http://schemas.microsoft.com/office/drawing/2014/main" id="{3EBA298E-3001-3EF9-F264-D9B34AEA2560}"/>
                    </a:ext>
                  </a:extLst>
                </p:cNvPr>
                <p:cNvSpPr/>
                <p:nvPr/>
              </p:nvSpPr>
              <p:spPr>
                <a:xfrm>
                  <a:off x="3851087" y="1650225"/>
                  <a:ext cx="8445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454" h="41910">
                      <a:moveTo>
                        <a:pt x="51078" y="41291"/>
                      </a:moveTo>
                      <a:lnTo>
                        <a:pt x="0" y="41291"/>
                      </a:lnTo>
                      <a:lnTo>
                        <a:pt x="12792" y="38631"/>
                      </a:lnTo>
                      <a:lnTo>
                        <a:pt x="23237" y="31378"/>
                      </a:lnTo>
                      <a:lnTo>
                        <a:pt x="30279" y="20622"/>
                      </a:lnTo>
                      <a:lnTo>
                        <a:pt x="32861" y="7451"/>
                      </a:lnTo>
                      <a:lnTo>
                        <a:pt x="32861" y="0"/>
                      </a:lnTo>
                      <a:lnTo>
                        <a:pt x="81006" y="0"/>
                      </a:lnTo>
                      <a:lnTo>
                        <a:pt x="83972" y="3063"/>
                      </a:lnTo>
                      <a:lnTo>
                        <a:pt x="83972" y="6821"/>
                      </a:lnTo>
                      <a:lnTo>
                        <a:pt x="83972" y="7451"/>
                      </a:lnTo>
                      <a:lnTo>
                        <a:pt x="81385" y="20622"/>
                      </a:lnTo>
                      <a:lnTo>
                        <a:pt x="74332" y="31378"/>
                      </a:lnTo>
                      <a:lnTo>
                        <a:pt x="63876" y="38631"/>
                      </a:lnTo>
                      <a:lnTo>
                        <a:pt x="51078" y="41291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3" name="object 13">
                  <a:extLst>
                    <a:ext uri="{FF2B5EF4-FFF2-40B4-BE49-F238E27FC236}">
                      <a16:creationId xmlns:a16="http://schemas.microsoft.com/office/drawing/2014/main" id="{64F63F33-D3BD-1206-6396-84082CA3B974}"/>
                    </a:ext>
                  </a:extLst>
                </p:cNvPr>
                <p:cNvSpPr/>
                <p:nvPr/>
              </p:nvSpPr>
              <p:spPr>
                <a:xfrm>
                  <a:off x="3643888" y="1608934"/>
                  <a:ext cx="29146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41910">
                      <a:moveTo>
                        <a:pt x="288205" y="41291"/>
                      </a:moveTo>
                      <a:lnTo>
                        <a:pt x="284543" y="41291"/>
                      </a:lnTo>
                      <a:lnTo>
                        <a:pt x="2966" y="41291"/>
                      </a:lnTo>
                      <a:lnTo>
                        <a:pt x="0" y="38324"/>
                      </a:lnTo>
                      <a:lnTo>
                        <a:pt x="0" y="2933"/>
                      </a:lnTo>
                      <a:lnTo>
                        <a:pt x="2966" y="0"/>
                      </a:lnTo>
                      <a:lnTo>
                        <a:pt x="288205" y="0"/>
                      </a:lnTo>
                      <a:lnTo>
                        <a:pt x="291171" y="2966"/>
                      </a:lnTo>
                      <a:lnTo>
                        <a:pt x="291171" y="38324"/>
                      </a:lnTo>
                      <a:lnTo>
                        <a:pt x="288205" y="41291"/>
                      </a:lnTo>
                      <a:close/>
                    </a:path>
                  </a:pathLst>
                </a:custGeom>
                <a:solidFill>
                  <a:srgbClr val="48B76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4" name="object 14">
                  <a:extLst>
                    <a:ext uri="{FF2B5EF4-FFF2-40B4-BE49-F238E27FC236}">
                      <a16:creationId xmlns:a16="http://schemas.microsoft.com/office/drawing/2014/main" id="{BD673D4F-DB9B-C240-9AA5-224CA4761909}"/>
                    </a:ext>
                  </a:extLst>
                </p:cNvPr>
                <p:cNvSpPr/>
                <p:nvPr/>
              </p:nvSpPr>
              <p:spPr>
                <a:xfrm>
                  <a:off x="3632743" y="1552642"/>
                  <a:ext cx="313690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689" h="56515">
                      <a:moveTo>
                        <a:pt x="287291" y="56258"/>
                      </a:moveTo>
                      <a:lnTo>
                        <a:pt x="26169" y="56258"/>
                      </a:lnTo>
                      <a:lnTo>
                        <a:pt x="15980" y="54203"/>
                      </a:lnTo>
                      <a:lnTo>
                        <a:pt x="7662" y="48596"/>
                      </a:lnTo>
                      <a:lnTo>
                        <a:pt x="2055" y="40278"/>
                      </a:lnTo>
                      <a:lnTo>
                        <a:pt x="0" y="30089"/>
                      </a:lnTo>
                      <a:lnTo>
                        <a:pt x="0" y="26169"/>
                      </a:lnTo>
                      <a:lnTo>
                        <a:pt x="2055" y="15980"/>
                      </a:lnTo>
                      <a:lnTo>
                        <a:pt x="7662" y="7662"/>
                      </a:lnTo>
                      <a:lnTo>
                        <a:pt x="15980" y="2055"/>
                      </a:lnTo>
                      <a:lnTo>
                        <a:pt x="26169" y="0"/>
                      </a:lnTo>
                      <a:lnTo>
                        <a:pt x="287291" y="0"/>
                      </a:lnTo>
                      <a:lnTo>
                        <a:pt x="297480" y="2055"/>
                      </a:lnTo>
                      <a:lnTo>
                        <a:pt x="305798" y="7662"/>
                      </a:lnTo>
                      <a:lnTo>
                        <a:pt x="311405" y="15980"/>
                      </a:lnTo>
                      <a:lnTo>
                        <a:pt x="313461" y="26169"/>
                      </a:lnTo>
                      <a:lnTo>
                        <a:pt x="313461" y="30089"/>
                      </a:lnTo>
                      <a:lnTo>
                        <a:pt x="311405" y="40278"/>
                      </a:lnTo>
                      <a:lnTo>
                        <a:pt x="305798" y="48596"/>
                      </a:lnTo>
                      <a:lnTo>
                        <a:pt x="297480" y="54203"/>
                      </a:lnTo>
                      <a:lnTo>
                        <a:pt x="287291" y="56258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5" name="object 15">
                  <a:extLst>
                    <a:ext uri="{FF2B5EF4-FFF2-40B4-BE49-F238E27FC236}">
                      <a16:creationId xmlns:a16="http://schemas.microsoft.com/office/drawing/2014/main" id="{25751A08-672A-D82C-04E8-397D26E8561E}"/>
                    </a:ext>
                  </a:extLst>
                </p:cNvPr>
                <p:cNvSpPr/>
                <p:nvPr/>
              </p:nvSpPr>
              <p:spPr>
                <a:xfrm>
                  <a:off x="3883884" y="1608934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10">
                      <a:moveTo>
                        <a:pt x="45210" y="41291"/>
                      </a:moveTo>
                      <a:lnTo>
                        <a:pt x="0" y="41291"/>
                      </a:lnTo>
                      <a:lnTo>
                        <a:pt x="0" y="0"/>
                      </a:lnTo>
                      <a:lnTo>
                        <a:pt x="48112" y="0"/>
                      </a:lnTo>
                      <a:lnTo>
                        <a:pt x="51175" y="3030"/>
                      </a:lnTo>
                      <a:lnTo>
                        <a:pt x="51175" y="6788"/>
                      </a:lnTo>
                      <a:lnTo>
                        <a:pt x="51175" y="37411"/>
                      </a:lnTo>
                      <a:lnTo>
                        <a:pt x="49316" y="39933"/>
                      </a:lnTo>
                      <a:lnTo>
                        <a:pt x="46002" y="41137"/>
                      </a:lnTo>
                      <a:lnTo>
                        <a:pt x="45210" y="41291"/>
                      </a:lnTo>
                      <a:close/>
                    </a:path>
                  </a:pathLst>
                </a:custGeom>
                <a:solidFill>
                  <a:srgbClr val="35AA5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6" name="object 16">
                  <a:extLst>
                    <a:ext uri="{FF2B5EF4-FFF2-40B4-BE49-F238E27FC236}">
                      <a16:creationId xmlns:a16="http://schemas.microsoft.com/office/drawing/2014/main" id="{C5E16659-3CC1-F990-4A28-A1658235BCF1}"/>
                    </a:ext>
                  </a:extLst>
                </p:cNvPr>
                <p:cNvSpPr/>
                <p:nvPr/>
              </p:nvSpPr>
              <p:spPr>
                <a:xfrm>
                  <a:off x="3883884" y="1552642"/>
                  <a:ext cx="62865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864" h="56515">
                      <a:moveTo>
                        <a:pt x="35358" y="56258"/>
                      </a:moveTo>
                      <a:lnTo>
                        <a:pt x="0" y="56258"/>
                      </a:lnTo>
                      <a:lnTo>
                        <a:pt x="0" y="0"/>
                      </a:lnTo>
                      <a:lnTo>
                        <a:pt x="35358" y="0"/>
                      </a:lnTo>
                      <a:lnTo>
                        <a:pt x="45858" y="2121"/>
                      </a:lnTo>
                      <a:lnTo>
                        <a:pt x="54428" y="7904"/>
                      </a:lnTo>
                      <a:lnTo>
                        <a:pt x="60203" y="16475"/>
                      </a:lnTo>
                      <a:lnTo>
                        <a:pt x="62320" y="26961"/>
                      </a:lnTo>
                      <a:lnTo>
                        <a:pt x="62320" y="29297"/>
                      </a:lnTo>
                      <a:lnTo>
                        <a:pt x="60203" y="39797"/>
                      </a:lnTo>
                      <a:lnTo>
                        <a:pt x="54428" y="48366"/>
                      </a:lnTo>
                      <a:lnTo>
                        <a:pt x="45858" y="54141"/>
                      </a:lnTo>
                      <a:lnTo>
                        <a:pt x="35358" y="56258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7" name="object 17">
                  <a:extLst>
                    <a:ext uri="{FF2B5EF4-FFF2-40B4-BE49-F238E27FC236}">
                      <a16:creationId xmlns:a16="http://schemas.microsoft.com/office/drawing/2014/main" id="{44A63999-1982-7AB8-1BC9-EE555F780C87}"/>
                    </a:ext>
                  </a:extLst>
                </p:cNvPr>
                <p:cNvSpPr/>
                <p:nvPr/>
              </p:nvSpPr>
              <p:spPr>
                <a:xfrm>
                  <a:off x="3643888" y="1511343"/>
                  <a:ext cx="291465" cy="685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68580">
                      <a:moveTo>
                        <a:pt x="201889" y="68414"/>
                      </a:moveTo>
                      <a:lnTo>
                        <a:pt x="198890" y="68479"/>
                      </a:lnTo>
                      <a:lnTo>
                        <a:pt x="155991" y="41299"/>
                      </a:lnTo>
                      <a:lnTo>
                        <a:pt x="19792" y="41299"/>
                      </a:lnTo>
                      <a:lnTo>
                        <a:pt x="12093" y="39746"/>
                      </a:lnTo>
                      <a:lnTo>
                        <a:pt x="5801" y="35509"/>
                      </a:lnTo>
                      <a:lnTo>
                        <a:pt x="1557" y="29218"/>
                      </a:lnTo>
                      <a:lnTo>
                        <a:pt x="0" y="21506"/>
                      </a:lnTo>
                      <a:lnTo>
                        <a:pt x="0" y="19800"/>
                      </a:lnTo>
                      <a:lnTo>
                        <a:pt x="1557" y="12083"/>
                      </a:lnTo>
                      <a:lnTo>
                        <a:pt x="5801" y="5790"/>
                      </a:lnTo>
                      <a:lnTo>
                        <a:pt x="12093" y="1552"/>
                      </a:lnTo>
                      <a:lnTo>
                        <a:pt x="19792" y="0"/>
                      </a:lnTo>
                      <a:lnTo>
                        <a:pt x="271378" y="0"/>
                      </a:lnTo>
                      <a:lnTo>
                        <a:pt x="279080" y="1557"/>
                      </a:lnTo>
                      <a:lnTo>
                        <a:pt x="285372" y="5802"/>
                      </a:lnTo>
                      <a:lnTo>
                        <a:pt x="289615" y="12097"/>
                      </a:lnTo>
                      <a:lnTo>
                        <a:pt x="291171" y="19800"/>
                      </a:lnTo>
                      <a:lnTo>
                        <a:pt x="291171" y="21506"/>
                      </a:lnTo>
                      <a:lnTo>
                        <a:pt x="289615" y="29218"/>
                      </a:lnTo>
                      <a:lnTo>
                        <a:pt x="285372" y="35509"/>
                      </a:lnTo>
                      <a:lnTo>
                        <a:pt x="279080" y="39746"/>
                      </a:lnTo>
                      <a:lnTo>
                        <a:pt x="271378" y="41299"/>
                      </a:lnTo>
                      <a:lnTo>
                        <a:pt x="240440" y="41299"/>
                      </a:lnTo>
                      <a:lnTo>
                        <a:pt x="201889" y="68414"/>
                      </a:lnTo>
                      <a:close/>
                    </a:path>
                  </a:pathLst>
                </a:custGeom>
                <a:solidFill>
                  <a:srgbClr val="FFD04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8" name="object 18">
                  <a:extLst>
                    <a:ext uri="{FF2B5EF4-FFF2-40B4-BE49-F238E27FC236}">
                      <a16:creationId xmlns:a16="http://schemas.microsoft.com/office/drawing/2014/main" id="{4FA29A4D-5A0E-0AE0-C609-89B46B459629}"/>
                    </a:ext>
                  </a:extLst>
                </p:cNvPr>
                <p:cNvSpPr/>
                <p:nvPr/>
              </p:nvSpPr>
              <p:spPr>
                <a:xfrm>
                  <a:off x="3883884" y="1511343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09">
                      <a:moveTo>
                        <a:pt x="31382" y="41299"/>
                      </a:moveTo>
                      <a:lnTo>
                        <a:pt x="412" y="41299"/>
                      </a:lnTo>
                      <a:lnTo>
                        <a:pt x="0" y="0"/>
                      </a:lnTo>
                      <a:lnTo>
                        <a:pt x="31382" y="0"/>
                      </a:lnTo>
                      <a:lnTo>
                        <a:pt x="39084" y="1557"/>
                      </a:lnTo>
                      <a:lnTo>
                        <a:pt x="45376" y="5802"/>
                      </a:lnTo>
                      <a:lnTo>
                        <a:pt x="49619" y="12097"/>
                      </a:lnTo>
                      <a:lnTo>
                        <a:pt x="51175" y="19800"/>
                      </a:lnTo>
                      <a:lnTo>
                        <a:pt x="51175" y="21506"/>
                      </a:lnTo>
                      <a:lnTo>
                        <a:pt x="49619" y="29218"/>
                      </a:lnTo>
                      <a:lnTo>
                        <a:pt x="45376" y="35509"/>
                      </a:lnTo>
                      <a:lnTo>
                        <a:pt x="39084" y="39746"/>
                      </a:lnTo>
                      <a:lnTo>
                        <a:pt x="31382" y="41299"/>
                      </a:lnTo>
                      <a:close/>
                    </a:path>
                  </a:pathLst>
                </a:custGeom>
                <a:solidFill>
                  <a:srgbClr val="F8BC1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9" name="object 19">
                  <a:extLst>
                    <a:ext uri="{FF2B5EF4-FFF2-40B4-BE49-F238E27FC236}">
                      <a16:creationId xmlns:a16="http://schemas.microsoft.com/office/drawing/2014/main" id="{12C12363-1FFF-9155-4A66-B81452814163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3328124" y="1213989"/>
                  <a:ext cx="71501" cy="99408"/>
                </a:xfrm>
                <a:prstGeom prst="rect">
                  <a:avLst/>
                </a:prstGeom>
              </p:spPr>
            </p:pic>
            <p:sp>
              <p:nvSpPr>
                <p:cNvPr id="20" name="object 20">
                  <a:extLst>
                    <a:ext uri="{FF2B5EF4-FFF2-40B4-BE49-F238E27FC236}">
                      <a16:creationId xmlns:a16="http://schemas.microsoft.com/office/drawing/2014/main" id="{D8C1B310-F0BE-D205-4F69-AE727B5C66C8}"/>
                    </a:ext>
                  </a:extLst>
                </p:cNvPr>
                <p:cNvSpPr/>
                <p:nvPr/>
              </p:nvSpPr>
              <p:spPr>
                <a:xfrm>
                  <a:off x="3314295" y="1375153"/>
                  <a:ext cx="283210" cy="3168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3210" h="316864">
                      <a:moveTo>
                        <a:pt x="233400" y="316556"/>
                      </a:moveTo>
                      <a:lnTo>
                        <a:pt x="49405" y="316556"/>
                      </a:lnTo>
                      <a:lnTo>
                        <a:pt x="40017" y="314772"/>
                      </a:lnTo>
                      <a:lnTo>
                        <a:pt x="32178" y="309855"/>
                      </a:lnTo>
                      <a:lnTo>
                        <a:pt x="26606" y="302464"/>
                      </a:lnTo>
                      <a:lnTo>
                        <a:pt x="24019" y="293256"/>
                      </a:lnTo>
                      <a:lnTo>
                        <a:pt x="0" y="14175"/>
                      </a:lnTo>
                      <a:lnTo>
                        <a:pt x="134420" y="0"/>
                      </a:lnTo>
                      <a:lnTo>
                        <a:pt x="282806" y="14175"/>
                      </a:lnTo>
                      <a:lnTo>
                        <a:pt x="258778" y="293256"/>
                      </a:lnTo>
                      <a:lnTo>
                        <a:pt x="256195" y="302464"/>
                      </a:lnTo>
                      <a:lnTo>
                        <a:pt x="250623" y="309855"/>
                      </a:lnTo>
                      <a:lnTo>
                        <a:pt x="242785" y="314772"/>
                      </a:lnTo>
                      <a:lnTo>
                        <a:pt x="233400" y="316556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1" name="object 21">
                  <a:extLst>
                    <a:ext uri="{FF2B5EF4-FFF2-40B4-BE49-F238E27FC236}">
                      <a16:creationId xmlns:a16="http://schemas.microsoft.com/office/drawing/2014/main" id="{1AE332F8-15CC-9DF1-9569-30341254A260}"/>
                    </a:ext>
                  </a:extLst>
                </p:cNvPr>
                <p:cNvSpPr/>
                <p:nvPr/>
              </p:nvSpPr>
              <p:spPr>
                <a:xfrm>
                  <a:off x="3301097" y="1313398"/>
                  <a:ext cx="309245" cy="482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8259">
                      <a:moveTo>
                        <a:pt x="151602" y="48144"/>
                      </a:moveTo>
                      <a:lnTo>
                        <a:pt x="0" y="31544"/>
                      </a:lnTo>
                      <a:lnTo>
                        <a:pt x="0" y="2966"/>
                      </a:lnTo>
                      <a:lnTo>
                        <a:pt x="2966" y="0"/>
                      </a:lnTo>
                      <a:lnTo>
                        <a:pt x="305791" y="0"/>
                      </a:lnTo>
                      <a:lnTo>
                        <a:pt x="308725" y="2966"/>
                      </a:lnTo>
                      <a:lnTo>
                        <a:pt x="308725" y="31544"/>
                      </a:lnTo>
                      <a:lnTo>
                        <a:pt x="151602" y="4814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2" name="object 22">
                  <a:extLst>
                    <a:ext uri="{FF2B5EF4-FFF2-40B4-BE49-F238E27FC236}">
                      <a16:creationId xmlns:a16="http://schemas.microsoft.com/office/drawing/2014/main" id="{BA22A786-58A2-98AB-0760-3731CB108AC1}"/>
                    </a:ext>
                  </a:extLst>
                </p:cNvPr>
                <p:cNvSpPr/>
                <p:nvPr/>
              </p:nvSpPr>
              <p:spPr>
                <a:xfrm>
                  <a:off x="3301097" y="1343900"/>
                  <a:ext cx="30924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5719">
                      <a:moveTo>
                        <a:pt x="305791" y="45429"/>
                      </a:moveTo>
                      <a:lnTo>
                        <a:pt x="302130" y="45429"/>
                      </a:lnTo>
                      <a:lnTo>
                        <a:pt x="2966" y="45429"/>
                      </a:lnTo>
                      <a:lnTo>
                        <a:pt x="0" y="42462"/>
                      </a:lnTo>
                      <a:lnTo>
                        <a:pt x="0" y="0"/>
                      </a:lnTo>
                      <a:lnTo>
                        <a:pt x="308725" y="0"/>
                      </a:lnTo>
                      <a:lnTo>
                        <a:pt x="308725" y="42462"/>
                      </a:lnTo>
                      <a:lnTo>
                        <a:pt x="305791" y="45429"/>
                      </a:lnTo>
                      <a:close/>
                    </a:path>
                  </a:pathLst>
                </a:custGeom>
                <a:solidFill>
                  <a:srgbClr val="5E697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3" name="object 23">
                  <a:extLst>
                    <a:ext uri="{FF2B5EF4-FFF2-40B4-BE49-F238E27FC236}">
                      <a16:creationId xmlns:a16="http://schemas.microsoft.com/office/drawing/2014/main" id="{CC4486B2-E8AC-7602-5ECC-3631D35513EA}"/>
                    </a:ext>
                  </a:extLst>
                </p:cNvPr>
                <p:cNvSpPr/>
                <p:nvPr/>
              </p:nvSpPr>
              <p:spPr>
                <a:xfrm>
                  <a:off x="3541029" y="1313398"/>
                  <a:ext cx="69215" cy="40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0640">
                      <a:moveTo>
                        <a:pt x="36183" y="40224"/>
                      </a:moveTo>
                      <a:lnTo>
                        <a:pt x="0" y="31544"/>
                      </a:lnTo>
                      <a:lnTo>
                        <a:pt x="0" y="0"/>
                      </a:lnTo>
                      <a:lnTo>
                        <a:pt x="66078" y="0"/>
                      </a:lnTo>
                      <a:lnTo>
                        <a:pt x="69044" y="2966"/>
                      </a:lnTo>
                      <a:lnTo>
                        <a:pt x="69044" y="31544"/>
                      </a:lnTo>
                      <a:lnTo>
                        <a:pt x="36183" y="4022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4" name="object 24">
                  <a:extLst>
                    <a:ext uri="{FF2B5EF4-FFF2-40B4-BE49-F238E27FC236}">
                      <a16:creationId xmlns:a16="http://schemas.microsoft.com/office/drawing/2014/main" id="{7318E74D-1832-31CD-E3F4-5A6FE139376E}"/>
                    </a:ext>
                  </a:extLst>
                </p:cNvPr>
                <p:cNvSpPr/>
                <p:nvPr/>
              </p:nvSpPr>
              <p:spPr>
                <a:xfrm>
                  <a:off x="3541029" y="1343900"/>
                  <a:ext cx="6921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5719">
                      <a:moveTo>
                        <a:pt x="66078" y="45429"/>
                      </a:moveTo>
                      <a:lnTo>
                        <a:pt x="62417" y="45429"/>
                      </a:lnTo>
                      <a:lnTo>
                        <a:pt x="0" y="45429"/>
                      </a:lnTo>
                      <a:lnTo>
                        <a:pt x="0" y="0"/>
                      </a:lnTo>
                      <a:lnTo>
                        <a:pt x="69044" y="0"/>
                      </a:lnTo>
                      <a:lnTo>
                        <a:pt x="69044" y="42462"/>
                      </a:lnTo>
                      <a:lnTo>
                        <a:pt x="66078" y="45429"/>
                      </a:lnTo>
                      <a:close/>
                    </a:path>
                  </a:pathLst>
                </a:custGeom>
                <a:solidFill>
                  <a:srgbClr val="424A5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5" name="object 25">
                  <a:extLst>
                    <a:ext uri="{FF2B5EF4-FFF2-40B4-BE49-F238E27FC236}">
                      <a16:creationId xmlns:a16="http://schemas.microsoft.com/office/drawing/2014/main" id="{4FC11DF6-7DC2-5523-2D2E-D4349CAF90AB}"/>
                    </a:ext>
                  </a:extLst>
                </p:cNvPr>
                <p:cNvSpPr/>
                <p:nvPr/>
              </p:nvSpPr>
              <p:spPr>
                <a:xfrm>
                  <a:off x="3491623" y="1389329"/>
                  <a:ext cx="106045" cy="3028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045" h="302894">
                      <a:moveTo>
                        <a:pt x="56073" y="302380"/>
                      </a:moveTo>
                      <a:lnTo>
                        <a:pt x="0" y="302380"/>
                      </a:lnTo>
                      <a:lnTo>
                        <a:pt x="9387" y="300596"/>
                      </a:lnTo>
                      <a:lnTo>
                        <a:pt x="17226" y="295679"/>
                      </a:lnTo>
                      <a:lnTo>
                        <a:pt x="22798" y="288289"/>
                      </a:lnTo>
                      <a:lnTo>
                        <a:pt x="25385" y="279080"/>
                      </a:lnTo>
                      <a:lnTo>
                        <a:pt x="49405" y="0"/>
                      </a:lnTo>
                      <a:lnTo>
                        <a:pt x="105478" y="0"/>
                      </a:lnTo>
                      <a:lnTo>
                        <a:pt x="81450" y="279080"/>
                      </a:lnTo>
                      <a:lnTo>
                        <a:pt x="78867" y="288289"/>
                      </a:lnTo>
                      <a:lnTo>
                        <a:pt x="73295" y="295679"/>
                      </a:lnTo>
                      <a:lnTo>
                        <a:pt x="65457" y="300596"/>
                      </a:lnTo>
                      <a:lnTo>
                        <a:pt x="56073" y="302380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6" name="object 26">
                  <a:extLst>
                    <a:ext uri="{FF2B5EF4-FFF2-40B4-BE49-F238E27FC236}">
                      <a16:creationId xmlns:a16="http://schemas.microsoft.com/office/drawing/2014/main" id="{01EF4F90-B501-6DE3-A823-F738BED9F8A8}"/>
                    </a:ext>
                  </a:extLst>
                </p:cNvPr>
                <p:cNvSpPr/>
                <p:nvPr/>
              </p:nvSpPr>
              <p:spPr>
                <a:xfrm>
                  <a:off x="3308169" y="1425003"/>
                  <a:ext cx="295275" cy="162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5275" h="162559">
                      <a:moveTo>
                        <a:pt x="279524" y="162238"/>
                      </a:moveTo>
                      <a:lnTo>
                        <a:pt x="14903" y="162238"/>
                      </a:lnTo>
                      <a:lnTo>
                        <a:pt x="11929" y="159490"/>
                      </a:lnTo>
                      <a:lnTo>
                        <a:pt x="0" y="3378"/>
                      </a:lnTo>
                      <a:lnTo>
                        <a:pt x="3127" y="0"/>
                      </a:lnTo>
                      <a:lnTo>
                        <a:pt x="147529" y="0"/>
                      </a:lnTo>
                      <a:lnTo>
                        <a:pt x="291930" y="0"/>
                      </a:lnTo>
                      <a:lnTo>
                        <a:pt x="295058" y="3410"/>
                      </a:lnTo>
                      <a:lnTo>
                        <a:pt x="282458" y="159523"/>
                      </a:lnTo>
                      <a:lnTo>
                        <a:pt x="279524" y="162238"/>
                      </a:lnTo>
                      <a:close/>
                    </a:path>
                  </a:pathLst>
                </a:custGeom>
                <a:solidFill>
                  <a:srgbClr val="38B8D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27" name="object 27">
                  <a:extLst>
                    <a:ext uri="{FF2B5EF4-FFF2-40B4-BE49-F238E27FC236}">
                      <a16:creationId xmlns:a16="http://schemas.microsoft.com/office/drawing/2014/main" id="{2385BD00-5F8B-0305-5826-40DFCC543457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3524776" y="1425003"/>
                  <a:ext cx="78452" cy="162238"/>
                </a:xfrm>
                <a:prstGeom prst="rect">
                  <a:avLst/>
                </a:prstGeom>
              </p:spPr>
            </p:pic>
            <p:pic>
              <p:nvPicPr>
                <p:cNvPr id="28" name="object 28">
                  <a:extLst>
                    <a:ext uri="{FF2B5EF4-FFF2-40B4-BE49-F238E27FC236}">
                      <a16:creationId xmlns:a16="http://schemas.microsoft.com/office/drawing/2014/main" id="{9DC5F802-CD2A-CDE0-2B5C-C45B6362B760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3416549" y="1469074"/>
                  <a:ext cx="80060" cy="80028"/>
                </a:xfrm>
                <a:prstGeom prst="rect">
                  <a:avLst/>
                </a:prstGeom>
              </p:spPr>
            </p:pic>
            <p:sp>
              <p:nvSpPr>
                <p:cNvPr id="29" name="object 29">
                  <a:extLst>
                    <a:ext uri="{FF2B5EF4-FFF2-40B4-BE49-F238E27FC236}">
                      <a16:creationId xmlns:a16="http://schemas.microsoft.com/office/drawing/2014/main" id="{40949068-8E89-FFE6-1E1D-745AA7CA09C8}"/>
                    </a:ext>
                  </a:extLst>
                </p:cNvPr>
                <p:cNvSpPr/>
                <p:nvPr/>
              </p:nvSpPr>
              <p:spPr>
                <a:xfrm>
                  <a:off x="3728427" y="1448142"/>
                  <a:ext cx="122555" cy="45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554" h="45084">
                      <a:moveTo>
                        <a:pt x="20421" y="4584"/>
                      </a:moveTo>
                      <a:lnTo>
                        <a:pt x="15849" y="0"/>
                      </a:lnTo>
                      <a:lnTo>
                        <a:pt x="4572" y="0"/>
                      </a:lnTo>
                      <a:lnTo>
                        <a:pt x="0" y="4584"/>
                      </a:lnTo>
                      <a:lnTo>
                        <a:pt x="0" y="15849"/>
                      </a:lnTo>
                      <a:lnTo>
                        <a:pt x="4572" y="20434"/>
                      </a:lnTo>
                      <a:lnTo>
                        <a:pt x="15849" y="20434"/>
                      </a:lnTo>
                      <a:lnTo>
                        <a:pt x="20421" y="15849"/>
                      </a:lnTo>
                      <a:lnTo>
                        <a:pt x="20421" y="10236"/>
                      </a:lnTo>
                      <a:lnTo>
                        <a:pt x="20421" y="4584"/>
                      </a:lnTo>
                      <a:close/>
                    </a:path>
                    <a:path w="122554" h="45084">
                      <a:moveTo>
                        <a:pt x="45847" y="29083"/>
                      </a:moveTo>
                      <a:lnTo>
                        <a:pt x="41262" y="24498"/>
                      </a:lnTo>
                      <a:lnTo>
                        <a:pt x="29997" y="24498"/>
                      </a:lnTo>
                      <a:lnTo>
                        <a:pt x="25412" y="29083"/>
                      </a:lnTo>
                      <a:lnTo>
                        <a:pt x="25412" y="40347"/>
                      </a:lnTo>
                      <a:lnTo>
                        <a:pt x="29997" y="44932"/>
                      </a:lnTo>
                      <a:lnTo>
                        <a:pt x="41262" y="44932"/>
                      </a:lnTo>
                      <a:lnTo>
                        <a:pt x="45847" y="40347"/>
                      </a:lnTo>
                      <a:lnTo>
                        <a:pt x="45847" y="34734"/>
                      </a:lnTo>
                      <a:lnTo>
                        <a:pt x="45847" y="29083"/>
                      </a:lnTo>
                      <a:close/>
                    </a:path>
                    <a:path w="122554" h="45084">
                      <a:moveTo>
                        <a:pt x="71247" y="4584"/>
                      </a:moveTo>
                      <a:lnTo>
                        <a:pt x="66675" y="0"/>
                      </a:lnTo>
                      <a:lnTo>
                        <a:pt x="55397" y="0"/>
                      </a:lnTo>
                      <a:lnTo>
                        <a:pt x="50825" y="4584"/>
                      </a:lnTo>
                      <a:lnTo>
                        <a:pt x="50825" y="15849"/>
                      </a:lnTo>
                      <a:lnTo>
                        <a:pt x="55397" y="20434"/>
                      </a:lnTo>
                      <a:lnTo>
                        <a:pt x="66675" y="20434"/>
                      </a:lnTo>
                      <a:lnTo>
                        <a:pt x="71247" y="15849"/>
                      </a:lnTo>
                      <a:lnTo>
                        <a:pt x="71247" y="10236"/>
                      </a:lnTo>
                      <a:lnTo>
                        <a:pt x="71247" y="4584"/>
                      </a:lnTo>
                      <a:close/>
                    </a:path>
                    <a:path w="122554" h="45084">
                      <a:moveTo>
                        <a:pt x="96634" y="29083"/>
                      </a:moveTo>
                      <a:lnTo>
                        <a:pt x="92087" y="24498"/>
                      </a:lnTo>
                      <a:lnTo>
                        <a:pt x="80784" y="24498"/>
                      </a:lnTo>
                      <a:lnTo>
                        <a:pt x="76238" y="29083"/>
                      </a:lnTo>
                      <a:lnTo>
                        <a:pt x="76238" y="40347"/>
                      </a:lnTo>
                      <a:lnTo>
                        <a:pt x="80784" y="44932"/>
                      </a:lnTo>
                      <a:lnTo>
                        <a:pt x="92087" y="44932"/>
                      </a:lnTo>
                      <a:lnTo>
                        <a:pt x="96634" y="40347"/>
                      </a:lnTo>
                      <a:lnTo>
                        <a:pt x="96634" y="34734"/>
                      </a:lnTo>
                      <a:lnTo>
                        <a:pt x="96634" y="29083"/>
                      </a:lnTo>
                      <a:close/>
                    </a:path>
                    <a:path w="122554" h="45084">
                      <a:moveTo>
                        <a:pt x="122047" y="4584"/>
                      </a:moveTo>
                      <a:lnTo>
                        <a:pt x="117475" y="0"/>
                      </a:lnTo>
                      <a:lnTo>
                        <a:pt x="106197" y="0"/>
                      </a:lnTo>
                      <a:lnTo>
                        <a:pt x="101625" y="4584"/>
                      </a:lnTo>
                      <a:lnTo>
                        <a:pt x="101625" y="15849"/>
                      </a:lnTo>
                      <a:lnTo>
                        <a:pt x="106197" y="20434"/>
                      </a:lnTo>
                      <a:lnTo>
                        <a:pt x="117475" y="20434"/>
                      </a:lnTo>
                      <a:lnTo>
                        <a:pt x="122047" y="15849"/>
                      </a:lnTo>
                      <a:lnTo>
                        <a:pt x="122047" y="10236"/>
                      </a:lnTo>
                      <a:lnTo>
                        <a:pt x="122047" y="4584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</p:grp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A301B9B3-1B15-082A-9042-AEB2B8E47177}"/>
                  </a:ext>
                </a:extLst>
              </p:cNvPr>
              <p:cNvSpPr txBox="1"/>
              <p:nvPr/>
            </p:nvSpPr>
            <p:spPr>
              <a:xfrm>
                <a:off x="8039018" y="2932816"/>
                <a:ext cx="1659695" cy="905447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More of my current favorite</a:t>
                </a:r>
                <a:endParaRPr sz="1400" dirty="0"/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10614796-56A1-53A4-F6A5-1E2EC0B0263A}"/>
                  </a:ext>
                </a:extLst>
              </p:cNvPr>
              <p:cNvSpPr txBox="1"/>
              <p:nvPr/>
            </p:nvSpPr>
            <p:spPr>
              <a:xfrm>
                <a:off x="4776695" y="4767815"/>
                <a:ext cx="1898602" cy="618665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Try s</a:t>
                </a:r>
                <a:r>
                  <a:rPr sz="1400" dirty="0"/>
                  <a:t>omething new</a:t>
                </a:r>
              </a:p>
            </p:txBody>
          </p:sp>
          <p:pic>
            <p:nvPicPr>
              <p:cNvPr id="35" name="Graphic 34" descr="Scales of justice outline">
                <a:extLst>
                  <a:ext uri="{FF2B5EF4-FFF2-40B4-BE49-F238E27FC236}">
                    <a16:creationId xmlns:a16="http://schemas.microsoft.com/office/drawing/2014/main" id="{A6A32CE4-12B5-4F4F-A6EB-FA3A93B3BE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109497" y="2469995"/>
                <a:ext cx="3426302" cy="3426302"/>
              </a:xfrm>
              <a:prstGeom prst="rect">
                <a:avLst/>
              </a:prstGeom>
            </p:spPr>
          </p:pic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AAF5545-59AD-4564-9024-159557621C4C}"/>
                </a:ext>
              </a:extLst>
            </p:cNvPr>
            <p:cNvSpPr/>
            <p:nvPr/>
          </p:nvSpPr>
          <p:spPr>
            <a:xfrm>
              <a:off x="2791752" y="3277274"/>
              <a:ext cx="5915278" cy="266299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689463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3713D6-4A53-F7E7-C4A8-51B7BEE9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0672C9-C23B-8D5A-55BA-1293F7964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06314E3-BC1F-101C-72ED-E994C6855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 Small Example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225DE-F469-A210-130C-C3BF5BB8D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4150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7EA12-CC3F-DF3C-224A-DE9741C05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</a:t>
            </a:r>
            <a:r>
              <a:rPr lang="en-US" spc="-74" dirty="0"/>
              <a:t> </a:t>
            </a:r>
            <a:r>
              <a:rPr lang="en-US" spc="-127" dirty="0"/>
              <a:t>Example</a:t>
            </a:r>
            <a:endParaRPr lang="en-US" dirty="0"/>
          </a:p>
        </p:txBody>
      </p: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54E42DC6-C678-A380-4FB6-87DED51D99B3}"/>
              </a:ext>
            </a:extLst>
          </p:cNvPr>
          <p:cNvGrpSpPr/>
          <p:nvPr/>
        </p:nvGrpSpPr>
        <p:grpSpPr>
          <a:xfrm>
            <a:off x="838200" y="1486046"/>
            <a:ext cx="4471133" cy="3713520"/>
            <a:chOff x="929810" y="997435"/>
            <a:chExt cx="4471133" cy="3713520"/>
          </a:xfrm>
        </p:grpSpPr>
        <p:grpSp>
          <p:nvGrpSpPr>
            <p:cNvPr id="4" name="object 3"/>
            <p:cNvGrpSpPr/>
            <p:nvPr/>
          </p:nvGrpSpPr>
          <p:grpSpPr>
            <a:xfrm>
              <a:off x="1324172" y="997435"/>
              <a:ext cx="3713520" cy="3713520"/>
              <a:chOff x="625118" y="471934"/>
              <a:chExt cx="1757045" cy="1757045"/>
            </a:xfrm>
          </p:grpSpPr>
          <p:pic>
            <p:nvPicPr>
              <p:cNvPr id="5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" name="object 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7" name="object 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8" name="object 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9" name="object 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0" name="object 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1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2" name="object 1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3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4" name="object 1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5" name="object 1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6" name="object 1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7" name="object 1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8" name="object 1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" name="object 1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0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1" name="object 2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2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3" name="object 2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4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5" name="object 2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6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7" name="object 2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8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9" name="object 2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0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1" name="object 3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2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3" name="object 3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4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5" name="object 3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6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7" name="object 3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8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9" name="object 3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0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1" name="object 4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2" name="object 4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3" name="object 4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4" name="object 4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5" name="object 4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6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7" name="object 4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8" name="object 4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9" name="object 4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0" name="object 4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1" name="object 5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2" name="object 5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3" name="object 5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4" name="object 5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5" name="object 5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6" name="object 5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7" name="object 5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8" name="object 5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9" name="object 5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0" name="object 5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1" name="object 6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2" name="object 6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3" name="object 6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2" name="object 6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4" name="object 6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5" name="object 6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896393"/>
                <a:ext cx="332411" cy="332411"/>
              </a:xfrm>
              <a:prstGeom prst="rect">
                <a:avLst/>
              </a:prstGeom>
            </p:spPr>
          </p:pic>
          <p:sp>
            <p:nvSpPr>
              <p:cNvPr id="68" name="object 68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9" name="object 89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0" name="object 90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1" name="object 91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8" name="object 118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9" name="object 119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0" name="object 120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4" name="object 144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6" name="object 156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0" name="object 160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1" name="object 161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2" name="object 162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5" name="object 165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6" name="object 166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7" name="object 167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8" name="object 168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9" name="object 169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0" name="object 170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1" name="object 171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2" name="object 172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3" name="object 173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4" name="object 174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5" name="object 175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6" name="object 176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7" name="object 177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8" name="object 178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9" name="object 179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0" name="object 180"/>
              <p:cNvSpPr/>
              <p:nvPr/>
            </p:nvSpPr>
            <p:spPr>
              <a:xfrm>
                <a:off x="688161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1" name="object 181"/>
              <p:cNvSpPr/>
              <p:nvPr/>
            </p:nvSpPr>
            <p:spPr>
              <a:xfrm>
                <a:off x="688161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2" name="object 182"/>
              <p:cNvSpPr/>
              <p:nvPr/>
            </p:nvSpPr>
            <p:spPr>
              <a:xfrm>
                <a:off x="89164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3" name="object 183"/>
              <p:cNvSpPr/>
              <p:nvPr/>
            </p:nvSpPr>
            <p:spPr>
              <a:xfrm>
                <a:off x="89164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4" name="object 184"/>
              <p:cNvSpPr/>
              <p:nvPr/>
            </p:nvSpPr>
            <p:spPr>
              <a:xfrm>
                <a:off x="109515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5" name="object 185"/>
              <p:cNvSpPr/>
              <p:nvPr/>
            </p:nvSpPr>
            <p:spPr>
              <a:xfrm>
                <a:off x="109515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6" name="object 186"/>
              <p:cNvSpPr/>
              <p:nvPr/>
            </p:nvSpPr>
            <p:spPr>
              <a:xfrm>
                <a:off x="1298640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7" name="object 187"/>
              <p:cNvSpPr/>
              <p:nvPr/>
            </p:nvSpPr>
            <p:spPr>
              <a:xfrm>
                <a:off x="1298640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8" name="object 188"/>
              <p:cNvSpPr/>
              <p:nvPr/>
            </p:nvSpPr>
            <p:spPr>
              <a:xfrm>
                <a:off x="1502144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9" name="object 189"/>
              <p:cNvSpPr/>
              <p:nvPr/>
            </p:nvSpPr>
            <p:spPr>
              <a:xfrm>
                <a:off x="1502144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0" name="object 190"/>
              <p:cNvSpPr/>
              <p:nvPr/>
            </p:nvSpPr>
            <p:spPr>
              <a:xfrm>
                <a:off x="1705626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1" name="object 191"/>
              <p:cNvSpPr/>
              <p:nvPr/>
            </p:nvSpPr>
            <p:spPr>
              <a:xfrm>
                <a:off x="1705626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3" name="object 192"/>
              <p:cNvSpPr/>
              <p:nvPr/>
            </p:nvSpPr>
            <p:spPr>
              <a:xfrm>
                <a:off x="190911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4" name="object 193"/>
              <p:cNvSpPr/>
              <p:nvPr/>
            </p:nvSpPr>
            <p:spPr>
              <a:xfrm>
                <a:off x="190911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5" name="object 194"/>
              <p:cNvSpPr/>
              <p:nvPr/>
            </p:nvSpPr>
            <p:spPr>
              <a:xfrm>
                <a:off x="211261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6" name="object 195"/>
              <p:cNvSpPr/>
              <p:nvPr/>
            </p:nvSpPr>
            <p:spPr>
              <a:xfrm>
                <a:off x="211261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7" name="object 196"/>
              <p:cNvSpPr/>
              <p:nvPr/>
            </p:nvSpPr>
            <p:spPr>
              <a:xfrm>
                <a:off x="2316107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8" name="object 197"/>
              <p:cNvSpPr/>
              <p:nvPr/>
            </p:nvSpPr>
            <p:spPr>
              <a:xfrm>
                <a:off x="688161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9" name="object 198"/>
              <p:cNvSpPr/>
              <p:nvPr/>
            </p:nvSpPr>
            <p:spPr>
              <a:xfrm>
                <a:off x="688161" y="2139997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02" name="object 199"/>
              <p:cNvSpPr/>
              <p:nvPr/>
            </p:nvSpPr>
            <p:spPr>
              <a:xfrm>
                <a:off x="688161" y="512052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0" name="object 200"/>
            <p:cNvSpPr txBox="1"/>
            <p:nvPr/>
          </p:nvSpPr>
          <p:spPr>
            <a:xfrm>
              <a:off x="929810" y="2015527"/>
              <a:ext cx="438858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01" name="object 201"/>
            <p:cNvSpPr txBox="1"/>
            <p:nvPr/>
          </p:nvSpPr>
          <p:spPr>
            <a:xfrm>
              <a:off x="4963427" y="3759795"/>
              <a:ext cx="437516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</p:grpSp>
      <p:sp>
        <p:nvSpPr>
          <p:cNvPr id="203" name="object 202"/>
          <p:cNvSpPr txBox="1"/>
          <p:nvPr/>
        </p:nvSpPr>
        <p:spPr>
          <a:xfrm>
            <a:off x="186550" y="5213332"/>
            <a:ext cx="5762867" cy="636556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Maze setup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sz="1400" dirty="0"/>
              <a:t>(source: D. Silver, “Reinforcement learning”, 2015.</a:t>
            </a:r>
            <a:r>
              <a:rPr lang="en-US" sz="1400" dirty="0"/>
              <a:t> </a:t>
            </a:r>
            <a:r>
              <a:rPr sz="1400" dirty="0">
                <a:hlinkClick r:id="rId3"/>
              </a:rPr>
              <a:t>CC BY-NC 4.0</a:t>
            </a:r>
            <a:r>
              <a:rPr sz="1400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/>
              <p:nvPr/>
            </p:nvSpPr>
            <p:spPr>
              <a:xfrm>
                <a:off x="6777953" y="3851256"/>
                <a:ext cx="4419733" cy="1754326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Problem statement</a:t>
                </a: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State: agent’s location is observable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Actions: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∈ {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Transition model: deterministic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At goal: episode terminates </a:t>
                </a:r>
              </a:p>
            </p:txBody>
          </p:sp>
        </mc:Choice>
        <mc:Fallback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953" y="3851256"/>
                <a:ext cx="4419733" cy="1754326"/>
              </a:xfrm>
              <a:prstGeom prst="rect">
                <a:avLst/>
              </a:prstGeom>
              <a:blipFill>
                <a:blip r:embed="rId4"/>
                <a:stretch>
                  <a:fillRect l="-1099" t="-1375" b="-4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84272BA-5667-5515-9D0B-6F36B6104D4E}"/>
              </a:ext>
            </a:extLst>
          </p:cNvPr>
          <p:cNvGrpSpPr/>
          <p:nvPr/>
        </p:nvGrpSpPr>
        <p:grpSpPr>
          <a:xfrm>
            <a:off x="7161568" y="665911"/>
            <a:ext cx="3103421" cy="3127867"/>
            <a:chOff x="8828660" y="1124198"/>
            <a:chExt cx="3103421" cy="3127867"/>
          </a:xfrm>
        </p:grpSpPr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4ACB1071-51EF-0409-B571-E7EE912507B5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AC4F91FB-76BB-E10B-E31F-12846AAF1A5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211" name="Picture 2" descr="undefined">
                  <a:extLst>
                    <a:ext uri="{FF2B5EF4-FFF2-40B4-BE49-F238E27FC236}">
                      <a16:creationId xmlns:a16="http://schemas.microsoft.com/office/drawing/2014/main" id="{58CDADEF-3EF6-1145-1FB8-7611E404A1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6CBF4B79-6531-52CE-53EF-C55B1A9F291D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329DC328-6D72-731C-130A-ECC3A1C92663}"/>
              </a:ext>
            </a:extLst>
          </p:cNvPr>
          <p:cNvSpPr txBox="1"/>
          <p:nvPr/>
        </p:nvSpPr>
        <p:spPr>
          <a:xfrm>
            <a:off x="6777954" y="5730424"/>
            <a:ext cx="4419733" cy="92333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Since the agent wants to maximize the total reward, it needs to minimize the number of steps to get to the goal!</a:t>
            </a:r>
          </a:p>
        </p:txBody>
      </p:sp>
    </p:spTree>
    <p:extLst>
      <p:ext uri="{BB962C8B-B14F-4D97-AF65-F5344CB8AC3E}">
        <p14:creationId xmlns:p14="http://schemas.microsoft.com/office/powerpoint/2010/main" val="59052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916B-6664-5C99-1393-7B194317C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53AE6-D82C-D537-DF93-EF4BC89C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 Example: RL-Solution as a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Maze setup: Arrows represent policy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FDC2C541-8587-8EA0-7F76-8ADAC9BF87BF}"/>
              </a:ext>
            </a:extLst>
          </p:cNvPr>
          <p:cNvSpPr txBox="1"/>
          <p:nvPr/>
        </p:nvSpPr>
        <p:spPr>
          <a:xfrm>
            <a:off x="6563671" y="2339755"/>
            <a:ext cx="4597593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 of the policy: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Specify an action (direction) for each state (position in the maze).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Policy can be explicitly stored as a table.</a:t>
            </a: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E6C4CB70-1B0F-BA93-F23B-A690CE1E6455}"/>
              </a:ext>
            </a:extLst>
          </p:cNvPr>
          <p:cNvGrpSpPr/>
          <p:nvPr/>
        </p:nvGrpSpPr>
        <p:grpSpPr>
          <a:xfrm>
            <a:off x="826945" y="1476268"/>
            <a:ext cx="4527857" cy="3670573"/>
            <a:chOff x="1155262" y="1112260"/>
            <a:chExt cx="4527857" cy="3670573"/>
          </a:xfrm>
        </p:grpSpPr>
        <p:grpSp>
          <p:nvGrpSpPr>
            <p:cNvPr id="210" name="object 3">
              <a:extLst>
                <a:ext uri="{FF2B5EF4-FFF2-40B4-BE49-F238E27FC236}">
                  <a16:creationId xmlns:a16="http://schemas.microsoft.com/office/drawing/2014/main" id="{A833FA89-8CA3-3603-6EC6-7ECDEC51387A}"/>
                </a:ext>
              </a:extLst>
            </p:cNvPr>
            <p:cNvGrpSpPr/>
            <p:nvPr/>
          </p:nvGrpSpPr>
          <p:grpSpPr>
            <a:xfrm>
              <a:off x="1554304" y="1112260"/>
              <a:ext cx="3760492" cy="3670573"/>
              <a:chOff x="734005" y="526263"/>
              <a:chExt cx="1779270" cy="1736725"/>
            </a:xfrm>
          </p:grpSpPr>
          <p:pic>
            <p:nvPicPr>
              <p:cNvPr id="295" name="object 4">
                <a:extLst>
                  <a:ext uri="{FF2B5EF4-FFF2-40B4-BE49-F238E27FC236}">
                    <a16:creationId xmlns:a16="http://schemas.microsoft.com/office/drawing/2014/main" id="{59DDBBBF-919C-2637-13C0-3F1AD87F8BB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6" name="object 5">
                <a:extLst>
                  <a:ext uri="{FF2B5EF4-FFF2-40B4-BE49-F238E27FC236}">
                    <a16:creationId xmlns:a16="http://schemas.microsoft.com/office/drawing/2014/main" id="{1310C18A-E79A-CCE6-47DA-4007E027DC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7" name="object 6">
                <a:extLst>
                  <a:ext uri="{FF2B5EF4-FFF2-40B4-BE49-F238E27FC236}">
                    <a16:creationId xmlns:a16="http://schemas.microsoft.com/office/drawing/2014/main" id="{C8373C16-EFF2-53D6-BF33-20790329B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8" name="object 7">
                <a:extLst>
                  <a:ext uri="{FF2B5EF4-FFF2-40B4-BE49-F238E27FC236}">
                    <a16:creationId xmlns:a16="http://schemas.microsoft.com/office/drawing/2014/main" id="{A7D38ADD-68C9-CD9D-680F-7D23221439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9" name="object 8">
                <a:extLst>
                  <a:ext uri="{FF2B5EF4-FFF2-40B4-BE49-F238E27FC236}">
                    <a16:creationId xmlns:a16="http://schemas.microsoft.com/office/drawing/2014/main" id="{E47EF0E1-612E-078D-C373-86E9D5627F9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0" name="object 9">
                <a:extLst>
                  <a:ext uri="{FF2B5EF4-FFF2-40B4-BE49-F238E27FC236}">
                    <a16:creationId xmlns:a16="http://schemas.microsoft.com/office/drawing/2014/main" id="{1EB75BA2-E503-83B4-6C14-9CC3DF92A13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1" name="object 10">
                <a:extLst>
                  <a:ext uri="{FF2B5EF4-FFF2-40B4-BE49-F238E27FC236}">
                    <a16:creationId xmlns:a16="http://schemas.microsoft.com/office/drawing/2014/main" id="{8A873B18-AD30-4D58-4156-04B85FCD3A5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2" name="object 11">
                <a:extLst>
                  <a:ext uri="{FF2B5EF4-FFF2-40B4-BE49-F238E27FC236}">
                    <a16:creationId xmlns:a16="http://schemas.microsoft.com/office/drawing/2014/main" id="{0578E3D2-2EFC-895D-1FE3-105AF23A097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3" name="object 12">
                <a:extLst>
                  <a:ext uri="{FF2B5EF4-FFF2-40B4-BE49-F238E27FC236}">
                    <a16:creationId xmlns:a16="http://schemas.microsoft.com/office/drawing/2014/main" id="{8EE8BD6E-65DD-5158-7164-03717BC3C66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4" name="object 13">
                <a:extLst>
                  <a:ext uri="{FF2B5EF4-FFF2-40B4-BE49-F238E27FC236}">
                    <a16:creationId xmlns:a16="http://schemas.microsoft.com/office/drawing/2014/main" id="{7CD77867-FA5B-206D-C8B2-548F04BC1C5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5" name="object 14">
                <a:extLst>
                  <a:ext uri="{FF2B5EF4-FFF2-40B4-BE49-F238E27FC236}">
                    <a16:creationId xmlns:a16="http://schemas.microsoft.com/office/drawing/2014/main" id="{DB41E9F8-F455-44EF-A727-A81AFFD31DC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6" name="object 15">
                <a:extLst>
                  <a:ext uri="{FF2B5EF4-FFF2-40B4-BE49-F238E27FC236}">
                    <a16:creationId xmlns:a16="http://schemas.microsoft.com/office/drawing/2014/main" id="{4C64D3E5-0E33-37EE-1C33-25684441895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7" name="object 16">
                <a:extLst>
                  <a:ext uri="{FF2B5EF4-FFF2-40B4-BE49-F238E27FC236}">
                    <a16:creationId xmlns:a16="http://schemas.microsoft.com/office/drawing/2014/main" id="{419D42B3-6751-D0AC-C923-9731090AB9A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8" name="object 17">
                <a:extLst>
                  <a:ext uri="{FF2B5EF4-FFF2-40B4-BE49-F238E27FC236}">
                    <a16:creationId xmlns:a16="http://schemas.microsoft.com/office/drawing/2014/main" id="{331AD770-DCED-6DB9-6C54-B872EFC7B66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9" name="object 18">
                <a:extLst>
                  <a:ext uri="{FF2B5EF4-FFF2-40B4-BE49-F238E27FC236}">
                    <a16:creationId xmlns:a16="http://schemas.microsoft.com/office/drawing/2014/main" id="{72917539-65F6-E24E-B60C-B6F6121C15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0" name="object 19">
                <a:extLst>
                  <a:ext uri="{FF2B5EF4-FFF2-40B4-BE49-F238E27FC236}">
                    <a16:creationId xmlns:a16="http://schemas.microsoft.com/office/drawing/2014/main" id="{75643E79-8158-9830-3CA3-6AEF6CD0D76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1" name="object 20">
                <a:extLst>
                  <a:ext uri="{FF2B5EF4-FFF2-40B4-BE49-F238E27FC236}">
                    <a16:creationId xmlns:a16="http://schemas.microsoft.com/office/drawing/2014/main" id="{AF02F15C-D09A-9454-EF18-4CE789A921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2" name="object 21">
                <a:extLst>
                  <a:ext uri="{FF2B5EF4-FFF2-40B4-BE49-F238E27FC236}">
                    <a16:creationId xmlns:a16="http://schemas.microsoft.com/office/drawing/2014/main" id="{AB92BD87-2BFF-AE41-C855-A2DE05A1989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3" name="object 22">
                <a:extLst>
                  <a:ext uri="{FF2B5EF4-FFF2-40B4-BE49-F238E27FC236}">
                    <a16:creationId xmlns:a16="http://schemas.microsoft.com/office/drawing/2014/main" id="{B282072F-F8F1-3469-2A49-4CB9509E5E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4" name="object 23">
                <a:extLst>
                  <a:ext uri="{FF2B5EF4-FFF2-40B4-BE49-F238E27FC236}">
                    <a16:creationId xmlns:a16="http://schemas.microsoft.com/office/drawing/2014/main" id="{DAAC17FA-6FCE-B8BD-BC31-CB5367683D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5" name="object 24">
                <a:extLst>
                  <a:ext uri="{FF2B5EF4-FFF2-40B4-BE49-F238E27FC236}">
                    <a16:creationId xmlns:a16="http://schemas.microsoft.com/office/drawing/2014/main" id="{45D2AB58-5649-F421-3096-7F2D0F2DC92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6" name="object 25">
                <a:extLst>
                  <a:ext uri="{FF2B5EF4-FFF2-40B4-BE49-F238E27FC236}">
                    <a16:creationId xmlns:a16="http://schemas.microsoft.com/office/drawing/2014/main" id="{6C933910-BB4C-5B05-B97A-39E577498EA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7" name="object 26">
                <a:extLst>
                  <a:ext uri="{FF2B5EF4-FFF2-40B4-BE49-F238E27FC236}">
                    <a16:creationId xmlns:a16="http://schemas.microsoft.com/office/drawing/2014/main" id="{87A9BFA9-F311-F80A-0CB7-73D1AF6731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8" name="object 27">
                <a:extLst>
                  <a:ext uri="{FF2B5EF4-FFF2-40B4-BE49-F238E27FC236}">
                    <a16:creationId xmlns:a16="http://schemas.microsoft.com/office/drawing/2014/main" id="{FCB2619C-645F-FA17-2327-053E4AFA1F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9" name="object 28">
                <a:extLst>
                  <a:ext uri="{FF2B5EF4-FFF2-40B4-BE49-F238E27FC236}">
                    <a16:creationId xmlns:a16="http://schemas.microsoft.com/office/drawing/2014/main" id="{BEAA7227-AADC-CB5F-B849-8E7240978B1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0" name="object 29">
                <a:extLst>
                  <a:ext uri="{FF2B5EF4-FFF2-40B4-BE49-F238E27FC236}">
                    <a16:creationId xmlns:a16="http://schemas.microsoft.com/office/drawing/2014/main" id="{4F18CFA0-2025-8EB3-1552-E55891534DB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1" name="object 30">
                <a:extLst>
                  <a:ext uri="{FF2B5EF4-FFF2-40B4-BE49-F238E27FC236}">
                    <a16:creationId xmlns:a16="http://schemas.microsoft.com/office/drawing/2014/main" id="{DF110B68-A134-AEB5-4628-B378D0A0635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2" name="object 31">
                <a:extLst>
                  <a:ext uri="{FF2B5EF4-FFF2-40B4-BE49-F238E27FC236}">
                    <a16:creationId xmlns:a16="http://schemas.microsoft.com/office/drawing/2014/main" id="{01C5BF8F-1F48-7AC5-2BBD-470DEF24FED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3" name="object 32">
                <a:extLst>
                  <a:ext uri="{FF2B5EF4-FFF2-40B4-BE49-F238E27FC236}">
                    <a16:creationId xmlns:a16="http://schemas.microsoft.com/office/drawing/2014/main" id="{AE36DDF1-2891-1E5B-5C3D-963F8AE89BF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4" name="object 33">
                <a:extLst>
                  <a:ext uri="{FF2B5EF4-FFF2-40B4-BE49-F238E27FC236}">
                    <a16:creationId xmlns:a16="http://schemas.microsoft.com/office/drawing/2014/main" id="{30FBA093-3231-C870-6E11-5EB982A4FB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5" name="object 34">
                <a:extLst>
                  <a:ext uri="{FF2B5EF4-FFF2-40B4-BE49-F238E27FC236}">
                    <a16:creationId xmlns:a16="http://schemas.microsoft.com/office/drawing/2014/main" id="{B44D4E42-9391-8697-27B8-D465023A181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6" name="object 35">
                <a:extLst>
                  <a:ext uri="{FF2B5EF4-FFF2-40B4-BE49-F238E27FC236}">
                    <a16:creationId xmlns:a16="http://schemas.microsoft.com/office/drawing/2014/main" id="{4606AB60-9CA7-46F7-8DA3-BC1BFDF81E3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7" name="object 36">
                <a:extLst>
                  <a:ext uri="{FF2B5EF4-FFF2-40B4-BE49-F238E27FC236}">
                    <a16:creationId xmlns:a16="http://schemas.microsoft.com/office/drawing/2014/main" id="{B4FBBBD1-7EF0-C16D-B331-ABCE6725526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8" name="object 37">
                <a:extLst>
                  <a:ext uri="{FF2B5EF4-FFF2-40B4-BE49-F238E27FC236}">
                    <a16:creationId xmlns:a16="http://schemas.microsoft.com/office/drawing/2014/main" id="{A9A63FB8-F030-C3AD-1322-351BEE190E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9" name="object 38">
                <a:extLst>
                  <a:ext uri="{FF2B5EF4-FFF2-40B4-BE49-F238E27FC236}">
                    <a16:creationId xmlns:a16="http://schemas.microsoft.com/office/drawing/2014/main" id="{45FEF677-0DE7-ECE8-A66F-92CCC42FC8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0" name="object 39">
                <a:extLst>
                  <a:ext uri="{FF2B5EF4-FFF2-40B4-BE49-F238E27FC236}">
                    <a16:creationId xmlns:a16="http://schemas.microsoft.com/office/drawing/2014/main" id="{B7F5CEE7-EC05-5262-10AC-47B5B0D7A45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1" name="object 40">
                <a:extLst>
                  <a:ext uri="{FF2B5EF4-FFF2-40B4-BE49-F238E27FC236}">
                    <a16:creationId xmlns:a16="http://schemas.microsoft.com/office/drawing/2014/main" id="{68B28CD2-7CC3-5F3A-2A50-D1D012C999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2" name="object 41">
                <a:extLst>
                  <a:ext uri="{FF2B5EF4-FFF2-40B4-BE49-F238E27FC236}">
                    <a16:creationId xmlns:a16="http://schemas.microsoft.com/office/drawing/2014/main" id="{07FC3333-FEF2-7900-F349-7C74F57CAF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3" name="object 42">
                <a:extLst>
                  <a:ext uri="{FF2B5EF4-FFF2-40B4-BE49-F238E27FC236}">
                    <a16:creationId xmlns:a16="http://schemas.microsoft.com/office/drawing/2014/main" id="{C49197C6-C6C7-0950-0898-9AF0B552F7B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4" name="object 43">
                <a:extLst>
                  <a:ext uri="{FF2B5EF4-FFF2-40B4-BE49-F238E27FC236}">
                    <a16:creationId xmlns:a16="http://schemas.microsoft.com/office/drawing/2014/main" id="{8C0807F4-62A9-F482-5AB6-470BE4E8E9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5" name="object 44">
                <a:extLst>
                  <a:ext uri="{FF2B5EF4-FFF2-40B4-BE49-F238E27FC236}">
                    <a16:creationId xmlns:a16="http://schemas.microsoft.com/office/drawing/2014/main" id="{1010FAF1-A181-5B1D-F351-F0F48FA575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6" name="object 45">
                <a:extLst>
                  <a:ext uri="{FF2B5EF4-FFF2-40B4-BE49-F238E27FC236}">
                    <a16:creationId xmlns:a16="http://schemas.microsoft.com/office/drawing/2014/main" id="{457D353A-E78F-D3E2-E6ED-228BCF27DC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7" name="object 46">
                <a:extLst>
                  <a:ext uri="{FF2B5EF4-FFF2-40B4-BE49-F238E27FC236}">
                    <a16:creationId xmlns:a16="http://schemas.microsoft.com/office/drawing/2014/main" id="{E093AD69-DA0B-EA82-A905-F9D3802DF7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8" name="object 47">
                <a:extLst>
                  <a:ext uri="{FF2B5EF4-FFF2-40B4-BE49-F238E27FC236}">
                    <a16:creationId xmlns:a16="http://schemas.microsoft.com/office/drawing/2014/main" id="{87DAD07D-738B-C2E5-32A8-06DC14B4F2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9" name="object 48">
                <a:extLst>
                  <a:ext uri="{FF2B5EF4-FFF2-40B4-BE49-F238E27FC236}">
                    <a16:creationId xmlns:a16="http://schemas.microsoft.com/office/drawing/2014/main" id="{BC8B601A-B81E-95C6-BEEC-8A8749F5DD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0" name="object 49">
                <a:extLst>
                  <a:ext uri="{FF2B5EF4-FFF2-40B4-BE49-F238E27FC236}">
                    <a16:creationId xmlns:a16="http://schemas.microsoft.com/office/drawing/2014/main" id="{E1D66DDF-ED75-A48E-C2FF-9CAAFA0687F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1" name="object 50">
                <a:extLst>
                  <a:ext uri="{FF2B5EF4-FFF2-40B4-BE49-F238E27FC236}">
                    <a16:creationId xmlns:a16="http://schemas.microsoft.com/office/drawing/2014/main" id="{93956DFA-DD87-4749-FA4F-A42F867DF9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2" name="object 51">
                <a:extLst>
                  <a:ext uri="{FF2B5EF4-FFF2-40B4-BE49-F238E27FC236}">
                    <a16:creationId xmlns:a16="http://schemas.microsoft.com/office/drawing/2014/main" id="{F2288F5C-4A1C-4094-82F5-DC1BBFBDA2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3" name="object 52">
                <a:extLst>
                  <a:ext uri="{FF2B5EF4-FFF2-40B4-BE49-F238E27FC236}">
                    <a16:creationId xmlns:a16="http://schemas.microsoft.com/office/drawing/2014/main" id="{B739B2D2-28B5-357C-951D-6681023AB4B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4" name="object 53">
                <a:extLst>
                  <a:ext uri="{FF2B5EF4-FFF2-40B4-BE49-F238E27FC236}">
                    <a16:creationId xmlns:a16="http://schemas.microsoft.com/office/drawing/2014/main" id="{C538E630-4550-2747-D75A-C232291CD9D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5" name="object 54">
                <a:extLst>
                  <a:ext uri="{FF2B5EF4-FFF2-40B4-BE49-F238E27FC236}">
                    <a16:creationId xmlns:a16="http://schemas.microsoft.com/office/drawing/2014/main" id="{C2BD9DC6-1F03-A345-296C-9240E0701AC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6" name="object 55">
                <a:extLst>
                  <a:ext uri="{FF2B5EF4-FFF2-40B4-BE49-F238E27FC236}">
                    <a16:creationId xmlns:a16="http://schemas.microsoft.com/office/drawing/2014/main" id="{11CF52FF-E1B5-BFAD-C14A-7D1460F4656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7" name="object 56">
                <a:extLst>
                  <a:ext uri="{FF2B5EF4-FFF2-40B4-BE49-F238E27FC236}">
                    <a16:creationId xmlns:a16="http://schemas.microsoft.com/office/drawing/2014/main" id="{24E85B43-A0C6-7FE3-C9C0-D233409C3EF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8" name="object 57">
                <a:extLst>
                  <a:ext uri="{FF2B5EF4-FFF2-40B4-BE49-F238E27FC236}">
                    <a16:creationId xmlns:a16="http://schemas.microsoft.com/office/drawing/2014/main" id="{47EFC08F-3935-9A5A-AA20-C58C11F11D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9" name="object 58">
                <a:extLst>
                  <a:ext uri="{FF2B5EF4-FFF2-40B4-BE49-F238E27FC236}">
                    <a16:creationId xmlns:a16="http://schemas.microsoft.com/office/drawing/2014/main" id="{4AF29E22-38BB-1CA2-AC72-028838F88A1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0" name="object 59">
                <a:extLst>
                  <a:ext uri="{FF2B5EF4-FFF2-40B4-BE49-F238E27FC236}">
                    <a16:creationId xmlns:a16="http://schemas.microsoft.com/office/drawing/2014/main" id="{1F13BBB0-CBEB-8A8A-3FB9-2FBABDB37EA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1" name="object 60">
                <a:extLst>
                  <a:ext uri="{FF2B5EF4-FFF2-40B4-BE49-F238E27FC236}">
                    <a16:creationId xmlns:a16="http://schemas.microsoft.com/office/drawing/2014/main" id="{5C00F9A2-E55C-4EFF-0F3D-81A20AE48C9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005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2" name="object 61">
                <a:extLst>
                  <a:ext uri="{FF2B5EF4-FFF2-40B4-BE49-F238E27FC236}">
                    <a16:creationId xmlns:a16="http://schemas.microsoft.com/office/drawing/2014/main" id="{9C0EA8F8-CC18-A1E2-ABD1-8E5D2317A15F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08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3" name="object 62">
                <a:extLst>
                  <a:ext uri="{FF2B5EF4-FFF2-40B4-BE49-F238E27FC236}">
                    <a16:creationId xmlns:a16="http://schemas.microsoft.com/office/drawing/2014/main" id="{86D1D0DB-C1D2-28AD-F734-E4516E9BE05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6178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4" name="object 63">
                <a:extLst>
                  <a:ext uri="{FF2B5EF4-FFF2-40B4-BE49-F238E27FC236}">
                    <a16:creationId xmlns:a16="http://schemas.microsoft.com/office/drawing/2014/main" id="{66E6BFAF-6EA0-A776-5D06-C766D850BA4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2253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5" name="object 64">
                <a:extLst>
                  <a:ext uri="{FF2B5EF4-FFF2-40B4-BE49-F238E27FC236}">
                    <a16:creationId xmlns:a16="http://schemas.microsoft.com/office/drawing/2014/main" id="{527F6149-F4C7-1202-CB06-657E23E1836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835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6" name="object 65">
                <a:extLst>
                  <a:ext uri="{FF2B5EF4-FFF2-40B4-BE49-F238E27FC236}">
                    <a16:creationId xmlns:a16="http://schemas.microsoft.com/office/drawing/2014/main" id="{DE278883-EB23-8EB3-69F7-04035B3221C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4426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7" name="object 66">
                <a:extLst>
                  <a:ext uri="{FF2B5EF4-FFF2-40B4-BE49-F238E27FC236}">
                    <a16:creationId xmlns:a16="http://schemas.microsoft.com/office/drawing/2014/main" id="{587F3116-F7EF-547D-4C60-E67D96E92C8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0502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8" name="object 67">
                <a:extLst>
                  <a:ext uri="{FF2B5EF4-FFF2-40B4-BE49-F238E27FC236}">
                    <a16:creationId xmlns:a16="http://schemas.microsoft.com/office/drawing/2014/main" id="{38AD14B0-2019-242D-3CE5-D1E1AD9BBC1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6600" y="1968131"/>
                <a:ext cx="336643" cy="294517"/>
              </a:xfrm>
              <a:prstGeom prst="rect">
                <a:avLst/>
              </a:prstGeom>
            </p:spPr>
          </p:pic>
          <p:sp>
            <p:nvSpPr>
              <p:cNvPr id="359" name="object 68">
                <a:extLst>
                  <a:ext uri="{FF2B5EF4-FFF2-40B4-BE49-F238E27FC236}">
                    <a16:creationId xmlns:a16="http://schemas.microsoft.com/office/drawing/2014/main" id="{607484FA-074C-1828-4B07-C22B10329BB9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0" name="object 69">
                <a:extLst>
                  <a:ext uri="{FF2B5EF4-FFF2-40B4-BE49-F238E27FC236}">
                    <a16:creationId xmlns:a16="http://schemas.microsoft.com/office/drawing/2014/main" id="{07DCB81C-7A81-AC83-4C71-B3272D96A65E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1" name="object 70">
                <a:extLst>
                  <a:ext uri="{FF2B5EF4-FFF2-40B4-BE49-F238E27FC236}">
                    <a16:creationId xmlns:a16="http://schemas.microsoft.com/office/drawing/2014/main" id="{A706F0C7-E447-962B-3A40-955C186F29DF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2" name="object 71">
                <a:extLst>
                  <a:ext uri="{FF2B5EF4-FFF2-40B4-BE49-F238E27FC236}">
                    <a16:creationId xmlns:a16="http://schemas.microsoft.com/office/drawing/2014/main" id="{8939D8CC-F034-247B-9B56-593D0209ED88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3" name="object 72">
                <a:extLst>
                  <a:ext uri="{FF2B5EF4-FFF2-40B4-BE49-F238E27FC236}">
                    <a16:creationId xmlns:a16="http://schemas.microsoft.com/office/drawing/2014/main" id="{520CA5DA-CFA8-DA2B-2FAB-2F2B7F28284F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4" name="object 73">
                <a:extLst>
                  <a:ext uri="{FF2B5EF4-FFF2-40B4-BE49-F238E27FC236}">
                    <a16:creationId xmlns:a16="http://schemas.microsoft.com/office/drawing/2014/main" id="{8AADD973-6B27-3050-A976-289A742429E8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5" name="object 74">
                <a:extLst>
                  <a:ext uri="{FF2B5EF4-FFF2-40B4-BE49-F238E27FC236}">
                    <a16:creationId xmlns:a16="http://schemas.microsoft.com/office/drawing/2014/main" id="{D159C664-EED9-88AF-AB08-C201A787C139}"/>
                  </a:ext>
                </a:extLst>
              </p:cNvPr>
              <p:cNvSpPr/>
              <p:nvPr/>
            </p:nvSpPr>
            <p:spPr>
              <a:xfrm>
                <a:off x="141610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6" name="object 75">
                <a:extLst>
                  <a:ext uri="{FF2B5EF4-FFF2-40B4-BE49-F238E27FC236}">
                    <a16:creationId xmlns:a16="http://schemas.microsoft.com/office/drawing/2014/main" id="{BA1988FE-7B00-15D7-5C3C-4FB022F6C8C9}"/>
                  </a:ext>
                </a:extLst>
              </p:cNvPr>
              <p:cNvSpPr/>
              <p:nvPr/>
            </p:nvSpPr>
            <p:spPr>
              <a:xfrm>
                <a:off x="1416102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7" name="object 76">
                <a:extLst>
                  <a:ext uri="{FF2B5EF4-FFF2-40B4-BE49-F238E27FC236}">
                    <a16:creationId xmlns:a16="http://schemas.microsoft.com/office/drawing/2014/main" id="{7F87DB50-63F5-45BB-6DE6-B2C2D11F51D8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8" name="object 77">
                <a:extLst>
                  <a:ext uri="{FF2B5EF4-FFF2-40B4-BE49-F238E27FC236}">
                    <a16:creationId xmlns:a16="http://schemas.microsoft.com/office/drawing/2014/main" id="{19233BD6-2D2C-9AEC-F987-9232F00E3359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9" name="object 78">
                <a:extLst>
                  <a:ext uri="{FF2B5EF4-FFF2-40B4-BE49-F238E27FC236}">
                    <a16:creationId xmlns:a16="http://schemas.microsoft.com/office/drawing/2014/main" id="{425D477B-54DF-BDA5-2781-58F82948ADB6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0" name="object 79">
                <a:extLst>
                  <a:ext uri="{FF2B5EF4-FFF2-40B4-BE49-F238E27FC236}">
                    <a16:creationId xmlns:a16="http://schemas.microsoft.com/office/drawing/2014/main" id="{EFD71BEF-3437-FC99-7785-A5C78E495E12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1" name="object 80">
                <a:extLst>
                  <a:ext uri="{FF2B5EF4-FFF2-40B4-BE49-F238E27FC236}">
                    <a16:creationId xmlns:a16="http://schemas.microsoft.com/office/drawing/2014/main" id="{6B6FD437-D11B-9050-FACA-D7487246DB77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2" name="object 81">
                <a:extLst>
                  <a:ext uri="{FF2B5EF4-FFF2-40B4-BE49-F238E27FC236}">
                    <a16:creationId xmlns:a16="http://schemas.microsoft.com/office/drawing/2014/main" id="{6DFD235F-2B7E-D31B-32F9-0FF36B8FDC36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3" name="object 82">
                <a:extLst>
                  <a:ext uri="{FF2B5EF4-FFF2-40B4-BE49-F238E27FC236}">
                    <a16:creationId xmlns:a16="http://schemas.microsoft.com/office/drawing/2014/main" id="{55E8F2ED-AB68-D238-6286-67053403FA2B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4" name="object 83">
                <a:extLst>
                  <a:ext uri="{FF2B5EF4-FFF2-40B4-BE49-F238E27FC236}">
                    <a16:creationId xmlns:a16="http://schemas.microsoft.com/office/drawing/2014/main" id="{01078C0A-1F22-3B4C-81B3-7AC48A87AB81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5" name="object 84">
                <a:extLst>
                  <a:ext uri="{FF2B5EF4-FFF2-40B4-BE49-F238E27FC236}">
                    <a16:creationId xmlns:a16="http://schemas.microsoft.com/office/drawing/2014/main" id="{9949D520-426A-688D-1FAA-E6F5674B90A7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6" name="object 85">
                <a:extLst>
                  <a:ext uri="{FF2B5EF4-FFF2-40B4-BE49-F238E27FC236}">
                    <a16:creationId xmlns:a16="http://schemas.microsoft.com/office/drawing/2014/main" id="{7FDA5F72-7F7B-FC40-DE58-5AC92DE95A82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7" name="object 86">
                <a:extLst>
                  <a:ext uri="{FF2B5EF4-FFF2-40B4-BE49-F238E27FC236}">
                    <a16:creationId xmlns:a16="http://schemas.microsoft.com/office/drawing/2014/main" id="{DCAF2ED8-1353-FDFF-DBAF-A4B61B06B6EB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378" name="object 87">
                <a:extLst>
                  <a:ext uri="{FF2B5EF4-FFF2-40B4-BE49-F238E27FC236}">
                    <a16:creationId xmlns:a16="http://schemas.microsoft.com/office/drawing/2014/main" id="{B71B3A67-9344-38E4-A511-1932D680CFA4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9" name="object 88">
                <a:extLst>
                  <a:ext uri="{FF2B5EF4-FFF2-40B4-BE49-F238E27FC236}">
                    <a16:creationId xmlns:a16="http://schemas.microsoft.com/office/drawing/2014/main" id="{8A823A3C-0834-E183-0E21-81099B695BE8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0" name="object 89">
                <a:extLst>
                  <a:ext uri="{FF2B5EF4-FFF2-40B4-BE49-F238E27FC236}">
                    <a16:creationId xmlns:a16="http://schemas.microsoft.com/office/drawing/2014/main" id="{88152AE5-3B09-2409-CACF-BE114297DBF5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1" name="object 90">
                <a:extLst>
                  <a:ext uri="{FF2B5EF4-FFF2-40B4-BE49-F238E27FC236}">
                    <a16:creationId xmlns:a16="http://schemas.microsoft.com/office/drawing/2014/main" id="{485E69F1-3AC4-65B0-A649-7934E5890609}"/>
                  </a:ext>
                </a:extLst>
              </p:cNvPr>
              <p:cNvSpPr/>
              <p:nvPr/>
            </p:nvSpPr>
            <p:spPr>
              <a:xfrm>
                <a:off x="141610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2" name="object 91">
                <a:extLst>
                  <a:ext uri="{FF2B5EF4-FFF2-40B4-BE49-F238E27FC236}">
                    <a16:creationId xmlns:a16="http://schemas.microsoft.com/office/drawing/2014/main" id="{132A6BB6-9CA1-0993-3357-355547CA00F9}"/>
                  </a:ext>
                </a:extLst>
              </p:cNvPr>
              <p:cNvSpPr/>
              <p:nvPr/>
            </p:nvSpPr>
            <p:spPr>
              <a:xfrm>
                <a:off x="1416102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3" name="object 92">
                <a:extLst>
                  <a:ext uri="{FF2B5EF4-FFF2-40B4-BE49-F238E27FC236}">
                    <a16:creationId xmlns:a16="http://schemas.microsoft.com/office/drawing/2014/main" id="{390800E2-E285-2113-4ACE-07CC5173AD3A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4" name="object 93">
                <a:extLst>
                  <a:ext uri="{FF2B5EF4-FFF2-40B4-BE49-F238E27FC236}">
                    <a16:creationId xmlns:a16="http://schemas.microsoft.com/office/drawing/2014/main" id="{623D6713-C325-CC82-34A3-1BA93F075142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5" name="object 94">
                <a:extLst>
                  <a:ext uri="{FF2B5EF4-FFF2-40B4-BE49-F238E27FC236}">
                    <a16:creationId xmlns:a16="http://schemas.microsoft.com/office/drawing/2014/main" id="{C402D746-EFE5-27B0-833E-EF7E28D286BB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6" name="object 95">
                <a:extLst>
                  <a:ext uri="{FF2B5EF4-FFF2-40B4-BE49-F238E27FC236}">
                    <a16:creationId xmlns:a16="http://schemas.microsoft.com/office/drawing/2014/main" id="{24864093-98D2-FE8C-340C-A6FC272AF044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7" name="object 96">
                <a:extLst>
                  <a:ext uri="{FF2B5EF4-FFF2-40B4-BE49-F238E27FC236}">
                    <a16:creationId xmlns:a16="http://schemas.microsoft.com/office/drawing/2014/main" id="{CB987231-6E3A-64D4-13B5-71CB19187340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8" name="object 97">
                <a:extLst>
                  <a:ext uri="{FF2B5EF4-FFF2-40B4-BE49-F238E27FC236}">
                    <a16:creationId xmlns:a16="http://schemas.microsoft.com/office/drawing/2014/main" id="{F8DACFBA-8068-E892-9973-57B96643CEEF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9" name="object 98">
                <a:extLst>
                  <a:ext uri="{FF2B5EF4-FFF2-40B4-BE49-F238E27FC236}">
                    <a16:creationId xmlns:a16="http://schemas.microsoft.com/office/drawing/2014/main" id="{78AEB89A-79F1-6258-A460-09AAD9CE784F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0" name="object 99">
                <a:extLst>
                  <a:ext uri="{FF2B5EF4-FFF2-40B4-BE49-F238E27FC236}">
                    <a16:creationId xmlns:a16="http://schemas.microsoft.com/office/drawing/2014/main" id="{1C85D9EC-F760-675E-3722-D22BA67334DC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1" name="object 100">
                <a:extLst>
                  <a:ext uri="{FF2B5EF4-FFF2-40B4-BE49-F238E27FC236}">
                    <a16:creationId xmlns:a16="http://schemas.microsoft.com/office/drawing/2014/main" id="{A430169D-F84A-FC42-21F1-C7982874B10F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2" name="object 101">
                <a:extLst>
                  <a:ext uri="{FF2B5EF4-FFF2-40B4-BE49-F238E27FC236}">
                    <a16:creationId xmlns:a16="http://schemas.microsoft.com/office/drawing/2014/main" id="{9EF4115A-88C6-F7DD-1A14-C108B8AB87CB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3" name="object 102">
                <a:extLst>
                  <a:ext uri="{FF2B5EF4-FFF2-40B4-BE49-F238E27FC236}">
                    <a16:creationId xmlns:a16="http://schemas.microsoft.com/office/drawing/2014/main" id="{47EF43F2-5B86-542A-83F9-481A3437CBAA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4" name="object 103">
                <a:extLst>
                  <a:ext uri="{FF2B5EF4-FFF2-40B4-BE49-F238E27FC236}">
                    <a16:creationId xmlns:a16="http://schemas.microsoft.com/office/drawing/2014/main" id="{E7B011BB-9890-C7B9-F386-30CFEABAD28F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5" name="object 104">
                <a:extLst>
                  <a:ext uri="{FF2B5EF4-FFF2-40B4-BE49-F238E27FC236}">
                    <a16:creationId xmlns:a16="http://schemas.microsoft.com/office/drawing/2014/main" id="{ED45C1C7-61DA-6AD0-FD84-58DB2F0858C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6" name="object 105">
                <a:extLst>
                  <a:ext uri="{FF2B5EF4-FFF2-40B4-BE49-F238E27FC236}">
                    <a16:creationId xmlns:a16="http://schemas.microsoft.com/office/drawing/2014/main" id="{3AF9B918-9723-B52F-4662-4CB4FEEC960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7" name="object 106">
                <a:extLst>
                  <a:ext uri="{FF2B5EF4-FFF2-40B4-BE49-F238E27FC236}">
                    <a16:creationId xmlns:a16="http://schemas.microsoft.com/office/drawing/2014/main" id="{995E27CB-2FFE-FA7B-3DEC-500CB939EBCD}"/>
                  </a:ext>
                </a:extLst>
              </p:cNvPr>
              <p:cNvSpPr/>
              <p:nvPr/>
            </p:nvSpPr>
            <p:spPr>
              <a:xfrm>
                <a:off x="141610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8" name="object 107">
                <a:extLst>
                  <a:ext uri="{FF2B5EF4-FFF2-40B4-BE49-F238E27FC236}">
                    <a16:creationId xmlns:a16="http://schemas.microsoft.com/office/drawing/2014/main" id="{AF7C5F60-D362-A64D-E969-AD4E78885DB2}"/>
                  </a:ext>
                </a:extLst>
              </p:cNvPr>
              <p:cNvSpPr/>
              <p:nvPr/>
            </p:nvSpPr>
            <p:spPr>
              <a:xfrm>
                <a:off x="1416102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9" name="object 108">
                <a:extLst>
                  <a:ext uri="{FF2B5EF4-FFF2-40B4-BE49-F238E27FC236}">
                    <a16:creationId xmlns:a16="http://schemas.microsoft.com/office/drawing/2014/main" id="{4C7E2240-1BEA-4C77-59F6-BECB30A7B9C0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0" name="object 109">
                <a:extLst>
                  <a:ext uri="{FF2B5EF4-FFF2-40B4-BE49-F238E27FC236}">
                    <a16:creationId xmlns:a16="http://schemas.microsoft.com/office/drawing/2014/main" id="{98FC3856-C6D6-F0DF-6E95-4C58E043F10E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1" name="object 110">
                <a:extLst>
                  <a:ext uri="{FF2B5EF4-FFF2-40B4-BE49-F238E27FC236}">
                    <a16:creationId xmlns:a16="http://schemas.microsoft.com/office/drawing/2014/main" id="{9CD35729-84A8-7E0B-ADE8-7E68AE9EAC7D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2" name="object 111">
                <a:extLst>
                  <a:ext uri="{FF2B5EF4-FFF2-40B4-BE49-F238E27FC236}">
                    <a16:creationId xmlns:a16="http://schemas.microsoft.com/office/drawing/2014/main" id="{496AF260-D0E2-7A15-4A43-08E93E25F3BB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3" name="object 112">
                <a:extLst>
                  <a:ext uri="{FF2B5EF4-FFF2-40B4-BE49-F238E27FC236}">
                    <a16:creationId xmlns:a16="http://schemas.microsoft.com/office/drawing/2014/main" id="{B7C347D6-E7E7-40F2-B7D3-2531DB0DE4CD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4" name="object 113">
                <a:extLst>
                  <a:ext uri="{FF2B5EF4-FFF2-40B4-BE49-F238E27FC236}">
                    <a16:creationId xmlns:a16="http://schemas.microsoft.com/office/drawing/2014/main" id="{6EE5C253-8FC5-6CCF-804E-14B515654FE9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5" name="object 114">
                <a:extLst>
                  <a:ext uri="{FF2B5EF4-FFF2-40B4-BE49-F238E27FC236}">
                    <a16:creationId xmlns:a16="http://schemas.microsoft.com/office/drawing/2014/main" id="{35AABBE4-4C03-FBB2-7314-506D17A3C4C7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6" name="object 115">
                <a:extLst>
                  <a:ext uri="{FF2B5EF4-FFF2-40B4-BE49-F238E27FC236}">
                    <a16:creationId xmlns:a16="http://schemas.microsoft.com/office/drawing/2014/main" id="{D0A91D14-BDB3-8E3F-D62F-DD940050E182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7" name="object 116">
                <a:extLst>
                  <a:ext uri="{FF2B5EF4-FFF2-40B4-BE49-F238E27FC236}">
                    <a16:creationId xmlns:a16="http://schemas.microsoft.com/office/drawing/2014/main" id="{40B9396B-28D0-3A0A-6ED1-FADA11E1B726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117">
                <a:extLst>
                  <a:ext uri="{FF2B5EF4-FFF2-40B4-BE49-F238E27FC236}">
                    <a16:creationId xmlns:a16="http://schemas.microsoft.com/office/drawing/2014/main" id="{22A07D6E-1A1C-ED7F-3EFE-A7CBB005A054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118">
                <a:extLst>
                  <a:ext uri="{FF2B5EF4-FFF2-40B4-BE49-F238E27FC236}">
                    <a16:creationId xmlns:a16="http://schemas.microsoft.com/office/drawing/2014/main" id="{63BFE2F9-EF56-11B8-DB06-6A0C982D6EC4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119">
                <a:extLst>
                  <a:ext uri="{FF2B5EF4-FFF2-40B4-BE49-F238E27FC236}">
                    <a16:creationId xmlns:a16="http://schemas.microsoft.com/office/drawing/2014/main" id="{8AB9FE83-B9AA-C6AF-202E-39C4ADEE3495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120">
                <a:extLst>
                  <a:ext uri="{FF2B5EF4-FFF2-40B4-BE49-F238E27FC236}">
                    <a16:creationId xmlns:a16="http://schemas.microsoft.com/office/drawing/2014/main" id="{11C3593A-2ECD-25FD-E298-F74AE61E827E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121">
                <a:extLst>
                  <a:ext uri="{FF2B5EF4-FFF2-40B4-BE49-F238E27FC236}">
                    <a16:creationId xmlns:a16="http://schemas.microsoft.com/office/drawing/2014/main" id="{D0CBF506-43D5-D5A9-08FE-0C3AE86655B4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122">
                <a:extLst>
                  <a:ext uri="{FF2B5EF4-FFF2-40B4-BE49-F238E27FC236}">
                    <a16:creationId xmlns:a16="http://schemas.microsoft.com/office/drawing/2014/main" id="{B0AF92CF-7AA5-472F-5921-A3F30095768C}"/>
                  </a:ext>
                </a:extLst>
              </p:cNvPr>
              <p:cNvSpPr/>
              <p:nvPr/>
            </p:nvSpPr>
            <p:spPr>
              <a:xfrm>
                <a:off x="141610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123">
                <a:extLst>
                  <a:ext uri="{FF2B5EF4-FFF2-40B4-BE49-F238E27FC236}">
                    <a16:creationId xmlns:a16="http://schemas.microsoft.com/office/drawing/2014/main" id="{8476FFD6-D25B-5DA6-EE77-E5E1C9C5CFB0}"/>
                  </a:ext>
                </a:extLst>
              </p:cNvPr>
              <p:cNvSpPr/>
              <p:nvPr/>
            </p:nvSpPr>
            <p:spPr>
              <a:xfrm>
                <a:off x="1416102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124">
                <a:extLst>
                  <a:ext uri="{FF2B5EF4-FFF2-40B4-BE49-F238E27FC236}">
                    <a16:creationId xmlns:a16="http://schemas.microsoft.com/office/drawing/2014/main" id="{F14A29D1-63EC-EFD9-859B-5A0AEB7B4004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125">
                <a:extLst>
                  <a:ext uri="{FF2B5EF4-FFF2-40B4-BE49-F238E27FC236}">
                    <a16:creationId xmlns:a16="http://schemas.microsoft.com/office/drawing/2014/main" id="{526D0878-31C0-9F66-B1ED-18B054E4C8A1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126">
                <a:extLst>
                  <a:ext uri="{FF2B5EF4-FFF2-40B4-BE49-F238E27FC236}">
                    <a16:creationId xmlns:a16="http://schemas.microsoft.com/office/drawing/2014/main" id="{3F6F039F-51AC-31BE-3C3C-98D31EAD959C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127">
                <a:extLst>
                  <a:ext uri="{FF2B5EF4-FFF2-40B4-BE49-F238E27FC236}">
                    <a16:creationId xmlns:a16="http://schemas.microsoft.com/office/drawing/2014/main" id="{D785AFBD-5BAA-22A4-C8D3-4F713DDCDA61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128">
                <a:extLst>
                  <a:ext uri="{FF2B5EF4-FFF2-40B4-BE49-F238E27FC236}">
                    <a16:creationId xmlns:a16="http://schemas.microsoft.com/office/drawing/2014/main" id="{9DBC1E5E-CE74-C65B-4628-8AB78D94AB44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129">
                <a:extLst>
                  <a:ext uri="{FF2B5EF4-FFF2-40B4-BE49-F238E27FC236}">
                    <a16:creationId xmlns:a16="http://schemas.microsoft.com/office/drawing/2014/main" id="{CFD1AD94-7CC0-60C7-47E8-39A80F8B4D39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130">
                <a:extLst>
                  <a:ext uri="{FF2B5EF4-FFF2-40B4-BE49-F238E27FC236}">
                    <a16:creationId xmlns:a16="http://schemas.microsoft.com/office/drawing/2014/main" id="{C97A46A2-6F4C-7D50-922F-54E41EBAD1FF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131">
                <a:extLst>
                  <a:ext uri="{FF2B5EF4-FFF2-40B4-BE49-F238E27FC236}">
                    <a16:creationId xmlns:a16="http://schemas.microsoft.com/office/drawing/2014/main" id="{06E91EC8-6A38-A082-40FC-3C83424333AC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132">
                <a:extLst>
                  <a:ext uri="{FF2B5EF4-FFF2-40B4-BE49-F238E27FC236}">
                    <a16:creationId xmlns:a16="http://schemas.microsoft.com/office/drawing/2014/main" id="{FF83A530-B8D7-3877-13BB-9E3C205DBC2A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133">
                <a:extLst>
                  <a:ext uri="{FF2B5EF4-FFF2-40B4-BE49-F238E27FC236}">
                    <a16:creationId xmlns:a16="http://schemas.microsoft.com/office/drawing/2014/main" id="{C371EB0B-FA45-0808-301B-25293674F1E1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134">
                <a:extLst>
                  <a:ext uri="{FF2B5EF4-FFF2-40B4-BE49-F238E27FC236}">
                    <a16:creationId xmlns:a16="http://schemas.microsoft.com/office/drawing/2014/main" id="{29E2111B-C028-F523-78FD-200EE269DB54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135">
                <a:extLst>
                  <a:ext uri="{FF2B5EF4-FFF2-40B4-BE49-F238E27FC236}">
                    <a16:creationId xmlns:a16="http://schemas.microsoft.com/office/drawing/2014/main" id="{3827EB8B-8A7C-9CBD-9DCF-4A4675873175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136">
                <a:extLst>
                  <a:ext uri="{FF2B5EF4-FFF2-40B4-BE49-F238E27FC236}">
                    <a16:creationId xmlns:a16="http://schemas.microsoft.com/office/drawing/2014/main" id="{03EBA9BB-B604-3CCB-B4F0-64806D3C6010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137">
                <a:extLst>
                  <a:ext uri="{FF2B5EF4-FFF2-40B4-BE49-F238E27FC236}">
                    <a16:creationId xmlns:a16="http://schemas.microsoft.com/office/drawing/2014/main" id="{3B37A9C2-6162-53BF-8D68-945E7D59CB5E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138">
                <a:extLst>
                  <a:ext uri="{FF2B5EF4-FFF2-40B4-BE49-F238E27FC236}">
                    <a16:creationId xmlns:a16="http://schemas.microsoft.com/office/drawing/2014/main" id="{B2901360-9B19-7990-4C40-B66B84A330BE}"/>
                  </a:ext>
                </a:extLst>
              </p:cNvPr>
              <p:cNvSpPr/>
              <p:nvPr/>
            </p:nvSpPr>
            <p:spPr>
              <a:xfrm>
                <a:off x="141610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139">
                <a:extLst>
                  <a:ext uri="{FF2B5EF4-FFF2-40B4-BE49-F238E27FC236}">
                    <a16:creationId xmlns:a16="http://schemas.microsoft.com/office/drawing/2014/main" id="{CA2344EA-DD29-7664-4352-1FC5AE71E7DF}"/>
                  </a:ext>
                </a:extLst>
              </p:cNvPr>
              <p:cNvSpPr/>
              <p:nvPr/>
            </p:nvSpPr>
            <p:spPr>
              <a:xfrm>
                <a:off x="1416102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140">
                <a:extLst>
                  <a:ext uri="{FF2B5EF4-FFF2-40B4-BE49-F238E27FC236}">
                    <a16:creationId xmlns:a16="http://schemas.microsoft.com/office/drawing/2014/main" id="{17E170AC-4DAF-11AE-B513-A555CD61D25D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141">
                <a:extLst>
                  <a:ext uri="{FF2B5EF4-FFF2-40B4-BE49-F238E27FC236}">
                    <a16:creationId xmlns:a16="http://schemas.microsoft.com/office/drawing/2014/main" id="{A63B7F3B-80D2-2B33-5832-0B13D05C74AE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142">
                <a:extLst>
                  <a:ext uri="{FF2B5EF4-FFF2-40B4-BE49-F238E27FC236}">
                    <a16:creationId xmlns:a16="http://schemas.microsoft.com/office/drawing/2014/main" id="{7529E099-EE1D-F3E4-2504-30154C7D4C78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143">
                <a:extLst>
                  <a:ext uri="{FF2B5EF4-FFF2-40B4-BE49-F238E27FC236}">
                    <a16:creationId xmlns:a16="http://schemas.microsoft.com/office/drawing/2014/main" id="{2EFFD9AD-DB44-4EF2-77DB-6B242A4A11E2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144">
                <a:extLst>
                  <a:ext uri="{FF2B5EF4-FFF2-40B4-BE49-F238E27FC236}">
                    <a16:creationId xmlns:a16="http://schemas.microsoft.com/office/drawing/2014/main" id="{B5F86F2D-F0C2-6D15-7E7A-5E57945F2E34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145">
                <a:extLst>
                  <a:ext uri="{FF2B5EF4-FFF2-40B4-BE49-F238E27FC236}">
                    <a16:creationId xmlns:a16="http://schemas.microsoft.com/office/drawing/2014/main" id="{50A3F4E0-355D-62C5-F796-6C1D4FAC9A36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7" name="object 146">
                <a:extLst>
                  <a:ext uri="{FF2B5EF4-FFF2-40B4-BE49-F238E27FC236}">
                    <a16:creationId xmlns:a16="http://schemas.microsoft.com/office/drawing/2014/main" id="{7CBCC4FE-3AFE-3A1D-F62E-1CC5A9901374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8" name="object 147">
                <a:extLst>
                  <a:ext uri="{FF2B5EF4-FFF2-40B4-BE49-F238E27FC236}">
                    <a16:creationId xmlns:a16="http://schemas.microsoft.com/office/drawing/2014/main" id="{DD282842-5A30-3D1F-09CE-C3CAC040B851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9" name="object 148">
                <a:extLst>
                  <a:ext uri="{FF2B5EF4-FFF2-40B4-BE49-F238E27FC236}">
                    <a16:creationId xmlns:a16="http://schemas.microsoft.com/office/drawing/2014/main" id="{FC588118-5F2D-F144-C459-BEDC67AF62D0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0" name="object 149">
                <a:extLst>
                  <a:ext uri="{FF2B5EF4-FFF2-40B4-BE49-F238E27FC236}">
                    <a16:creationId xmlns:a16="http://schemas.microsoft.com/office/drawing/2014/main" id="{C894CE73-F9ED-9D22-ACDD-49C12EA81BB7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1" name="object 150">
                <a:extLst>
                  <a:ext uri="{FF2B5EF4-FFF2-40B4-BE49-F238E27FC236}">
                    <a16:creationId xmlns:a16="http://schemas.microsoft.com/office/drawing/2014/main" id="{BED4E1A5-9BA4-2494-EDD4-2492DD9EE3A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2" name="object 151">
                <a:extLst>
                  <a:ext uri="{FF2B5EF4-FFF2-40B4-BE49-F238E27FC236}">
                    <a16:creationId xmlns:a16="http://schemas.microsoft.com/office/drawing/2014/main" id="{069E5018-4B04-1FAF-7B6F-21DB8527EC3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3" name="object 152">
                <a:extLst>
                  <a:ext uri="{FF2B5EF4-FFF2-40B4-BE49-F238E27FC236}">
                    <a16:creationId xmlns:a16="http://schemas.microsoft.com/office/drawing/2014/main" id="{95A486E3-85D0-7263-1A29-8EDDC7658C41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4" name="object 153">
                <a:extLst>
                  <a:ext uri="{FF2B5EF4-FFF2-40B4-BE49-F238E27FC236}">
                    <a16:creationId xmlns:a16="http://schemas.microsoft.com/office/drawing/2014/main" id="{F186C9B4-086E-DE07-F4E7-5B870505B209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5" name="object 154">
                <a:extLst>
                  <a:ext uri="{FF2B5EF4-FFF2-40B4-BE49-F238E27FC236}">
                    <a16:creationId xmlns:a16="http://schemas.microsoft.com/office/drawing/2014/main" id="{6159A9B0-C8FF-9EA4-D14C-1EF0E6E1B883}"/>
                  </a:ext>
                </a:extLst>
              </p:cNvPr>
              <p:cNvSpPr/>
              <p:nvPr/>
            </p:nvSpPr>
            <p:spPr>
              <a:xfrm>
                <a:off x="141610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6" name="object 155">
                <a:extLst>
                  <a:ext uri="{FF2B5EF4-FFF2-40B4-BE49-F238E27FC236}">
                    <a16:creationId xmlns:a16="http://schemas.microsoft.com/office/drawing/2014/main" id="{E355C472-8FFB-6BDC-7342-7BCC714A06AB}"/>
                  </a:ext>
                </a:extLst>
              </p:cNvPr>
              <p:cNvSpPr/>
              <p:nvPr/>
            </p:nvSpPr>
            <p:spPr>
              <a:xfrm>
                <a:off x="1416102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7" name="object 156">
                <a:extLst>
                  <a:ext uri="{FF2B5EF4-FFF2-40B4-BE49-F238E27FC236}">
                    <a16:creationId xmlns:a16="http://schemas.microsoft.com/office/drawing/2014/main" id="{FCD14B5C-28C2-1384-F861-A038AB0BBAA3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8" name="object 157">
                <a:extLst>
                  <a:ext uri="{FF2B5EF4-FFF2-40B4-BE49-F238E27FC236}">
                    <a16:creationId xmlns:a16="http://schemas.microsoft.com/office/drawing/2014/main" id="{F984F460-D739-C787-DA44-D0318069965F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9" name="object 158">
                <a:extLst>
                  <a:ext uri="{FF2B5EF4-FFF2-40B4-BE49-F238E27FC236}">
                    <a16:creationId xmlns:a16="http://schemas.microsoft.com/office/drawing/2014/main" id="{850CE761-BD69-AE72-221C-9DAEE83B97E5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0" name="object 159">
                <a:extLst>
                  <a:ext uri="{FF2B5EF4-FFF2-40B4-BE49-F238E27FC236}">
                    <a16:creationId xmlns:a16="http://schemas.microsoft.com/office/drawing/2014/main" id="{B182B831-395E-ED5E-6956-922AB1C093EB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1" name="object 160">
                <a:extLst>
                  <a:ext uri="{FF2B5EF4-FFF2-40B4-BE49-F238E27FC236}">
                    <a16:creationId xmlns:a16="http://schemas.microsoft.com/office/drawing/2014/main" id="{B3780175-A946-DEE8-DD61-FA075FB3AEE6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2" name="object 161">
                <a:extLst>
                  <a:ext uri="{FF2B5EF4-FFF2-40B4-BE49-F238E27FC236}">
                    <a16:creationId xmlns:a16="http://schemas.microsoft.com/office/drawing/2014/main" id="{90405422-1EE3-0963-435E-5CCF7E4AE872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3" name="object 162">
                <a:extLst>
                  <a:ext uri="{FF2B5EF4-FFF2-40B4-BE49-F238E27FC236}">
                    <a16:creationId xmlns:a16="http://schemas.microsoft.com/office/drawing/2014/main" id="{0F55704C-3682-274A-9681-1356C079EC91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4" name="object 163">
                <a:extLst>
                  <a:ext uri="{FF2B5EF4-FFF2-40B4-BE49-F238E27FC236}">
                    <a16:creationId xmlns:a16="http://schemas.microsoft.com/office/drawing/2014/main" id="{332832A2-82CD-80AB-1AD7-D5DF31114917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5" name="object 164">
                <a:extLst>
                  <a:ext uri="{FF2B5EF4-FFF2-40B4-BE49-F238E27FC236}">
                    <a16:creationId xmlns:a16="http://schemas.microsoft.com/office/drawing/2014/main" id="{1965CA89-07F8-A6E2-3CD6-575ED06CE2A6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6" name="object 165">
                <a:extLst>
                  <a:ext uri="{FF2B5EF4-FFF2-40B4-BE49-F238E27FC236}">
                    <a16:creationId xmlns:a16="http://schemas.microsoft.com/office/drawing/2014/main" id="{6A1D7CDD-1465-28FA-E65C-084F1BEB610B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7" name="object 166">
                <a:extLst>
                  <a:ext uri="{FF2B5EF4-FFF2-40B4-BE49-F238E27FC236}">
                    <a16:creationId xmlns:a16="http://schemas.microsoft.com/office/drawing/2014/main" id="{261F000D-F19D-7FC1-183D-587D7B1541A1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8" name="object 167">
                <a:extLst>
                  <a:ext uri="{FF2B5EF4-FFF2-40B4-BE49-F238E27FC236}">
                    <a16:creationId xmlns:a16="http://schemas.microsoft.com/office/drawing/2014/main" id="{FCBC9DDE-744D-9306-956A-CAFF280906AF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9" name="object 168">
                <a:extLst>
                  <a:ext uri="{FF2B5EF4-FFF2-40B4-BE49-F238E27FC236}">
                    <a16:creationId xmlns:a16="http://schemas.microsoft.com/office/drawing/2014/main" id="{CA7CEE18-C1D6-0485-9A57-FEAA17D3BD52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0" name="object 169">
                <a:extLst>
                  <a:ext uri="{FF2B5EF4-FFF2-40B4-BE49-F238E27FC236}">
                    <a16:creationId xmlns:a16="http://schemas.microsoft.com/office/drawing/2014/main" id="{BA3BFCF5-881D-81A5-D596-8499C65B63C9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1" name="object 170">
                <a:extLst>
                  <a:ext uri="{FF2B5EF4-FFF2-40B4-BE49-F238E27FC236}">
                    <a16:creationId xmlns:a16="http://schemas.microsoft.com/office/drawing/2014/main" id="{8DDCDBE2-2B0F-A795-4C8D-15B1D6AA5BA9}"/>
                  </a:ext>
                </a:extLst>
              </p:cNvPr>
              <p:cNvSpPr/>
              <p:nvPr/>
            </p:nvSpPr>
            <p:spPr>
              <a:xfrm>
                <a:off x="141610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2" name="object 171">
                <a:extLst>
                  <a:ext uri="{FF2B5EF4-FFF2-40B4-BE49-F238E27FC236}">
                    <a16:creationId xmlns:a16="http://schemas.microsoft.com/office/drawing/2014/main" id="{C6D41FB6-8BEE-698A-E57B-D68994D5CF3C}"/>
                  </a:ext>
                </a:extLst>
              </p:cNvPr>
              <p:cNvSpPr/>
              <p:nvPr/>
            </p:nvSpPr>
            <p:spPr>
              <a:xfrm>
                <a:off x="1416102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3" name="object 172">
                <a:extLst>
                  <a:ext uri="{FF2B5EF4-FFF2-40B4-BE49-F238E27FC236}">
                    <a16:creationId xmlns:a16="http://schemas.microsoft.com/office/drawing/2014/main" id="{3286A6AB-C3F3-2D49-D447-4C7EBDEA61E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4" name="object 173">
                <a:extLst>
                  <a:ext uri="{FF2B5EF4-FFF2-40B4-BE49-F238E27FC236}">
                    <a16:creationId xmlns:a16="http://schemas.microsoft.com/office/drawing/2014/main" id="{EA9844DA-7818-426B-D5DD-03144A25BD2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5" name="object 174">
                <a:extLst>
                  <a:ext uri="{FF2B5EF4-FFF2-40B4-BE49-F238E27FC236}">
                    <a16:creationId xmlns:a16="http://schemas.microsoft.com/office/drawing/2014/main" id="{F7245C3A-2A1F-9E87-0825-1A0997A508FB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6" name="object 175">
                <a:extLst>
                  <a:ext uri="{FF2B5EF4-FFF2-40B4-BE49-F238E27FC236}">
                    <a16:creationId xmlns:a16="http://schemas.microsoft.com/office/drawing/2014/main" id="{A80006D3-7C72-63CF-1616-9F7C173BECFA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7" name="object 176">
                <a:extLst>
                  <a:ext uri="{FF2B5EF4-FFF2-40B4-BE49-F238E27FC236}">
                    <a16:creationId xmlns:a16="http://schemas.microsoft.com/office/drawing/2014/main" id="{22C3F6B8-BDA3-5D94-A8EA-D5A46CFA7AC4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8" name="object 177">
                <a:extLst>
                  <a:ext uri="{FF2B5EF4-FFF2-40B4-BE49-F238E27FC236}">
                    <a16:creationId xmlns:a16="http://schemas.microsoft.com/office/drawing/2014/main" id="{8993BCC7-03CD-D37C-52B3-2FB271D0A997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9" name="object 178">
                <a:extLst>
                  <a:ext uri="{FF2B5EF4-FFF2-40B4-BE49-F238E27FC236}">
                    <a16:creationId xmlns:a16="http://schemas.microsoft.com/office/drawing/2014/main" id="{11D88B78-0462-C7CC-06A1-632806EE1A63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0" name="object 179">
                <a:extLst>
                  <a:ext uri="{FF2B5EF4-FFF2-40B4-BE49-F238E27FC236}">
                    <a16:creationId xmlns:a16="http://schemas.microsoft.com/office/drawing/2014/main" id="{ACFD1AD6-7FC4-905E-5DE7-9C178E808262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1" name="object 180">
                <a:extLst>
                  <a:ext uri="{FF2B5EF4-FFF2-40B4-BE49-F238E27FC236}">
                    <a16:creationId xmlns:a16="http://schemas.microsoft.com/office/drawing/2014/main" id="{F000873C-48E0-7722-55F2-5844EE3CEE86}"/>
                  </a:ext>
                </a:extLst>
              </p:cNvPr>
              <p:cNvSpPr/>
              <p:nvPr/>
            </p:nvSpPr>
            <p:spPr>
              <a:xfrm>
                <a:off x="797851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2" name="object 181">
                <a:extLst>
                  <a:ext uri="{FF2B5EF4-FFF2-40B4-BE49-F238E27FC236}">
                    <a16:creationId xmlns:a16="http://schemas.microsoft.com/office/drawing/2014/main" id="{2DE975DC-9B19-7898-CFBE-277BDEBA6DAF}"/>
                  </a:ext>
                </a:extLst>
              </p:cNvPr>
              <p:cNvSpPr/>
              <p:nvPr/>
            </p:nvSpPr>
            <p:spPr>
              <a:xfrm>
                <a:off x="797851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3" name="object 182">
                <a:extLst>
                  <a:ext uri="{FF2B5EF4-FFF2-40B4-BE49-F238E27FC236}">
                    <a16:creationId xmlns:a16="http://schemas.microsoft.com/office/drawing/2014/main" id="{3E2CF790-4E8E-87BF-0DC6-12B3FD4D5662}"/>
                  </a:ext>
                </a:extLst>
              </p:cNvPr>
              <p:cNvSpPr/>
              <p:nvPr/>
            </p:nvSpPr>
            <p:spPr>
              <a:xfrm>
                <a:off x="1003929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4" name="object 183">
                <a:extLst>
                  <a:ext uri="{FF2B5EF4-FFF2-40B4-BE49-F238E27FC236}">
                    <a16:creationId xmlns:a16="http://schemas.microsoft.com/office/drawing/2014/main" id="{E1A02DB0-0D63-CC54-1F5A-1649982F956A}"/>
                  </a:ext>
                </a:extLst>
              </p:cNvPr>
              <p:cNvSpPr/>
              <p:nvPr/>
            </p:nvSpPr>
            <p:spPr>
              <a:xfrm>
                <a:off x="1003929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5" name="object 184">
                <a:extLst>
                  <a:ext uri="{FF2B5EF4-FFF2-40B4-BE49-F238E27FC236}">
                    <a16:creationId xmlns:a16="http://schemas.microsoft.com/office/drawing/2014/main" id="{C40F43AE-B6C1-28AB-EB9C-49620589454A}"/>
                  </a:ext>
                </a:extLst>
              </p:cNvPr>
              <p:cNvSpPr/>
              <p:nvPr/>
            </p:nvSpPr>
            <p:spPr>
              <a:xfrm>
                <a:off x="1210025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6" name="object 185">
                <a:extLst>
                  <a:ext uri="{FF2B5EF4-FFF2-40B4-BE49-F238E27FC236}">
                    <a16:creationId xmlns:a16="http://schemas.microsoft.com/office/drawing/2014/main" id="{268F06A8-2025-EC69-3A90-CFE43439D021}"/>
                  </a:ext>
                </a:extLst>
              </p:cNvPr>
              <p:cNvSpPr/>
              <p:nvPr/>
            </p:nvSpPr>
            <p:spPr>
              <a:xfrm>
                <a:off x="1210025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7" name="object 186">
                <a:extLst>
                  <a:ext uri="{FF2B5EF4-FFF2-40B4-BE49-F238E27FC236}">
                    <a16:creationId xmlns:a16="http://schemas.microsoft.com/office/drawing/2014/main" id="{B7B56AB1-7539-8690-C88A-B147A5A3893C}"/>
                  </a:ext>
                </a:extLst>
              </p:cNvPr>
              <p:cNvSpPr/>
              <p:nvPr/>
            </p:nvSpPr>
            <p:spPr>
              <a:xfrm>
                <a:off x="141610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8" name="object 187">
                <a:extLst>
                  <a:ext uri="{FF2B5EF4-FFF2-40B4-BE49-F238E27FC236}">
                    <a16:creationId xmlns:a16="http://schemas.microsoft.com/office/drawing/2014/main" id="{6A690756-EBB6-41EF-1467-CC6E5B4CD470}"/>
                  </a:ext>
                </a:extLst>
              </p:cNvPr>
              <p:cNvSpPr/>
              <p:nvPr/>
            </p:nvSpPr>
            <p:spPr>
              <a:xfrm>
                <a:off x="1416102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9" name="object 188">
                <a:extLst>
                  <a:ext uri="{FF2B5EF4-FFF2-40B4-BE49-F238E27FC236}">
                    <a16:creationId xmlns:a16="http://schemas.microsoft.com/office/drawing/2014/main" id="{C38AD428-CB53-F01D-F414-9963DA3EB133}"/>
                  </a:ext>
                </a:extLst>
              </p:cNvPr>
              <p:cNvSpPr/>
              <p:nvPr/>
            </p:nvSpPr>
            <p:spPr>
              <a:xfrm>
                <a:off x="162219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0" name="object 189">
                <a:extLst>
                  <a:ext uri="{FF2B5EF4-FFF2-40B4-BE49-F238E27FC236}">
                    <a16:creationId xmlns:a16="http://schemas.microsoft.com/office/drawing/2014/main" id="{106C3AD5-F202-A50D-4926-62D14108F4DC}"/>
                  </a:ext>
                </a:extLst>
              </p:cNvPr>
              <p:cNvSpPr/>
              <p:nvPr/>
            </p:nvSpPr>
            <p:spPr>
              <a:xfrm>
                <a:off x="162219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1" name="object 190">
                <a:extLst>
                  <a:ext uri="{FF2B5EF4-FFF2-40B4-BE49-F238E27FC236}">
                    <a16:creationId xmlns:a16="http://schemas.microsoft.com/office/drawing/2014/main" id="{1176B545-8BB6-BBDC-4091-5089770BD3EA}"/>
                  </a:ext>
                </a:extLst>
              </p:cNvPr>
              <p:cNvSpPr/>
              <p:nvPr/>
            </p:nvSpPr>
            <p:spPr>
              <a:xfrm>
                <a:off x="1828270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2" name="object 191">
                <a:extLst>
                  <a:ext uri="{FF2B5EF4-FFF2-40B4-BE49-F238E27FC236}">
                    <a16:creationId xmlns:a16="http://schemas.microsoft.com/office/drawing/2014/main" id="{7CC1F002-BCB3-BC60-1765-19E47AB43B4E}"/>
                  </a:ext>
                </a:extLst>
              </p:cNvPr>
              <p:cNvSpPr/>
              <p:nvPr/>
            </p:nvSpPr>
            <p:spPr>
              <a:xfrm>
                <a:off x="1828270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3" name="object 192">
                <a:extLst>
                  <a:ext uri="{FF2B5EF4-FFF2-40B4-BE49-F238E27FC236}">
                    <a16:creationId xmlns:a16="http://schemas.microsoft.com/office/drawing/2014/main" id="{62F0C431-CE33-B78E-DB48-49E235520B9F}"/>
                  </a:ext>
                </a:extLst>
              </p:cNvPr>
              <p:cNvSpPr/>
              <p:nvPr/>
            </p:nvSpPr>
            <p:spPr>
              <a:xfrm>
                <a:off x="203434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4" name="object 193">
                <a:extLst>
                  <a:ext uri="{FF2B5EF4-FFF2-40B4-BE49-F238E27FC236}">
                    <a16:creationId xmlns:a16="http://schemas.microsoft.com/office/drawing/2014/main" id="{1CA051EE-8E88-CB97-840A-84B0EC95A765}"/>
                  </a:ext>
                </a:extLst>
              </p:cNvPr>
              <p:cNvSpPr/>
              <p:nvPr/>
            </p:nvSpPr>
            <p:spPr>
              <a:xfrm>
                <a:off x="203434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5" name="object 194">
                <a:extLst>
                  <a:ext uri="{FF2B5EF4-FFF2-40B4-BE49-F238E27FC236}">
                    <a16:creationId xmlns:a16="http://schemas.microsoft.com/office/drawing/2014/main" id="{717D1ECE-6891-05B2-5CBA-02CBAAFC9211}"/>
                  </a:ext>
                </a:extLst>
              </p:cNvPr>
              <p:cNvSpPr/>
              <p:nvPr/>
            </p:nvSpPr>
            <p:spPr>
              <a:xfrm>
                <a:off x="224044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6" name="object 195">
                <a:extLst>
                  <a:ext uri="{FF2B5EF4-FFF2-40B4-BE49-F238E27FC236}">
                    <a16:creationId xmlns:a16="http://schemas.microsoft.com/office/drawing/2014/main" id="{4DECBC89-91F9-5F94-509B-D4C519EAD81E}"/>
                  </a:ext>
                </a:extLst>
              </p:cNvPr>
              <p:cNvSpPr/>
              <p:nvPr/>
            </p:nvSpPr>
            <p:spPr>
              <a:xfrm>
                <a:off x="2240443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7" name="object 196">
                <a:extLst>
                  <a:ext uri="{FF2B5EF4-FFF2-40B4-BE49-F238E27FC236}">
                    <a16:creationId xmlns:a16="http://schemas.microsoft.com/office/drawing/2014/main" id="{3A10ABE3-CA64-286A-4A83-78592CB30BC1}"/>
                  </a:ext>
                </a:extLst>
              </p:cNvPr>
              <p:cNvSpPr/>
              <p:nvPr/>
            </p:nvSpPr>
            <p:spPr>
              <a:xfrm>
                <a:off x="2446524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8" name="object 197">
                <a:extLst>
                  <a:ext uri="{FF2B5EF4-FFF2-40B4-BE49-F238E27FC236}">
                    <a16:creationId xmlns:a16="http://schemas.microsoft.com/office/drawing/2014/main" id="{211E4BEC-1789-2244-4F63-06A1B3F19569}"/>
                  </a:ext>
                </a:extLst>
              </p:cNvPr>
              <p:cNvSpPr/>
              <p:nvPr/>
            </p:nvSpPr>
            <p:spPr>
              <a:xfrm>
                <a:off x="797851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9" name="object 198">
                <a:extLst>
                  <a:ext uri="{FF2B5EF4-FFF2-40B4-BE49-F238E27FC236}">
                    <a16:creationId xmlns:a16="http://schemas.microsoft.com/office/drawing/2014/main" id="{215D5C9A-16A9-C79E-CAA3-57910F0FF4EE}"/>
                  </a:ext>
                </a:extLst>
              </p:cNvPr>
              <p:cNvSpPr/>
              <p:nvPr/>
            </p:nvSpPr>
            <p:spPr>
              <a:xfrm>
                <a:off x="797851" y="2214837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0" name="object 199">
                <a:extLst>
                  <a:ext uri="{FF2B5EF4-FFF2-40B4-BE49-F238E27FC236}">
                    <a16:creationId xmlns:a16="http://schemas.microsoft.com/office/drawing/2014/main" id="{D4A83C44-A4D5-BA09-E1CE-4A8571038BC2}"/>
                  </a:ext>
                </a:extLst>
              </p:cNvPr>
              <p:cNvSpPr/>
              <p:nvPr/>
            </p:nvSpPr>
            <p:spPr>
              <a:xfrm>
                <a:off x="797851" y="566165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200">
              <a:extLst>
                <a:ext uri="{FF2B5EF4-FFF2-40B4-BE49-F238E27FC236}">
                  <a16:creationId xmlns:a16="http://schemas.microsoft.com/office/drawing/2014/main" id="{C2C42A48-FD34-9B63-EB35-0EE20FD5E24B}"/>
                </a:ext>
              </a:extLst>
            </p:cNvPr>
            <p:cNvSpPr txBox="1"/>
            <p:nvPr/>
          </p:nvSpPr>
          <p:spPr>
            <a:xfrm>
              <a:off x="1155262" y="2142121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12" name="object 201">
              <a:extLst>
                <a:ext uri="{FF2B5EF4-FFF2-40B4-BE49-F238E27FC236}">
                  <a16:creationId xmlns:a16="http://schemas.microsoft.com/office/drawing/2014/main" id="{CD85A712-FBAE-7997-7C23-2EB25C070950}"/>
                </a:ext>
              </a:extLst>
            </p:cNvPr>
            <p:cNvSpPr txBox="1"/>
            <p:nvPr/>
          </p:nvSpPr>
          <p:spPr>
            <a:xfrm>
              <a:off x="5240234" y="3908595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  <p:grpSp>
          <p:nvGrpSpPr>
            <p:cNvPr id="213" name="object 202">
              <a:extLst>
                <a:ext uri="{FF2B5EF4-FFF2-40B4-BE49-F238E27FC236}">
                  <a16:creationId xmlns:a16="http://schemas.microsoft.com/office/drawing/2014/main" id="{FF9E1D53-2EC9-D19B-FA4D-38E75273E02E}"/>
                </a:ext>
              </a:extLst>
            </p:cNvPr>
            <p:cNvGrpSpPr/>
            <p:nvPr/>
          </p:nvGrpSpPr>
          <p:grpSpPr>
            <a:xfrm>
              <a:off x="1707719" y="1635114"/>
              <a:ext cx="3474628" cy="2622413"/>
              <a:chOff x="806593" y="773651"/>
              <a:chExt cx="1644014" cy="1240790"/>
            </a:xfrm>
          </p:grpSpPr>
          <p:sp>
            <p:nvSpPr>
              <p:cNvPr id="214" name="object 203">
                <a:extLst>
                  <a:ext uri="{FF2B5EF4-FFF2-40B4-BE49-F238E27FC236}">
                    <a16:creationId xmlns:a16="http://schemas.microsoft.com/office/drawing/2014/main" id="{173E7ADF-9C0D-C44B-52D3-7FEB785AD0B3}"/>
                  </a:ext>
                </a:extLst>
              </p:cNvPr>
              <p:cNvSpPr/>
              <p:nvPr/>
            </p:nvSpPr>
            <p:spPr>
              <a:xfrm>
                <a:off x="812397" y="108273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24" y="3534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215" name="object 204">
                <a:extLst>
                  <a:ext uri="{FF2B5EF4-FFF2-40B4-BE49-F238E27FC236}">
                    <a16:creationId xmlns:a16="http://schemas.microsoft.com/office/drawing/2014/main" id="{0E486261-EDAB-34AB-D893-1F07D37E556D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6" name="object 205">
                <a:extLst>
                  <a:ext uri="{FF2B5EF4-FFF2-40B4-BE49-F238E27FC236}">
                    <a16:creationId xmlns:a16="http://schemas.microsoft.com/office/drawing/2014/main" id="{0F7DF025-216C-7948-2143-AA8EA267E391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0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7" name="object 206">
                <a:extLst>
                  <a:ext uri="{FF2B5EF4-FFF2-40B4-BE49-F238E27FC236}">
                    <a16:creationId xmlns:a16="http://schemas.microsoft.com/office/drawing/2014/main" id="{E9EB3DC1-399D-8787-6DB5-52D17E541E2D}"/>
                  </a:ext>
                </a:extLst>
              </p:cNvPr>
              <p:cNvSpPr/>
              <p:nvPr/>
            </p:nvSpPr>
            <p:spPr>
              <a:xfrm>
                <a:off x="1230299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8" name="object 207">
                <a:extLst>
                  <a:ext uri="{FF2B5EF4-FFF2-40B4-BE49-F238E27FC236}">
                    <a16:creationId xmlns:a16="http://schemas.microsoft.com/office/drawing/2014/main" id="{6C4E008A-F966-C101-5468-4AB5156D3F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9" name="object 208">
                <a:extLst>
                  <a:ext uri="{FF2B5EF4-FFF2-40B4-BE49-F238E27FC236}">
                    <a16:creationId xmlns:a16="http://schemas.microsoft.com/office/drawing/2014/main" id="{FDCA1730-3F58-EAD5-79A6-9D191FAFE9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0" name="object 209">
                <a:extLst>
                  <a:ext uri="{FF2B5EF4-FFF2-40B4-BE49-F238E27FC236}">
                    <a16:creationId xmlns:a16="http://schemas.microsoft.com/office/drawing/2014/main" id="{4DF31AE0-4003-824D-1465-589D86433D91}"/>
                  </a:ext>
                </a:extLst>
              </p:cNvPr>
              <p:cNvSpPr/>
              <p:nvPr/>
            </p:nvSpPr>
            <p:spPr>
              <a:xfrm>
                <a:off x="1439250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1" name="object 210">
                <a:extLst>
                  <a:ext uri="{FF2B5EF4-FFF2-40B4-BE49-F238E27FC236}">
                    <a16:creationId xmlns:a16="http://schemas.microsoft.com/office/drawing/2014/main" id="{DD99B60D-BA4D-8BEF-EA15-92475D62CA2F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2" name="object 211">
                <a:extLst>
                  <a:ext uri="{FF2B5EF4-FFF2-40B4-BE49-F238E27FC236}">
                    <a16:creationId xmlns:a16="http://schemas.microsoft.com/office/drawing/2014/main" id="{EDFB6CC1-9160-CBF5-D369-030CBB93E428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3" name="object 212">
                <a:extLst>
                  <a:ext uri="{FF2B5EF4-FFF2-40B4-BE49-F238E27FC236}">
                    <a16:creationId xmlns:a16="http://schemas.microsoft.com/office/drawing/2014/main" id="{F1B2C0F2-ED4B-C192-A3DD-F4097C7EA588}"/>
                  </a:ext>
                </a:extLst>
              </p:cNvPr>
              <p:cNvSpPr/>
              <p:nvPr/>
            </p:nvSpPr>
            <p:spPr>
              <a:xfrm>
                <a:off x="1648201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4" name="object 213">
                <a:extLst>
                  <a:ext uri="{FF2B5EF4-FFF2-40B4-BE49-F238E27FC236}">
                    <a16:creationId xmlns:a16="http://schemas.microsoft.com/office/drawing/2014/main" id="{2433C0DB-EC09-229D-8E4E-9B3C603B2243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5" name="object 214">
                <a:extLst>
                  <a:ext uri="{FF2B5EF4-FFF2-40B4-BE49-F238E27FC236}">
                    <a16:creationId xmlns:a16="http://schemas.microsoft.com/office/drawing/2014/main" id="{363F96AE-98FE-925A-DDC5-5DB95F24216B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6" name="object 215">
                <a:extLst>
                  <a:ext uri="{FF2B5EF4-FFF2-40B4-BE49-F238E27FC236}">
                    <a16:creationId xmlns:a16="http://schemas.microsoft.com/office/drawing/2014/main" id="{43BC019F-64D8-6010-B5D7-ED5AF462EA34}"/>
                  </a:ext>
                </a:extLst>
              </p:cNvPr>
              <p:cNvSpPr/>
              <p:nvPr/>
            </p:nvSpPr>
            <p:spPr>
              <a:xfrm>
                <a:off x="1857152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7" name="object 216">
                <a:extLst>
                  <a:ext uri="{FF2B5EF4-FFF2-40B4-BE49-F238E27FC236}">
                    <a16:creationId xmlns:a16="http://schemas.microsoft.com/office/drawing/2014/main" id="{77119DFB-456E-BCF6-44C8-7AF7581F564B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8" name="object 217">
                <a:extLst>
                  <a:ext uri="{FF2B5EF4-FFF2-40B4-BE49-F238E27FC236}">
                    <a16:creationId xmlns:a16="http://schemas.microsoft.com/office/drawing/2014/main" id="{1802D0BC-1A85-F95F-B96E-F681D4A8DA43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9" name="object 218">
                <a:extLst>
                  <a:ext uri="{FF2B5EF4-FFF2-40B4-BE49-F238E27FC236}">
                    <a16:creationId xmlns:a16="http://schemas.microsoft.com/office/drawing/2014/main" id="{E70C33EA-C2D7-F5BF-BF7F-4475ADD6BF25}"/>
                  </a:ext>
                </a:extLst>
              </p:cNvPr>
              <p:cNvSpPr/>
              <p:nvPr/>
            </p:nvSpPr>
            <p:spPr>
              <a:xfrm>
                <a:off x="2139483" y="988406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0" name="object 219">
                <a:extLst>
                  <a:ext uri="{FF2B5EF4-FFF2-40B4-BE49-F238E27FC236}">
                    <a16:creationId xmlns:a16="http://schemas.microsoft.com/office/drawing/2014/main" id="{24CED901-5E01-4F61-0C1E-69CD63EA8E99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1" name="object 220">
                <a:extLst>
                  <a:ext uri="{FF2B5EF4-FFF2-40B4-BE49-F238E27FC236}">
                    <a16:creationId xmlns:a16="http://schemas.microsoft.com/office/drawing/2014/main" id="{2E6D7E9A-016D-D747-0A38-FECDCA0F3DCE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2" name="object 221">
                <a:extLst>
                  <a:ext uri="{FF2B5EF4-FFF2-40B4-BE49-F238E27FC236}">
                    <a16:creationId xmlns:a16="http://schemas.microsoft.com/office/drawing/2014/main" id="{C6D39D1A-79E1-36AE-21DA-7F7481FD4456}"/>
                  </a:ext>
                </a:extLst>
              </p:cNvPr>
              <p:cNvSpPr/>
              <p:nvPr/>
            </p:nvSpPr>
            <p:spPr>
              <a:xfrm>
                <a:off x="1930532" y="1197357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3" name="object 222">
                <a:extLst>
                  <a:ext uri="{FF2B5EF4-FFF2-40B4-BE49-F238E27FC236}">
                    <a16:creationId xmlns:a16="http://schemas.microsoft.com/office/drawing/2014/main" id="{C219DE7B-A82E-F456-9E38-35EA301CDD5B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4" name="object 223">
                <a:extLst>
                  <a:ext uri="{FF2B5EF4-FFF2-40B4-BE49-F238E27FC236}">
                    <a16:creationId xmlns:a16="http://schemas.microsoft.com/office/drawing/2014/main" id="{2A45B26F-1738-51FA-310E-A95BA58950F5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5" name="object 224">
                <a:extLst>
                  <a:ext uri="{FF2B5EF4-FFF2-40B4-BE49-F238E27FC236}">
                    <a16:creationId xmlns:a16="http://schemas.microsoft.com/office/drawing/2014/main" id="{388B85C0-72DC-F3E3-22BB-4DE487A9E3AA}"/>
                  </a:ext>
                </a:extLst>
              </p:cNvPr>
              <p:cNvSpPr/>
              <p:nvPr/>
            </p:nvSpPr>
            <p:spPr>
              <a:xfrm>
                <a:off x="1924728" y="1406308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6" name="object 225">
                <a:extLst>
                  <a:ext uri="{FF2B5EF4-FFF2-40B4-BE49-F238E27FC236}">
                    <a16:creationId xmlns:a16="http://schemas.microsoft.com/office/drawing/2014/main" id="{6E84A293-B785-B3AF-67FF-0D8CAF80EBEA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7" name="object 226">
                <a:extLst>
                  <a:ext uri="{FF2B5EF4-FFF2-40B4-BE49-F238E27FC236}">
                    <a16:creationId xmlns:a16="http://schemas.microsoft.com/office/drawing/2014/main" id="{7FD562CA-1324-5D2A-114B-95B7A63C3B34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8" name="object 227">
                <a:extLst>
                  <a:ext uri="{FF2B5EF4-FFF2-40B4-BE49-F238E27FC236}">
                    <a16:creationId xmlns:a16="http://schemas.microsoft.com/office/drawing/2014/main" id="{3B5D0D4A-1F9C-2B7B-C0DD-01C897923E4A}"/>
                  </a:ext>
                </a:extLst>
              </p:cNvPr>
              <p:cNvSpPr/>
              <p:nvPr/>
            </p:nvSpPr>
            <p:spPr>
              <a:xfrm>
                <a:off x="2139483" y="161525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4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9" name="object 228">
                <a:extLst>
                  <a:ext uri="{FF2B5EF4-FFF2-40B4-BE49-F238E27FC236}">
                    <a16:creationId xmlns:a16="http://schemas.microsoft.com/office/drawing/2014/main" id="{C14E86AB-C427-B78B-0D3F-4952DE6D294C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0" name="object 229">
                <a:extLst>
                  <a:ext uri="{FF2B5EF4-FFF2-40B4-BE49-F238E27FC236}">
                    <a16:creationId xmlns:a16="http://schemas.microsoft.com/office/drawing/2014/main" id="{EE54938F-44EA-93F2-8A3D-58901CEC4A45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1" name="object 230">
                <a:extLst>
                  <a:ext uri="{FF2B5EF4-FFF2-40B4-BE49-F238E27FC236}">
                    <a16:creationId xmlns:a16="http://schemas.microsoft.com/office/drawing/2014/main" id="{173D9086-639A-1CAC-655F-3F5576FC096B}"/>
                  </a:ext>
                </a:extLst>
              </p:cNvPr>
              <p:cNvSpPr/>
              <p:nvPr/>
            </p:nvSpPr>
            <p:spPr>
              <a:xfrm>
                <a:off x="2139483" y="779455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31">
                <a:extLst>
                  <a:ext uri="{FF2B5EF4-FFF2-40B4-BE49-F238E27FC236}">
                    <a16:creationId xmlns:a16="http://schemas.microsoft.com/office/drawing/2014/main" id="{827CCBCA-A194-D436-C45A-B57E6207F745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32">
                <a:extLst>
                  <a:ext uri="{FF2B5EF4-FFF2-40B4-BE49-F238E27FC236}">
                    <a16:creationId xmlns:a16="http://schemas.microsoft.com/office/drawing/2014/main" id="{45AFC016-D737-5153-09D3-57BDFED9E98A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33">
                <a:extLst>
                  <a:ext uri="{FF2B5EF4-FFF2-40B4-BE49-F238E27FC236}">
                    <a16:creationId xmlns:a16="http://schemas.microsoft.com/office/drawing/2014/main" id="{4593AE9A-5044-F8EA-8A35-1116AC757592}"/>
                  </a:ext>
                </a:extLst>
              </p:cNvPr>
              <p:cNvSpPr/>
              <p:nvPr/>
            </p:nvSpPr>
            <p:spPr>
              <a:xfrm>
                <a:off x="1857152" y="170388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34">
                <a:extLst>
                  <a:ext uri="{FF2B5EF4-FFF2-40B4-BE49-F238E27FC236}">
                    <a16:creationId xmlns:a16="http://schemas.microsoft.com/office/drawing/2014/main" id="{4C1E7BA3-F9D8-D6C6-1B35-2847E97E1AF5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35">
                <a:extLst>
                  <a:ext uri="{FF2B5EF4-FFF2-40B4-BE49-F238E27FC236}">
                    <a16:creationId xmlns:a16="http://schemas.microsoft.com/office/drawing/2014/main" id="{E2C9D9DA-177E-F6A1-5851-823735C597D3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36">
                <a:extLst>
                  <a:ext uri="{FF2B5EF4-FFF2-40B4-BE49-F238E27FC236}">
                    <a16:creationId xmlns:a16="http://schemas.microsoft.com/office/drawing/2014/main" id="{066B4F33-5C58-0787-30CB-3ECC1D2306FC}"/>
                  </a:ext>
                </a:extLst>
              </p:cNvPr>
              <p:cNvSpPr/>
              <p:nvPr/>
            </p:nvSpPr>
            <p:spPr>
              <a:xfrm>
                <a:off x="2063237" y="1908606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37">
                <a:extLst>
                  <a:ext uri="{FF2B5EF4-FFF2-40B4-BE49-F238E27FC236}">
                    <a16:creationId xmlns:a16="http://schemas.microsoft.com/office/drawing/2014/main" id="{2735B323-B24E-2D87-6ADB-6BD804225CE3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38">
                <a:extLst>
                  <a:ext uri="{FF2B5EF4-FFF2-40B4-BE49-F238E27FC236}">
                    <a16:creationId xmlns:a16="http://schemas.microsoft.com/office/drawing/2014/main" id="{F594F4D8-FA07-C0DE-8A6D-E0A4383494AD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39">
                <a:extLst>
                  <a:ext uri="{FF2B5EF4-FFF2-40B4-BE49-F238E27FC236}">
                    <a16:creationId xmlns:a16="http://schemas.microsoft.com/office/drawing/2014/main" id="{BE133994-E4DB-3DB7-EAD5-817AABBB9733}"/>
                  </a:ext>
                </a:extLst>
              </p:cNvPr>
              <p:cNvSpPr/>
              <p:nvPr/>
            </p:nvSpPr>
            <p:spPr>
              <a:xfrm>
                <a:off x="2269322" y="190437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40">
                <a:extLst>
                  <a:ext uri="{FF2B5EF4-FFF2-40B4-BE49-F238E27FC236}">
                    <a16:creationId xmlns:a16="http://schemas.microsoft.com/office/drawing/2014/main" id="{B61FBD83-9B9E-119A-FC0B-FC72AB45E0C2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41">
                <a:extLst>
                  <a:ext uri="{FF2B5EF4-FFF2-40B4-BE49-F238E27FC236}">
                    <a16:creationId xmlns:a16="http://schemas.microsoft.com/office/drawing/2014/main" id="{2B20BFBF-2304-2679-5036-551D6518A7F1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42">
                <a:extLst>
                  <a:ext uri="{FF2B5EF4-FFF2-40B4-BE49-F238E27FC236}">
                    <a16:creationId xmlns:a16="http://schemas.microsoft.com/office/drawing/2014/main" id="{713A4018-5630-BF56-27A2-36FD55BF157B}"/>
                  </a:ext>
                </a:extLst>
              </p:cNvPr>
              <p:cNvSpPr/>
              <p:nvPr/>
            </p:nvSpPr>
            <p:spPr>
              <a:xfrm>
                <a:off x="1018784" y="1902802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43">
                <a:extLst>
                  <a:ext uri="{FF2B5EF4-FFF2-40B4-BE49-F238E27FC236}">
                    <a16:creationId xmlns:a16="http://schemas.microsoft.com/office/drawing/2014/main" id="{C6981777-5C85-6B1F-85EB-5459185CB50C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44">
                <a:extLst>
                  <a:ext uri="{FF2B5EF4-FFF2-40B4-BE49-F238E27FC236}">
                    <a16:creationId xmlns:a16="http://schemas.microsoft.com/office/drawing/2014/main" id="{A600BB7C-AE94-79CA-3826-B29F6CD4EAC2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45">
                <a:extLst>
                  <a:ext uri="{FF2B5EF4-FFF2-40B4-BE49-F238E27FC236}">
                    <a16:creationId xmlns:a16="http://schemas.microsoft.com/office/drawing/2014/main" id="{27740AA3-4CC0-66B6-4657-0D859F858A22}"/>
                  </a:ext>
                </a:extLst>
              </p:cNvPr>
              <p:cNvSpPr/>
              <p:nvPr/>
            </p:nvSpPr>
            <p:spPr>
              <a:xfrm>
                <a:off x="1215753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46">
                <a:extLst>
                  <a:ext uri="{FF2B5EF4-FFF2-40B4-BE49-F238E27FC236}">
                    <a16:creationId xmlns:a16="http://schemas.microsoft.com/office/drawing/2014/main" id="{3992CC8F-DEB7-16E5-9E41-C18810B07A8C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47">
                <a:extLst>
                  <a:ext uri="{FF2B5EF4-FFF2-40B4-BE49-F238E27FC236}">
                    <a16:creationId xmlns:a16="http://schemas.microsoft.com/office/drawing/2014/main" id="{4C0B2A28-1192-C42F-A4FA-3B50A8E6E9FF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48">
                <a:extLst>
                  <a:ext uri="{FF2B5EF4-FFF2-40B4-BE49-F238E27FC236}">
                    <a16:creationId xmlns:a16="http://schemas.microsoft.com/office/drawing/2014/main" id="{56485DB8-703C-1346-7801-74554FD388C9}"/>
                  </a:ext>
                </a:extLst>
              </p:cNvPr>
              <p:cNvSpPr/>
              <p:nvPr/>
            </p:nvSpPr>
            <p:spPr>
              <a:xfrm>
                <a:off x="1021348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49">
                <a:extLst>
                  <a:ext uri="{FF2B5EF4-FFF2-40B4-BE49-F238E27FC236}">
                    <a16:creationId xmlns:a16="http://schemas.microsoft.com/office/drawing/2014/main" id="{4F20AA84-BB6F-8BEC-FDF1-4F797A170C9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1" name="object 250">
                <a:extLst>
                  <a:ext uri="{FF2B5EF4-FFF2-40B4-BE49-F238E27FC236}">
                    <a16:creationId xmlns:a16="http://schemas.microsoft.com/office/drawing/2014/main" id="{FBC7E0A3-B0B6-B09E-69F8-80A23743C92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51">
                <a:extLst>
                  <a:ext uri="{FF2B5EF4-FFF2-40B4-BE49-F238E27FC236}">
                    <a16:creationId xmlns:a16="http://schemas.microsoft.com/office/drawing/2014/main" id="{891C4DAE-66DB-F01B-5E94-7A1ED8ADA398}"/>
                  </a:ext>
                </a:extLst>
              </p:cNvPr>
              <p:cNvSpPr/>
              <p:nvPr/>
            </p:nvSpPr>
            <p:spPr>
              <a:xfrm>
                <a:off x="1104072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3" name="object 252">
                <a:extLst>
                  <a:ext uri="{FF2B5EF4-FFF2-40B4-BE49-F238E27FC236}">
                    <a16:creationId xmlns:a16="http://schemas.microsoft.com/office/drawing/2014/main" id="{950F2CEF-E32F-3A26-C3B6-2563710E9D78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53">
                <a:extLst>
                  <a:ext uri="{FF2B5EF4-FFF2-40B4-BE49-F238E27FC236}">
                    <a16:creationId xmlns:a16="http://schemas.microsoft.com/office/drawing/2014/main" id="{094E5C79-1543-4E2D-DEBC-81297619D00D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54">
                <a:extLst>
                  <a:ext uri="{FF2B5EF4-FFF2-40B4-BE49-F238E27FC236}">
                    <a16:creationId xmlns:a16="http://schemas.microsoft.com/office/drawing/2014/main" id="{82CC9DFE-5351-171F-1A7E-CECF2DA0BDC0}"/>
                  </a:ext>
                </a:extLst>
              </p:cNvPr>
              <p:cNvSpPr/>
              <p:nvPr/>
            </p:nvSpPr>
            <p:spPr>
              <a:xfrm>
                <a:off x="1104072" y="1267962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55">
                <a:extLst>
                  <a:ext uri="{FF2B5EF4-FFF2-40B4-BE49-F238E27FC236}">
                    <a16:creationId xmlns:a16="http://schemas.microsoft.com/office/drawing/2014/main" id="{BC9B95C8-000E-FDA2-28FA-A851B0D4C854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7" name="object 256">
                <a:extLst>
                  <a:ext uri="{FF2B5EF4-FFF2-40B4-BE49-F238E27FC236}">
                    <a16:creationId xmlns:a16="http://schemas.microsoft.com/office/drawing/2014/main" id="{38177452-8C0B-53A1-AE6E-6881EABDE5BD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257">
                <a:extLst>
                  <a:ext uri="{FF2B5EF4-FFF2-40B4-BE49-F238E27FC236}">
                    <a16:creationId xmlns:a16="http://schemas.microsoft.com/office/drawing/2014/main" id="{765D0A96-DA28-8F82-52A1-A84D491AB765}"/>
                  </a:ext>
                </a:extLst>
              </p:cNvPr>
              <p:cNvSpPr/>
              <p:nvPr/>
            </p:nvSpPr>
            <p:spPr>
              <a:xfrm>
                <a:off x="1313023" y="147110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258">
                <a:extLst>
                  <a:ext uri="{FF2B5EF4-FFF2-40B4-BE49-F238E27FC236}">
                    <a16:creationId xmlns:a16="http://schemas.microsoft.com/office/drawing/2014/main" id="{247EF0A4-E82A-42FD-DC27-919406BCA328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259">
                <a:extLst>
                  <a:ext uri="{FF2B5EF4-FFF2-40B4-BE49-F238E27FC236}">
                    <a16:creationId xmlns:a16="http://schemas.microsoft.com/office/drawing/2014/main" id="{832D0A86-1AEC-CAD2-F725-2261E3BDC2E5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260">
                <a:extLst>
                  <a:ext uri="{FF2B5EF4-FFF2-40B4-BE49-F238E27FC236}">
                    <a16:creationId xmlns:a16="http://schemas.microsoft.com/office/drawing/2014/main" id="{31ED7726-A7B4-4AF1-1378-4073410093B8}"/>
                  </a:ext>
                </a:extLst>
              </p:cNvPr>
              <p:cNvSpPr/>
              <p:nvPr/>
            </p:nvSpPr>
            <p:spPr>
              <a:xfrm>
                <a:off x="1521975" y="168006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261">
                <a:extLst>
                  <a:ext uri="{FF2B5EF4-FFF2-40B4-BE49-F238E27FC236}">
                    <a16:creationId xmlns:a16="http://schemas.microsoft.com/office/drawing/2014/main" id="{2E218710-ACB5-0E19-2F32-044875BA1A8D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262">
                <a:extLst>
                  <a:ext uri="{FF2B5EF4-FFF2-40B4-BE49-F238E27FC236}">
                    <a16:creationId xmlns:a16="http://schemas.microsoft.com/office/drawing/2014/main" id="{7D575244-6143-80D8-D393-FAFAF2ABA40A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263">
                <a:extLst>
                  <a:ext uri="{FF2B5EF4-FFF2-40B4-BE49-F238E27FC236}">
                    <a16:creationId xmlns:a16="http://schemas.microsoft.com/office/drawing/2014/main" id="{E9276D00-8BC4-52D9-8509-BC70D5827263}"/>
                  </a:ext>
                </a:extLst>
              </p:cNvPr>
              <p:cNvSpPr/>
              <p:nvPr/>
            </p:nvSpPr>
            <p:spPr>
              <a:xfrm>
                <a:off x="1516170" y="188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264">
                <a:extLst>
                  <a:ext uri="{FF2B5EF4-FFF2-40B4-BE49-F238E27FC236}">
                    <a16:creationId xmlns:a16="http://schemas.microsoft.com/office/drawing/2014/main" id="{EB3D6CAE-3A94-12B0-C3DA-ADE6BF87C0EF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265">
                <a:extLst>
                  <a:ext uri="{FF2B5EF4-FFF2-40B4-BE49-F238E27FC236}">
                    <a16:creationId xmlns:a16="http://schemas.microsoft.com/office/drawing/2014/main" id="{0B4FFACA-4E17-B276-EBCE-E70B422C9F03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266">
                <a:extLst>
                  <a:ext uri="{FF2B5EF4-FFF2-40B4-BE49-F238E27FC236}">
                    <a16:creationId xmlns:a16="http://schemas.microsoft.com/office/drawing/2014/main" id="{AD3D4581-893D-A835-DAA3-C968EC1D1012}"/>
                  </a:ext>
                </a:extLst>
              </p:cNvPr>
              <p:cNvSpPr/>
              <p:nvPr/>
            </p:nvSpPr>
            <p:spPr>
              <a:xfrm>
                <a:off x="1106369" y="160963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3540" y="0"/>
                    </a:moveTo>
                    <a:lnTo>
                      <a:pt x="0" y="119641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267">
                <a:extLst>
                  <a:ext uri="{FF2B5EF4-FFF2-40B4-BE49-F238E27FC236}">
                    <a16:creationId xmlns:a16="http://schemas.microsoft.com/office/drawing/2014/main" id="{BE663C01-1EE5-18F1-128F-029A775539B6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9" name="object 268">
                <a:extLst>
                  <a:ext uri="{FF2B5EF4-FFF2-40B4-BE49-F238E27FC236}">
                    <a16:creationId xmlns:a16="http://schemas.microsoft.com/office/drawing/2014/main" id="{5A11BD6F-E208-52C5-B57A-AD2713251894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269">
                <a:extLst>
                  <a:ext uri="{FF2B5EF4-FFF2-40B4-BE49-F238E27FC236}">
                    <a16:creationId xmlns:a16="http://schemas.microsoft.com/office/drawing/2014/main" id="{3D2968EE-86AB-FF0F-631F-AD3F59646C53}"/>
                  </a:ext>
                </a:extLst>
              </p:cNvPr>
              <p:cNvSpPr/>
              <p:nvPr/>
            </p:nvSpPr>
            <p:spPr>
              <a:xfrm>
                <a:off x="1708495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1" name="object 270">
                <a:extLst>
                  <a:ext uri="{FF2B5EF4-FFF2-40B4-BE49-F238E27FC236}">
                    <a16:creationId xmlns:a16="http://schemas.microsoft.com/office/drawing/2014/main" id="{93AAB0CB-1DA7-17C0-DD13-3264B0C44442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271">
                <a:extLst>
                  <a:ext uri="{FF2B5EF4-FFF2-40B4-BE49-F238E27FC236}">
                    <a16:creationId xmlns:a16="http://schemas.microsoft.com/office/drawing/2014/main" id="{8E5F92E2-5532-7EBC-8084-097793D6E5BC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272">
                <a:extLst>
                  <a:ext uri="{FF2B5EF4-FFF2-40B4-BE49-F238E27FC236}">
                    <a16:creationId xmlns:a16="http://schemas.microsoft.com/office/drawing/2014/main" id="{E1EF2274-EF6C-49E0-F407-5F64EAEA83CC}"/>
                  </a:ext>
                </a:extLst>
              </p:cNvPr>
              <p:cNvSpPr/>
              <p:nvPr/>
            </p:nvSpPr>
            <p:spPr>
              <a:xfrm>
                <a:off x="1493113" y="148918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273">
                <a:extLst>
                  <a:ext uri="{FF2B5EF4-FFF2-40B4-BE49-F238E27FC236}">
                    <a16:creationId xmlns:a16="http://schemas.microsoft.com/office/drawing/2014/main" id="{3EFFDAE1-8ED1-5E5E-FD64-1F3D582F0AB3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5" name="object 274">
                <a:extLst>
                  <a:ext uri="{FF2B5EF4-FFF2-40B4-BE49-F238E27FC236}">
                    <a16:creationId xmlns:a16="http://schemas.microsoft.com/office/drawing/2014/main" id="{4A84CFB4-8EA2-0E88-E5E7-52A1765B923D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275">
                <a:extLst>
                  <a:ext uri="{FF2B5EF4-FFF2-40B4-BE49-F238E27FC236}">
                    <a16:creationId xmlns:a16="http://schemas.microsoft.com/office/drawing/2014/main" id="{C705976A-E826-9CE2-F144-FDBEFC29E097}"/>
                  </a:ext>
                </a:extLst>
              </p:cNvPr>
              <p:cNvSpPr/>
              <p:nvPr/>
            </p:nvSpPr>
            <p:spPr>
              <a:xfrm>
                <a:off x="1277731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276">
                <a:extLst>
                  <a:ext uri="{FF2B5EF4-FFF2-40B4-BE49-F238E27FC236}">
                    <a16:creationId xmlns:a16="http://schemas.microsoft.com/office/drawing/2014/main" id="{D3258DDB-ECDC-DEE5-99C7-861A88E3E49E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277">
                <a:extLst>
                  <a:ext uri="{FF2B5EF4-FFF2-40B4-BE49-F238E27FC236}">
                    <a16:creationId xmlns:a16="http://schemas.microsoft.com/office/drawing/2014/main" id="{090AA33C-FF81-ED71-8663-39BD8EC89776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9" name="object 278">
                <a:extLst>
                  <a:ext uri="{FF2B5EF4-FFF2-40B4-BE49-F238E27FC236}">
                    <a16:creationId xmlns:a16="http://schemas.microsoft.com/office/drawing/2014/main" id="{62CCEFB6-23FF-AEEC-DBAA-60A60026FB00}"/>
                  </a:ext>
                </a:extLst>
              </p:cNvPr>
              <p:cNvSpPr/>
              <p:nvPr/>
            </p:nvSpPr>
            <p:spPr>
              <a:xfrm>
                <a:off x="2100825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279">
                <a:extLst>
                  <a:ext uri="{FF2B5EF4-FFF2-40B4-BE49-F238E27FC236}">
                    <a16:creationId xmlns:a16="http://schemas.microsoft.com/office/drawing/2014/main" id="{C0103B4C-94F7-208B-2138-E9A76125C877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280">
                <a:extLst>
                  <a:ext uri="{FF2B5EF4-FFF2-40B4-BE49-F238E27FC236}">
                    <a16:creationId xmlns:a16="http://schemas.microsoft.com/office/drawing/2014/main" id="{4808F7A4-C67C-BC9A-1555-1AE1F7D76AF1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281">
                <a:extLst>
                  <a:ext uri="{FF2B5EF4-FFF2-40B4-BE49-F238E27FC236}">
                    <a16:creationId xmlns:a16="http://schemas.microsoft.com/office/drawing/2014/main" id="{5821D9DD-D70F-6394-28F0-0F7F7D802C95}"/>
                  </a:ext>
                </a:extLst>
              </p:cNvPr>
              <p:cNvSpPr/>
              <p:nvPr/>
            </p:nvSpPr>
            <p:spPr>
              <a:xfrm>
                <a:off x="1726587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282">
                <a:extLst>
                  <a:ext uri="{FF2B5EF4-FFF2-40B4-BE49-F238E27FC236}">
                    <a16:creationId xmlns:a16="http://schemas.microsoft.com/office/drawing/2014/main" id="{8BAFA88F-DFE0-FA37-0F8A-C8F5DF28A743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283">
                <a:extLst>
                  <a:ext uri="{FF2B5EF4-FFF2-40B4-BE49-F238E27FC236}">
                    <a16:creationId xmlns:a16="http://schemas.microsoft.com/office/drawing/2014/main" id="{5319257C-4246-F8E3-B173-1885D35FEBFA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dirty="0"/>
                </a:br>
                <a:endParaRPr lang="en-US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8350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EFF19-23C6-CE71-5DE4-5843C7B3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0132-6975-6582-CA94-8DC0A5EB2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68674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Maze Example: RL-Solution as a Value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 Numbers represent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400" dirty="0"/>
                  <a:t>: Each step costs 1, i.e.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E811A3C6-7402-311F-0B3B-1C2F78E017B4}"/>
              </a:ext>
            </a:extLst>
          </p:cNvPr>
          <p:cNvSpPr txBox="1"/>
          <p:nvPr/>
        </p:nvSpPr>
        <p:spPr>
          <a:xfrm>
            <a:off x="6389028" y="3064341"/>
            <a:ext cx="4437189" cy="14773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agent chooses actions to move to states with better state value.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policy is implicitly defined by the state values.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7E06958-36CF-04C8-FD3C-2EE94BD35B30}"/>
              </a:ext>
            </a:extLst>
          </p:cNvPr>
          <p:cNvGrpSpPr/>
          <p:nvPr/>
        </p:nvGrpSpPr>
        <p:grpSpPr>
          <a:xfrm>
            <a:off x="825618" y="1493605"/>
            <a:ext cx="4534340" cy="3698757"/>
            <a:chOff x="1155316" y="1101095"/>
            <a:chExt cx="4534340" cy="3698757"/>
          </a:xfrm>
        </p:grpSpPr>
        <p:grpSp>
          <p:nvGrpSpPr>
            <p:cNvPr id="205" name="object 3">
              <a:extLst>
                <a:ext uri="{FF2B5EF4-FFF2-40B4-BE49-F238E27FC236}">
                  <a16:creationId xmlns:a16="http://schemas.microsoft.com/office/drawing/2014/main" id="{CB60EE76-9A71-9C11-726B-83C8735899C7}"/>
                </a:ext>
              </a:extLst>
            </p:cNvPr>
            <p:cNvGrpSpPr/>
            <p:nvPr/>
          </p:nvGrpSpPr>
          <p:grpSpPr>
            <a:xfrm>
              <a:off x="1554941" y="1101095"/>
              <a:ext cx="3767203" cy="3698757"/>
              <a:chOff x="734306" y="520981"/>
              <a:chExt cx="1782445" cy="1750060"/>
            </a:xfrm>
          </p:grpSpPr>
          <p:pic>
            <p:nvPicPr>
              <p:cNvPr id="343" name="object 4">
                <a:extLst>
                  <a:ext uri="{FF2B5EF4-FFF2-40B4-BE49-F238E27FC236}">
                    <a16:creationId xmlns:a16="http://schemas.microsoft.com/office/drawing/2014/main" id="{69AB9D7E-E12F-6BC9-076C-2DC396A18FE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4" name="object 5">
                <a:extLst>
                  <a:ext uri="{FF2B5EF4-FFF2-40B4-BE49-F238E27FC236}">
                    <a16:creationId xmlns:a16="http://schemas.microsoft.com/office/drawing/2014/main" id="{BD373595-182B-8015-07DF-1760A69F76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5" name="object 6">
                <a:extLst>
                  <a:ext uri="{FF2B5EF4-FFF2-40B4-BE49-F238E27FC236}">
                    <a16:creationId xmlns:a16="http://schemas.microsoft.com/office/drawing/2014/main" id="{F0EB43CC-7A33-EBD6-A3B4-0386900E0C9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6" name="object 7">
                <a:extLst>
                  <a:ext uri="{FF2B5EF4-FFF2-40B4-BE49-F238E27FC236}">
                    <a16:creationId xmlns:a16="http://schemas.microsoft.com/office/drawing/2014/main" id="{D882693D-488A-19D6-6A98-BCF0E5A463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7" name="object 8">
                <a:extLst>
                  <a:ext uri="{FF2B5EF4-FFF2-40B4-BE49-F238E27FC236}">
                    <a16:creationId xmlns:a16="http://schemas.microsoft.com/office/drawing/2014/main" id="{4494D476-0F16-1554-A21E-B5028E51B6F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8" name="object 9">
                <a:extLst>
                  <a:ext uri="{FF2B5EF4-FFF2-40B4-BE49-F238E27FC236}">
                    <a16:creationId xmlns:a16="http://schemas.microsoft.com/office/drawing/2014/main" id="{8E8805C0-E599-AE71-ACDB-8A450CB81DA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9" name="object 10">
                <a:extLst>
                  <a:ext uri="{FF2B5EF4-FFF2-40B4-BE49-F238E27FC236}">
                    <a16:creationId xmlns:a16="http://schemas.microsoft.com/office/drawing/2014/main" id="{556B04FC-4D28-FA14-4BA9-2F217EA2C2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0" name="object 11">
                <a:extLst>
                  <a:ext uri="{FF2B5EF4-FFF2-40B4-BE49-F238E27FC236}">
                    <a16:creationId xmlns:a16="http://schemas.microsoft.com/office/drawing/2014/main" id="{3B79EA66-63B9-6789-3078-839926E3DD9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1" name="object 12">
                <a:extLst>
                  <a:ext uri="{FF2B5EF4-FFF2-40B4-BE49-F238E27FC236}">
                    <a16:creationId xmlns:a16="http://schemas.microsoft.com/office/drawing/2014/main" id="{B387B338-9294-11C2-9730-6809846F5C1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2" name="object 13">
                <a:extLst>
                  <a:ext uri="{FF2B5EF4-FFF2-40B4-BE49-F238E27FC236}">
                    <a16:creationId xmlns:a16="http://schemas.microsoft.com/office/drawing/2014/main" id="{DD84B4A1-347D-8E0F-B854-9A49AAAE8E7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3" name="object 14">
                <a:extLst>
                  <a:ext uri="{FF2B5EF4-FFF2-40B4-BE49-F238E27FC236}">
                    <a16:creationId xmlns:a16="http://schemas.microsoft.com/office/drawing/2014/main" id="{1CBFDA32-8F82-9C94-F16A-1A17D64F921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4" name="object 15">
                <a:extLst>
                  <a:ext uri="{FF2B5EF4-FFF2-40B4-BE49-F238E27FC236}">
                    <a16:creationId xmlns:a16="http://schemas.microsoft.com/office/drawing/2014/main" id="{8AA259C6-83C4-B987-06A3-271200B629F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5" name="object 16">
                <a:extLst>
                  <a:ext uri="{FF2B5EF4-FFF2-40B4-BE49-F238E27FC236}">
                    <a16:creationId xmlns:a16="http://schemas.microsoft.com/office/drawing/2014/main" id="{45BDD153-E4F5-E79C-BF0F-28B4A485B0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6" name="object 17">
                <a:extLst>
                  <a:ext uri="{FF2B5EF4-FFF2-40B4-BE49-F238E27FC236}">
                    <a16:creationId xmlns:a16="http://schemas.microsoft.com/office/drawing/2014/main" id="{1C74FFC1-C9EB-9091-D333-1F8E7D47A3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7" name="object 18">
                <a:extLst>
                  <a:ext uri="{FF2B5EF4-FFF2-40B4-BE49-F238E27FC236}">
                    <a16:creationId xmlns:a16="http://schemas.microsoft.com/office/drawing/2014/main" id="{DB35EFB5-DA51-3147-4372-C37EC78930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8" name="object 19">
                <a:extLst>
                  <a:ext uri="{FF2B5EF4-FFF2-40B4-BE49-F238E27FC236}">
                    <a16:creationId xmlns:a16="http://schemas.microsoft.com/office/drawing/2014/main" id="{4709D954-30FD-F4DA-62FE-63E63DBE7E5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9" name="object 20">
                <a:extLst>
                  <a:ext uri="{FF2B5EF4-FFF2-40B4-BE49-F238E27FC236}">
                    <a16:creationId xmlns:a16="http://schemas.microsoft.com/office/drawing/2014/main" id="{F92A43BC-BD30-1834-CF2C-89859A7340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0" name="object 21">
                <a:extLst>
                  <a:ext uri="{FF2B5EF4-FFF2-40B4-BE49-F238E27FC236}">
                    <a16:creationId xmlns:a16="http://schemas.microsoft.com/office/drawing/2014/main" id="{63C4BF54-C4E5-F76F-39B4-B5D7EB196FE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1" name="object 22">
                <a:extLst>
                  <a:ext uri="{FF2B5EF4-FFF2-40B4-BE49-F238E27FC236}">
                    <a16:creationId xmlns:a16="http://schemas.microsoft.com/office/drawing/2014/main" id="{FC898874-BC2C-103B-185D-E2AC17E3E02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2" name="object 23">
                <a:extLst>
                  <a:ext uri="{FF2B5EF4-FFF2-40B4-BE49-F238E27FC236}">
                    <a16:creationId xmlns:a16="http://schemas.microsoft.com/office/drawing/2014/main" id="{620B35F9-38D0-47CF-1587-0A9CB5DE6E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3" name="object 24">
                <a:extLst>
                  <a:ext uri="{FF2B5EF4-FFF2-40B4-BE49-F238E27FC236}">
                    <a16:creationId xmlns:a16="http://schemas.microsoft.com/office/drawing/2014/main" id="{887B9F3E-DF26-B381-F501-F630BA80B13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4" name="object 25">
                <a:extLst>
                  <a:ext uri="{FF2B5EF4-FFF2-40B4-BE49-F238E27FC236}">
                    <a16:creationId xmlns:a16="http://schemas.microsoft.com/office/drawing/2014/main" id="{BECC984D-1545-5E94-729E-8248D627A80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5" name="object 26">
                <a:extLst>
                  <a:ext uri="{FF2B5EF4-FFF2-40B4-BE49-F238E27FC236}">
                    <a16:creationId xmlns:a16="http://schemas.microsoft.com/office/drawing/2014/main" id="{AAB3D42B-FE9F-2A11-AD41-44E2CBC6023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6" name="object 27">
                <a:extLst>
                  <a:ext uri="{FF2B5EF4-FFF2-40B4-BE49-F238E27FC236}">
                    <a16:creationId xmlns:a16="http://schemas.microsoft.com/office/drawing/2014/main" id="{A5FF1BFA-DAD6-5025-C771-D0B7598F20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7" name="object 28">
                <a:extLst>
                  <a:ext uri="{FF2B5EF4-FFF2-40B4-BE49-F238E27FC236}">
                    <a16:creationId xmlns:a16="http://schemas.microsoft.com/office/drawing/2014/main" id="{E739FCE3-4FCD-B8E4-E81E-9E9A2ECCC1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8" name="object 29">
                <a:extLst>
                  <a:ext uri="{FF2B5EF4-FFF2-40B4-BE49-F238E27FC236}">
                    <a16:creationId xmlns:a16="http://schemas.microsoft.com/office/drawing/2014/main" id="{1AD77127-30CD-3A2A-5139-734109200F0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9" name="object 30">
                <a:extLst>
                  <a:ext uri="{FF2B5EF4-FFF2-40B4-BE49-F238E27FC236}">
                    <a16:creationId xmlns:a16="http://schemas.microsoft.com/office/drawing/2014/main" id="{875F7ABD-8AAD-8631-7470-296219BA3B6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0" name="object 31">
                <a:extLst>
                  <a:ext uri="{FF2B5EF4-FFF2-40B4-BE49-F238E27FC236}">
                    <a16:creationId xmlns:a16="http://schemas.microsoft.com/office/drawing/2014/main" id="{0F6D103F-93CA-D1E4-C38F-AB84440E73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1" name="object 32">
                <a:extLst>
                  <a:ext uri="{FF2B5EF4-FFF2-40B4-BE49-F238E27FC236}">
                    <a16:creationId xmlns:a16="http://schemas.microsoft.com/office/drawing/2014/main" id="{3CEC02D4-B5ED-BAAD-35C0-03837A99FE0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2" name="object 33">
                <a:extLst>
                  <a:ext uri="{FF2B5EF4-FFF2-40B4-BE49-F238E27FC236}">
                    <a16:creationId xmlns:a16="http://schemas.microsoft.com/office/drawing/2014/main" id="{2682C8DD-9FCA-5B3B-8B46-C0A95C822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3" name="object 34">
                <a:extLst>
                  <a:ext uri="{FF2B5EF4-FFF2-40B4-BE49-F238E27FC236}">
                    <a16:creationId xmlns:a16="http://schemas.microsoft.com/office/drawing/2014/main" id="{69DFA7A5-7DED-B738-5565-CD8055426FC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4" name="object 35">
                <a:extLst>
                  <a:ext uri="{FF2B5EF4-FFF2-40B4-BE49-F238E27FC236}">
                    <a16:creationId xmlns:a16="http://schemas.microsoft.com/office/drawing/2014/main" id="{F70489F5-AC2B-1154-EE66-AD06DAB216A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5" name="object 36">
                <a:extLst>
                  <a:ext uri="{FF2B5EF4-FFF2-40B4-BE49-F238E27FC236}">
                    <a16:creationId xmlns:a16="http://schemas.microsoft.com/office/drawing/2014/main" id="{1D32B0A2-E356-6AA9-9279-CA18CC51C8D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6" name="object 37">
                <a:extLst>
                  <a:ext uri="{FF2B5EF4-FFF2-40B4-BE49-F238E27FC236}">
                    <a16:creationId xmlns:a16="http://schemas.microsoft.com/office/drawing/2014/main" id="{D2A8E0AD-AAB6-638F-78F6-B77F5046504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7" name="object 38">
                <a:extLst>
                  <a:ext uri="{FF2B5EF4-FFF2-40B4-BE49-F238E27FC236}">
                    <a16:creationId xmlns:a16="http://schemas.microsoft.com/office/drawing/2014/main" id="{2209C103-29AB-5A67-E804-C210B8EA607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8" name="object 39">
                <a:extLst>
                  <a:ext uri="{FF2B5EF4-FFF2-40B4-BE49-F238E27FC236}">
                    <a16:creationId xmlns:a16="http://schemas.microsoft.com/office/drawing/2014/main" id="{0D87396C-AD82-556A-29B5-831C0BCB42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644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9" name="object 40">
                <a:extLst>
                  <a:ext uri="{FF2B5EF4-FFF2-40B4-BE49-F238E27FC236}">
                    <a16:creationId xmlns:a16="http://schemas.microsoft.com/office/drawing/2014/main" id="{E1B9D8B9-6AE1-9703-00F0-D4841CF69F2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0" name="object 41">
                <a:extLst>
                  <a:ext uri="{FF2B5EF4-FFF2-40B4-BE49-F238E27FC236}">
                    <a16:creationId xmlns:a16="http://schemas.microsoft.com/office/drawing/2014/main" id="{2ADA1FAF-AB17-F97F-74D2-3F31E110313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1" name="object 42">
                <a:extLst>
                  <a:ext uri="{FF2B5EF4-FFF2-40B4-BE49-F238E27FC236}">
                    <a16:creationId xmlns:a16="http://schemas.microsoft.com/office/drawing/2014/main" id="{3D7EA84E-F1F6-6287-AC56-001685564A7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2" name="object 43">
                <a:extLst>
                  <a:ext uri="{FF2B5EF4-FFF2-40B4-BE49-F238E27FC236}">
                    <a16:creationId xmlns:a16="http://schemas.microsoft.com/office/drawing/2014/main" id="{AEC90A96-AEF5-18A1-EB69-53684A568EC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3" name="object 44">
                <a:extLst>
                  <a:ext uri="{FF2B5EF4-FFF2-40B4-BE49-F238E27FC236}">
                    <a16:creationId xmlns:a16="http://schemas.microsoft.com/office/drawing/2014/main" id="{A166C492-C63E-D90D-1195-2F4945643E3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4" name="object 45">
                <a:extLst>
                  <a:ext uri="{FF2B5EF4-FFF2-40B4-BE49-F238E27FC236}">
                    <a16:creationId xmlns:a16="http://schemas.microsoft.com/office/drawing/2014/main" id="{B07F834B-C079-C723-E13D-1336DC405E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5" name="object 46">
                <a:extLst>
                  <a:ext uri="{FF2B5EF4-FFF2-40B4-BE49-F238E27FC236}">
                    <a16:creationId xmlns:a16="http://schemas.microsoft.com/office/drawing/2014/main" id="{4D94D2DF-2637-2FC6-0F65-45849ADD5B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6" name="object 47">
                <a:extLst>
                  <a:ext uri="{FF2B5EF4-FFF2-40B4-BE49-F238E27FC236}">
                    <a16:creationId xmlns:a16="http://schemas.microsoft.com/office/drawing/2014/main" id="{F4383573-1F45-D7A2-9372-DEA73A35C48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7" name="object 48">
                <a:extLst>
                  <a:ext uri="{FF2B5EF4-FFF2-40B4-BE49-F238E27FC236}">
                    <a16:creationId xmlns:a16="http://schemas.microsoft.com/office/drawing/2014/main" id="{0A93A8A7-74D7-04DE-2923-417769105A6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8" name="object 49">
                <a:extLst>
                  <a:ext uri="{FF2B5EF4-FFF2-40B4-BE49-F238E27FC236}">
                    <a16:creationId xmlns:a16="http://schemas.microsoft.com/office/drawing/2014/main" id="{68A44C65-DBC5-BCAB-33D4-9D8826C560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9" name="object 50">
                <a:extLst>
                  <a:ext uri="{FF2B5EF4-FFF2-40B4-BE49-F238E27FC236}">
                    <a16:creationId xmlns:a16="http://schemas.microsoft.com/office/drawing/2014/main" id="{9EF443F3-DE6C-1EF6-8E8C-FD97B0C19E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0" name="object 51">
                <a:extLst>
                  <a:ext uri="{FF2B5EF4-FFF2-40B4-BE49-F238E27FC236}">
                    <a16:creationId xmlns:a16="http://schemas.microsoft.com/office/drawing/2014/main" id="{B4FC6330-288E-8887-B8BD-A9B18238CE3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1" name="object 52">
                <a:extLst>
                  <a:ext uri="{FF2B5EF4-FFF2-40B4-BE49-F238E27FC236}">
                    <a16:creationId xmlns:a16="http://schemas.microsoft.com/office/drawing/2014/main" id="{0206582B-7A99-1543-4A78-BC37CE318E9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2" name="object 53">
                <a:extLst>
                  <a:ext uri="{FF2B5EF4-FFF2-40B4-BE49-F238E27FC236}">
                    <a16:creationId xmlns:a16="http://schemas.microsoft.com/office/drawing/2014/main" id="{DD62D28C-9D44-C35E-C794-F1D0B2420DB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3" name="object 54">
                <a:extLst>
                  <a:ext uri="{FF2B5EF4-FFF2-40B4-BE49-F238E27FC236}">
                    <a16:creationId xmlns:a16="http://schemas.microsoft.com/office/drawing/2014/main" id="{7C923E0D-A43C-7946-0C7D-A3A5CFB4400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4" name="object 55">
                <a:extLst>
                  <a:ext uri="{FF2B5EF4-FFF2-40B4-BE49-F238E27FC236}">
                    <a16:creationId xmlns:a16="http://schemas.microsoft.com/office/drawing/2014/main" id="{BBD28877-2D7A-0C9E-6C0F-38BC63D367D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5" name="object 56">
                <a:extLst>
                  <a:ext uri="{FF2B5EF4-FFF2-40B4-BE49-F238E27FC236}">
                    <a16:creationId xmlns:a16="http://schemas.microsoft.com/office/drawing/2014/main" id="{BBC9F531-C3B6-243E-0B46-6D4B5FEA20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6" name="object 57">
                <a:extLst>
                  <a:ext uri="{FF2B5EF4-FFF2-40B4-BE49-F238E27FC236}">
                    <a16:creationId xmlns:a16="http://schemas.microsoft.com/office/drawing/2014/main" id="{C3A97E31-3945-DB4D-2F56-78121862D0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7" name="object 58">
                <a:extLst>
                  <a:ext uri="{FF2B5EF4-FFF2-40B4-BE49-F238E27FC236}">
                    <a16:creationId xmlns:a16="http://schemas.microsoft.com/office/drawing/2014/main" id="{637A1B68-C675-BF97-5023-6BD973905A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8" name="object 59">
                <a:extLst>
                  <a:ext uri="{FF2B5EF4-FFF2-40B4-BE49-F238E27FC236}">
                    <a16:creationId xmlns:a16="http://schemas.microsoft.com/office/drawing/2014/main" id="{E02C7846-6153-6E3E-2899-55C3D9DBD92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9" name="object 60">
                <a:extLst>
                  <a:ext uri="{FF2B5EF4-FFF2-40B4-BE49-F238E27FC236}">
                    <a16:creationId xmlns:a16="http://schemas.microsoft.com/office/drawing/2014/main" id="{9105968A-E7CF-D6C9-F146-F3376101C75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306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0" name="object 61">
                <a:extLst>
                  <a:ext uri="{FF2B5EF4-FFF2-40B4-BE49-F238E27FC236}">
                    <a16:creationId xmlns:a16="http://schemas.microsoft.com/office/drawing/2014/main" id="{6CEF1D56-62CA-E236-D361-82BBEBD0114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71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1" name="object 62">
                <a:extLst>
                  <a:ext uri="{FF2B5EF4-FFF2-40B4-BE49-F238E27FC236}">
                    <a16:creationId xmlns:a16="http://schemas.microsoft.com/office/drawing/2014/main" id="{5A46B1EE-4BCF-F56B-3A07-67360C42BA8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7134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2" name="object 63">
                <a:extLst>
                  <a:ext uri="{FF2B5EF4-FFF2-40B4-BE49-F238E27FC236}">
                    <a16:creationId xmlns:a16="http://schemas.microsoft.com/office/drawing/2014/main" id="{ED460CD7-F144-5990-1F25-A0C7F936472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3533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3" name="object 64">
                <a:extLst>
                  <a:ext uri="{FF2B5EF4-FFF2-40B4-BE49-F238E27FC236}">
                    <a16:creationId xmlns:a16="http://schemas.microsoft.com/office/drawing/2014/main" id="{3B0D03DC-A5ED-BEBC-3B45-28F16A0B1D1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996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4" name="object 65">
                <a:extLst>
                  <a:ext uri="{FF2B5EF4-FFF2-40B4-BE49-F238E27FC236}">
                    <a16:creationId xmlns:a16="http://schemas.microsoft.com/office/drawing/2014/main" id="{486C8CFF-FCE5-FFA0-DA80-2792612B6B19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6360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5" name="object 66">
                <a:extLst>
                  <a:ext uri="{FF2B5EF4-FFF2-40B4-BE49-F238E27FC236}">
                    <a16:creationId xmlns:a16="http://schemas.microsoft.com/office/drawing/2014/main" id="{E0D35C43-4A72-76B8-62D6-6D670AEE484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2765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6" name="object 67">
                <a:extLst>
                  <a:ext uri="{FF2B5EF4-FFF2-40B4-BE49-F238E27FC236}">
                    <a16:creationId xmlns:a16="http://schemas.microsoft.com/office/drawing/2014/main" id="{A7FA494F-5227-9B3F-A3B5-AD0A6BFADAD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9188" y="1959328"/>
                <a:ext cx="337177" cy="311229"/>
              </a:xfrm>
              <a:prstGeom prst="rect">
                <a:avLst/>
              </a:prstGeom>
            </p:spPr>
          </p:pic>
          <p:sp>
            <p:nvSpPr>
              <p:cNvPr id="407" name="object 68">
                <a:extLst>
                  <a:ext uri="{FF2B5EF4-FFF2-40B4-BE49-F238E27FC236}">
                    <a16:creationId xmlns:a16="http://schemas.microsoft.com/office/drawing/2014/main" id="{605AECD6-4F7F-07AE-1975-AD111147F915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69">
                <a:extLst>
                  <a:ext uri="{FF2B5EF4-FFF2-40B4-BE49-F238E27FC236}">
                    <a16:creationId xmlns:a16="http://schemas.microsoft.com/office/drawing/2014/main" id="{81805D2A-0761-05A2-4774-5412C53374DA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70">
                <a:extLst>
                  <a:ext uri="{FF2B5EF4-FFF2-40B4-BE49-F238E27FC236}">
                    <a16:creationId xmlns:a16="http://schemas.microsoft.com/office/drawing/2014/main" id="{B9FB2E0E-0889-DE61-6C3E-8DC9E9E9AA84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71">
                <a:extLst>
                  <a:ext uri="{FF2B5EF4-FFF2-40B4-BE49-F238E27FC236}">
                    <a16:creationId xmlns:a16="http://schemas.microsoft.com/office/drawing/2014/main" id="{9DC14D71-7476-93D7-691A-4C4EA8C8C62E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72">
                <a:extLst>
                  <a:ext uri="{FF2B5EF4-FFF2-40B4-BE49-F238E27FC236}">
                    <a16:creationId xmlns:a16="http://schemas.microsoft.com/office/drawing/2014/main" id="{1198E24A-6896-F67C-5368-47452E97C74A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73">
                <a:extLst>
                  <a:ext uri="{FF2B5EF4-FFF2-40B4-BE49-F238E27FC236}">
                    <a16:creationId xmlns:a16="http://schemas.microsoft.com/office/drawing/2014/main" id="{F851177B-7C68-8437-FD0B-4FAD2BD8B490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74">
                <a:extLst>
                  <a:ext uri="{FF2B5EF4-FFF2-40B4-BE49-F238E27FC236}">
                    <a16:creationId xmlns:a16="http://schemas.microsoft.com/office/drawing/2014/main" id="{AF4AAC6B-6E29-19DF-98F5-EDA956F01681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75">
                <a:extLst>
                  <a:ext uri="{FF2B5EF4-FFF2-40B4-BE49-F238E27FC236}">
                    <a16:creationId xmlns:a16="http://schemas.microsoft.com/office/drawing/2014/main" id="{278092A1-F5CF-9DEE-5575-4A4210FF8F38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76">
                <a:extLst>
                  <a:ext uri="{FF2B5EF4-FFF2-40B4-BE49-F238E27FC236}">
                    <a16:creationId xmlns:a16="http://schemas.microsoft.com/office/drawing/2014/main" id="{53DFFAEB-84AB-8F18-2E15-189ED5E1D236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77">
                <a:extLst>
                  <a:ext uri="{FF2B5EF4-FFF2-40B4-BE49-F238E27FC236}">
                    <a16:creationId xmlns:a16="http://schemas.microsoft.com/office/drawing/2014/main" id="{371704AC-79B4-6F34-2482-2BE10E29A95D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78">
                <a:extLst>
                  <a:ext uri="{FF2B5EF4-FFF2-40B4-BE49-F238E27FC236}">
                    <a16:creationId xmlns:a16="http://schemas.microsoft.com/office/drawing/2014/main" id="{766FD34E-EAC0-7731-0334-6E9EC789A155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79">
                <a:extLst>
                  <a:ext uri="{FF2B5EF4-FFF2-40B4-BE49-F238E27FC236}">
                    <a16:creationId xmlns:a16="http://schemas.microsoft.com/office/drawing/2014/main" id="{9C0614CA-00C0-1E20-3F56-7CF958FA1C34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80">
                <a:extLst>
                  <a:ext uri="{FF2B5EF4-FFF2-40B4-BE49-F238E27FC236}">
                    <a16:creationId xmlns:a16="http://schemas.microsoft.com/office/drawing/2014/main" id="{4C3F47FC-C60F-836E-1C75-37CDBC54E6B1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81">
                <a:extLst>
                  <a:ext uri="{FF2B5EF4-FFF2-40B4-BE49-F238E27FC236}">
                    <a16:creationId xmlns:a16="http://schemas.microsoft.com/office/drawing/2014/main" id="{A8739072-21AD-81DB-6BAE-160F5F21CA5D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82">
                <a:extLst>
                  <a:ext uri="{FF2B5EF4-FFF2-40B4-BE49-F238E27FC236}">
                    <a16:creationId xmlns:a16="http://schemas.microsoft.com/office/drawing/2014/main" id="{7AA587E9-6227-28D0-ED48-83AE74064DDE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83">
                <a:extLst>
                  <a:ext uri="{FF2B5EF4-FFF2-40B4-BE49-F238E27FC236}">
                    <a16:creationId xmlns:a16="http://schemas.microsoft.com/office/drawing/2014/main" id="{B06DC0AF-F26A-CC9A-7543-3B076B830172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84">
                <a:extLst>
                  <a:ext uri="{FF2B5EF4-FFF2-40B4-BE49-F238E27FC236}">
                    <a16:creationId xmlns:a16="http://schemas.microsoft.com/office/drawing/2014/main" id="{BBBF1E46-ABC3-12D0-E1A1-7856BB8BF68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85">
                <a:extLst>
                  <a:ext uri="{FF2B5EF4-FFF2-40B4-BE49-F238E27FC236}">
                    <a16:creationId xmlns:a16="http://schemas.microsoft.com/office/drawing/2014/main" id="{D431014B-163B-9DCC-F2E1-B715D3A1A25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86">
                <a:extLst>
                  <a:ext uri="{FF2B5EF4-FFF2-40B4-BE49-F238E27FC236}">
                    <a16:creationId xmlns:a16="http://schemas.microsoft.com/office/drawing/2014/main" id="{13EAA36C-65DC-92CE-A9B6-4389D3B7B9BC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87">
                <a:extLst>
                  <a:ext uri="{FF2B5EF4-FFF2-40B4-BE49-F238E27FC236}">
                    <a16:creationId xmlns:a16="http://schemas.microsoft.com/office/drawing/2014/main" id="{6DC6A6A0-49D4-A335-0AC9-5B3B840A10EF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88">
                <a:extLst>
                  <a:ext uri="{FF2B5EF4-FFF2-40B4-BE49-F238E27FC236}">
                    <a16:creationId xmlns:a16="http://schemas.microsoft.com/office/drawing/2014/main" id="{32FD432E-90B0-BE6B-7B8A-7C9D91AD55E3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89">
                <a:extLst>
                  <a:ext uri="{FF2B5EF4-FFF2-40B4-BE49-F238E27FC236}">
                    <a16:creationId xmlns:a16="http://schemas.microsoft.com/office/drawing/2014/main" id="{7B39A9E7-E278-935A-88FE-6E2A310D3B11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90">
                <a:extLst>
                  <a:ext uri="{FF2B5EF4-FFF2-40B4-BE49-F238E27FC236}">
                    <a16:creationId xmlns:a16="http://schemas.microsoft.com/office/drawing/2014/main" id="{859E3369-FF95-17A9-9EDA-456E111E9079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91">
                <a:extLst>
                  <a:ext uri="{FF2B5EF4-FFF2-40B4-BE49-F238E27FC236}">
                    <a16:creationId xmlns:a16="http://schemas.microsoft.com/office/drawing/2014/main" id="{E65F3707-E092-2BD7-56CF-94497EBC7B70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92">
                <a:extLst>
                  <a:ext uri="{FF2B5EF4-FFF2-40B4-BE49-F238E27FC236}">
                    <a16:creationId xmlns:a16="http://schemas.microsoft.com/office/drawing/2014/main" id="{F596E4FF-CF82-C4A5-E139-64C46456A4A4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93">
                <a:extLst>
                  <a:ext uri="{FF2B5EF4-FFF2-40B4-BE49-F238E27FC236}">
                    <a16:creationId xmlns:a16="http://schemas.microsoft.com/office/drawing/2014/main" id="{D4E7E31F-36AE-3A81-EECD-52DEAD23B7D7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94">
                <a:extLst>
                  <a:ext uri="{FF2B5EF4-FFF2-40B4-BE49-F238E27FC236}">
                    <a16:creationId xmlns:a16="http://schemas.microsoft.com/office/drawing/2014/main" id="{60D34256-D3A4-E34A-04E2-C5C0F4566214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95">
                <a:extLst>
                  <a:ext uri="{FF2B5EF4-FFF2-40B4-BE49-F238E27FC236}">
                    <a16:creationId xmlns:a16="http://schemas.microsoft.com/office/drawing/2014/main" id="{0BC75849-8ED0-2A09-66B2-B3BCCD455D53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96">
                <a:extLst>
                  <a:ext uri="{FF2B5EF4-FFF2-40B4-BE49-F238E27FC236}">
                    <a16:creationId xmlns:a16="http://schemas.microsoft.com/office/drawing/2014/main" id="{58B10586-3652-3600-323F-8C755075A1A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97">
                <a:extLst>
                  <a:ext uri="{FF2B5EF4-FFF2-40B4-BE49-F238E27FC236}">
                    <a16:creationId xmlns:a16="http://schemas.microsoft.com/office/drawing/2014/main" id="{A9C205B1-7EFC-434A-C170-856DC8BE2F3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6" name="object 98">
              <a:extLst>
                <a:ext uri="{FF2B5EF4-FFF2-40B4-BE49-F238E27FC236}">
                  <a16:creationId xmlns:a16="http://schemas.microsoft.com/office/drawing/2014/main" id="{653C236A-A7B2-D6D4-B7CD-E7664A4CC4DE}"/>
                </a:ext>
              </a:extLst>
            </p:cNvPr>
            <p:cNvSpPr txBox="1"/>
            <p:nvPr/>
          </p:nvSpPr>
          <p:spPr>
            <a:xfrm>
              <a:off x="2204925" y="1696363"/>
              <a:ext cx="240768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14</a:t>
              </a:r>
              <a:r>
                <a:rPr sz="1162" spc="528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12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11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10</a:t>
              </a:r>
              <a:r>
                <a:rPr sz="1162" spc="69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07" name="object 99">
              <a:extLst>
                <a:ext uri="{FF2B5EF4-FFF2-40B4-BE49-F238E27FC236}">
                  <a16:creationId xmlns:a16="http://schemas.microsoft.com/office/drawing/2014/main" id="{6D2DEE03-E982-4612-601C-8C6EA016E31B}"/>
                </a:ext>
              </a:extLst>
            </p:cNvPr>
            <p:cNvGrpSpPr/>
            <p:nvPr/>
          </p:nvGrpSpPr>
          <p:grpSpPr>
            <a:xfrm>
              <a:off x="1686738" y="1606160"/>
              <a:ext cx="3497446" cy="880399"/>
              <a:chOff x="796666" y="759951"/>
              <a:chExt cx="1654810" cy="416559"/>
            </a:xfrm>
          </p:grpSpPr>
          <p:sp>
            <p:nvSpPr>
              <p:cNvPr id="337" name="object 100">
                <a:extLst>
                  <a:ext uri="{FF2B5EF4-FFF2-40B4-BE49-F238E27FC236}">
                    <a16:creationId xmlns:a16="http://schemas.microsoft.com/office/drawing/2014/main" id="{49378A1D-C827-74CB-E485-42989788637F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8" name="object 101">
                <a:extLst>
                  <a:ext uri="{FF2B5EF4-FFF2-40B4-BE49-F238E27FC236}">
                    <a16:creationId xmlns:a16="http://schemas.microsoft.com/office/drawing/2014/main" id="{FD6625DD-37C4-546F-BCFD-9EAADD5856D2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9" name="object 102">
                <a:extLst>
                  <a:ext uri="{FF2B5EF4-FFF2-40B4-BE49-F238E27FC236}">
                    <a16:creationId xmlns:a16="http://schemas.microsoft.com/office/drawing/2014/main" id="{8CF4C585-82FE-7870-F826-B78A5B973892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0" name="object 103">
                <a:extLst>
                  <a:ext uri="{FF2B5EF4-FFF2-40B4-BE49-F238E27FC236}">
                    <a16:creationId xmlns:a16="http://schemas.microsoft.com/office/drawing/2014/main" id="{F84CFD29-B21F-6B1A-838D-ACA17066C3E6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1" name="object 104">
                <a:extLst>
                  <a:ext uri="{FF2B5EF4-FFF2-40B4-BE49-F238E27FC236}">
                    <a16:creationId xmlns:a16="http://schemas.microsoft.com/office/drawing/2014/main" id="{3E628A9D-FC22-9FE6-07F8-5A69706105CB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2" name="object 105">
                <a:extLst>
                  <a:ext uri="{FF2B5EF4-FFF2-40B4-BE49-F238E27FC236}">
                    <a16:creationId xmlns:a16="http://schemas.microsoft.com/office/drawing/2014/main" id="{D1134B98-34B3-64FE-3427-207704BECAE8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8" name="object 106">
              <a:extLst>
                <a:ext uri="{FF2B5EF4-FFF2-40B4-BE49-F238E27FC236}">
                  <a16:creationId xmlns:a16="http://schemas.microsoft.com/office/drawing/2014/main" id="{406DC08D-C95B-5F57-2D05-49EEC90CFADA}"/>
                </a:ext>
              </a:extLst>
            </p:cNvPr>
            <p:cNvSpPr txBox="1"/>
            <p:nvPr/>
          </p:nvSpPr>
          <p:spPr>
            <a:xfrm>
              <a:off x="1768685" y="2132639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0" name="object 107">
              <a:extLst>
                <a:ext uri="{FF2B5EF4-FFF2-40B4-BE49-F238E27FC236}">
                  <a16:creationId xmlns:a16="http://schemas.microsoft.com/office/drawing/2014/main" id="{84619FA0-CC44-2E01-EE7C-03D396FAAF33}"/>
                </a:ext>
              </a:extLst>
            </p:cNvPr>
            <p:cNvGrpSpPr/>
            <p:nvPr/>
          </p:nvGrpSpPr>
          <p:grpSpPr>
            <a:xfrm>
              <a:off x="2559253" y="2042435"/>
              <a:ext cx="1316575" cy="444227"/>
              <a:chOff x="1209494" y="966374"/>
              <a:chExt cx="622935" cy="210185"/>
            </a:xfrm>
          </p:grpSpPr>
          <p:sp>
            <p:nvSpPr>
              <p:cNvPr id="331" name="object 108">
                <a:extLst>
                  <a:ext uri="{FF2B5EF4-FFF2-40B4-BE49-F238E27FC236}">
                    <a16:creationId xmlns:a16="http://schemas.microsoft.com/office/drawing/2014/main" id="{2A060DF4-207A-1CF0-F2D6-794188D25D4B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2" name="object 109">
                <a:extLst>
                  <a:ext uri="{FF2B5EF4-FFF2-40B4-BE49-F238E27FC236}">
                    <a16:creationId xmlns:a16="http://schemas.microsoft.com/office/drawing/2014/main" id="{9DDD07BB-6A3C-63F3-D39F-156C8B308B39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3" name="object 110">
                <a:extLst>
                  <a:ext uri="{FF2B5EF4-FFF2-40B4-BE49-F238E27FC236}">
                    <a16:creationId xmlns:a16="http://schemas.microsoft.com/office/drawing/2014/main" id="{ADA408AE-9BEE-2C27-70B3-69EFF975DB3A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4" name="object 111">
                <a:extLst>
                  <a:ext uri="{FF2B5EF4-FFF2-40B4-BE49-F238E27FC236}">
                    <a16:creationId xmlns:a16="http://schemas.microsoft.com/office/drawing/2014/main" id="{B66C2325-5EF1-6D94-4D4B-F65AA6585671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5" name="object 112">
                <a:extLst>
                  <a:ext uri="{FF2B5EF4-FFF2-40B4-BE49-F238E27FC236}">
                    <a16:creationId xmlns:a16="http://schemas.microsoft.com/office/drawing/2014/main" id="{682450EE-9603-EED8-129D-96D7276105A7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6" name="object 113">
                <a:extLst>
                  <a:ext uri="{FF2B5EF4-FFF2-40B4-BE49-F238E27FC236}">
                    <a16:creationId xmlns:a16="http://schemas.microsoft.com/office/drawing/2014/main" id="{11182C78-BE6B-EE0F-DE33-7496F8294954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114">
              <a:extLst>
                <a:ext uri="{FF2B5EF4-FFF2-40B4-BE49-F238E27FC236}">
                  <a16:creationId xmlns:a16="http://schemas.microsoft.com/office/drawing/2014/main" id="{DE3DA9B3-3549-51E3-46F3-FFE9E51B8018}"/>
                </a:ext>
              </a:extLst>
            </p:cNvPr>
            <p:cNvSpPr txBox="1"/>
            <p:nvPr/>
          </p:nvSpPr>
          <p:spPr>
            <a:xfrm>
              <a:off x="3513711" y="2132639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2" name="object 115">
              <a:extLst>
                <a:ext uri="{FF2B5EF4-FFF2-40B4-BE49-F238E27FC236}">
                  <a16:creationId xmlns:a16="http://schemas.microsoft.com/office/drawing/2014/main" id="{A6A6E31B-48B0-244A-4BD2-B0674B637057}"/>
                </a:ext>
              </a:extLst>
            </p:cNvPr>
            <p:cNvGrpSpPr/>
            <p:nvPr/>
          </p:nvGrpSpPr>
          <p:grpSpPr>
            <a:xfrm>
              <a:off x="3867988" y="2042435"/>
              <a:ext cx="880399" cy="444227"/>
              <a:chOff x="1828720" y="966374"/>
              <a:chExt cx="416559" cy="210185"/>
            </a:xfrm>
          </p:grpSpPr>
          <p:sp>
            <p:nvSpPr>
              <p:cNvPr id="327" name="object 116">
                <a:extLst>
                  <a:ext uri="{FF2B5EF4-FFF2-40B4-BE49-F238E27FC236}">
                    <a16:creationId xmlns:a16="http://schemas.microsoft.com/office/drawing/2014/main" id="{FF29626A-D981-4092-AD9E-E73F1A1C8FDC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8" name="object 117">
                <a:extLst>
                  <a:ext uri="{FF2B5EF4-FFF2-40B4-BE49-F238E27FC236}">
                    <a16:creationId xmlns:a16="http://schemas.microsoft.com/office/drawing/2014/main" id="{4D98F6B4-17E7-63D3-E340-791412678906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9" name="object 118">
                <a:extLst>
                  <a:ext uri="{FF2B5EF4-FFF2-40B4-BE49-F238E27FC236}">
                    <a16:creationId xmlns:a16="http://schemas.microsoft.com/office/drawing/2014/main" id="{613650B2-5E28-42DF-A5AE-44B22E403DC4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0" name="object 119">
                <a:extLst>
                  <a:ext uri="{FF2B5EF4-FFF2-40B4-BE49-F238E27FC236}">
                    <a16:creationId xmlns:a16="http://schemas.microsoft.com/office/drawing/2014/main" id="{E6B41901-D61B-DF21-2C19-03FBABB860D0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3" name="object 120">
              <a:extLst>
                <a:ext uri="{FF2B5EF4-FFF2-40B4-BE49-F238E27FC236}">
                  <a16:creationId xmlns:a16="http://schemas.microsoft.com/office/drawing/2014/main" id="{FE284A34-E772-42D1-367A-36F3C52572D2}"/>
                </a:ext>
              </a:extLst>
            </p:cNvPr>
            <p:cNvSpPr txBox="1"/>
            <p:nvPr/>
          </p:nvSpPr>
          <p:spPr>
            <a:xfrm>
              <a:off x="4427174" y="2132639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8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4" name="object 121">
              <a:extLst>
                <a:ext uri="{FF2B5EF4-FFF2-40B4-BE49-F238E27FC236}">
                  <a16:creationId xmlns:a16="http://schemas.microsoft.com/office/drawing/2014/main" id="{264EA8A5-36DD-A1AD-6A83-4683025B546C}"/>
                </a:ext>
              </a:extLst>
            </p:cNvPr>
            <p:cNvGrpSpPr/>
            <p:nvPr/>
          </p:nvGrpSpPr>
          <p:grpSpPr>
            <a:xfrm>
              <a:off x="1686738" y="2042435"/>
              <a:ext cx="3497446" cy="880399"/>
              <a:chOff x="796666" y="966374"/>
              <a:chExt cx="1654810" cy="416559"/>
            </a:xfrm>
          </p:grpSpPr>
          <p:sp>
            <p:nvSpPr>
              <p:cNvPr id="319" name="object 122">
                <a:extLst>
                  <a:ext uri="{FF2B5EF4-FFF2-40B4-BE49-F238E27FC236}">
                    <a16:creationId xmlns:a16="http://schemas.microsoft.com/office/drawing/2014/main" id="{C99A4855-A5C9-F97F-75CF-2E527AA2E6C2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0" name="object 123">
                <a:extLst>
                  <a:ext uri="{FF2B5EF4-FFF2-40B4-BE49-F238E27FC236}">
                    <a16:creationId xmlns:a16="http://schemas.microsoft.com/office/drawing/2014/main" id="{AC24C868-E1BC-376E-00E9-3A1B435BF908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1" name="object 124">
                <a:extLst>
                  <a:ext uri="{FF2B5EF4-FFF2-40B4-BE49-F238E27FC236}">
                    <a16:creationId xmlns:a16="http://schemas.microsoft.com/office/drawing/2014/main" id="{F609D89B-0B7E-1B6B-EEAD-CC2D9CA7D22B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2" name="object 125">
                <a:extLst>
                  <a:ext uri="{FF2B5EF4-FFF2-40B4-BE49-F238E27FC236}">
                    <a16:creationId xmlns:a16="http://schemas.microsoft.com/office/drawing/2014/main" id="{67E8E1CD-AE87-B8E3-660C-F239E1F6614D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3" name="object 126">
                <a:extLst>
                  <a:ext uri="{FF2B5EF4-FFF2-40B4-BE49-F238E27FC236}">
                    <a16:creationId xmlns:a16="http://schemas.microsoft.com/office/drawing/2014/main" id="{A09F8DF2-31CC-2417-9EFB-DF4ABEAD2209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4" name="object 127">
                <a:extLst>
                  <a:ext uri="{FF2B5EF4-FFF2-40B4-BE49-F238E27FC236}">
                    <a16:creationId xmlns:a16="http://schemas.microsoft.com/office/drawing/2014/main" id="{692A931C-CCC2-1656-E831-57C653FB0E9D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5" name="object 128">
                <a:extLst>
                  <a:ext uri="{FF2B5EF4-FFF2-40B4-BE49-F238E27FC236}">
                    <a16:creationId xmlns:a16="http://schemas.microsoft.com/office/drawing/2014/main" id="{E95C1EF0-7AB1-9169-9CB2-61F078739C78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6" name="object 129">
                <a:extLst>
                  <a:ext uri="{FF2B5EF4-FFF2-40B4-BE49-F238E27FC236}">
                    <a16:creationId xmlns:a16="http://schemas.microsoft.com/office/drawing/2014/main" id="{E310B14E-D8AE-0D4A-6B83-591A5F69D48D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5" name="object 130">
              <a:extLst>
                <a:ext uri="{FF2B5EF4-FFF2-40B4-BE49-F238E27FC236}">
                  <a16:creationId xmlns:a16="http://schemas.microsoft.com/office/drawing/2014/main" id="{CA7D8377-2CD3-263C-326D-C053BE28ADF0}"/>
                </a:ext>
              </a:extLst>
            </p:cNvPr>
            <p:cNvSpPr txBox="1"/>
            <p:nvPr/>
          </p:nvSpPr>
          <p:spPr>
            <a:xfrm>
              <a:off x="2204925" y="2568864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6" name="object 131">
              <a:extLst>
                <a:ext uri="{FF2B5EF4-FFF2-40B4-BE49-F238E27FC236}">
                  <a16:creationId xmlns:a16="http://schemas.microsoft.com/office/drawing/2014/main" id="{6DB48CE0-B554-E3C4-EFD4-2BF3A8D6E649}"/>
                </a:ext>
              </a:extLst>
            </p:cNvPr>
            <p:cNvGrpSpPr/>
            <p:nvPr/>
          </p:nvGrpSpPr>
          <p:grpSpPr>
            <a:xfrm>
              <a:off x="2995477" y="2478660"/>
              <a:ext cx="1316575" cy="444227"/>
              <a:chOff x="1415893" y="1172773"/>
              <a:chExt cx="622935" cy="210185"/>
            </a:xfrm>
          </p:grpSpPr>
          <p:sp>
            <p:nvSpPr>
              <p:cNvPr id="313" name="object 132">
                <a:extLst>
                  <a:ext uri="{FF2B5EF4-FFF2-40B4-BE49-F238E27FC236}">
                    <a16:creationId xmlns:a16="http://schemas.microsoft.com/office/drawing/2014/main" id="{45195783-CB7B-0D66-0BC0-6C80DBBE5D08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4" name="object 133">
                <a:extLst>
                  <a:ext uri="{FF2B5EF4-FFF2-40B4-BE49-F238E27FC236}">
                    <a16:creationId xmlns:a16="http://schemas.microsoft.com/office/drawing/2014/main" id="{A25E31AC-039B-C613-F21D-E4BE4507D4D5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5" name="object 134">
                <a:extLst>
                  <a:ext uri="{FF2B5EF4-FFF2-40B4-BE49-F238E27FC236}">
                    <a16:creationId xmlns:a16="http://schemas.microsoft.com/office/drawing/2014/main" id="{5B69D3DF-35D4-090E-F4C2-4DAF2D5FD583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6" name="object 135">
                <a:extLst>
                  <a:ext uri="{FF2B5EF4-FFF2-40B4-BE49-F238E27FC236}">
                    <a16:creationId xmlns:a16="http://schemas.microsoft.com/office/drawing/2014/main" id="{166ECF11-7470-36CC-7F43-B6148CEEF2BA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7" name="object 136">
                <a:extLst>
                  <a:ext uri="{FF2B5EF4-FFF2-40B4-BE49-F238E27FC236}">
                    <a16:creationId xmlns:a16="http://schemas.microsoft.com/office/drawing/2014/main" id="{AFF7C1FD-E8E3-5737-16B8-A6EA1E44C618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8" name="object 137">
                <a:extLst>
                  <a:ext uri="{FF2B5EF4-FFF2-40B4-BE49-F238E27FC236}">
                    <a16:creationId xmlns:a16="http://schemas.microsoft.com/office/drawing/2014/main" id="{A400C011-B171-4CCF-2D4D-0A456BA0C50A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7" name="object 138">
              <a:extLst>
                <a:ext uri="{FF2B5EF4-FFF2-40B4-BE49-F238E27FC236}">
                  <a16:creationId xmlns:a16="http://schemas.microsoft.com/office/drawing/2014/main" id="{C1E4D769-D94D-34D9-A22D-0C6F0CBF495E}"/>
                </a:ext>
              </a:extLst>
            </p:cNvPr>
            <p:cNvSpPr txBox="1"/>
            <p:nvPr/>
          </p:nvSpPr>
          <p:spPr>
            <a:xfrm>
              <a:off x="3990936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6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8" name="object 139">
              <a:extLst>
                <a:ext uri="{FF2B5EF4-FFF2-40B4-BE49-F238E27FC236}">
                  <a16:creationId xmlns:a16="http://schemas.microsoft.com/office/drawing/2014/main" id="{E0119582-FD12-DAEA-9D9B-804A24D9C86E}"/>
                </a:ext>
              </a:extLst>
            </p:cNvPr>
            <p:cNvGrpSpPr/>
            <p:nvPr/>
          </p:nvGrpSpPr>
          <p:grpSpPr>
            <a:xfrm>
              <a:off x="4304226" y="2478660"/>
              <a:ext cx="444227" cy="444227"/>
              <a:chOff x="2035125" y="1172773"/>
              <a:chExt cx="210185" cy="210185"/>
            </a:xfrm>
          </p:grpSpPr>
          <p:sp>
            <p:nvSpPr>
              <p:cNvPr id="311" name="object 140">
                <a:extLst>
                  <a:ext uri="{FF2B5EF4-FFF2-40B4-BE49-F238E27FC236}">
                    <a16:creationId xmlns:a16="http://schemas.microsoft.com/office/drawing/2014/main" id="{20B975E9-C156-79EB-D3E1-09B52CA953A3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2" name="object 141">
                <a:extLst>
                  <a:ext uri="{FF2B5EF4-FFF2-40B4-BE49-F238E27FC236}">
                    <a16:creationId xmlns:a16="http://schemas.microsoft.com/office/drawing/2014/main" id="{398DB5E4-D4CA-0739-63BB-BB99FA172B1D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9" name="object 142">
              <a:extLst>
                <a:ext uri="{FF2B5EF4-FFF2-40B4-BE49-F238E27FC236}">
                  <a16:creationId xmlns:a16="http://schemas.microsoft.com/office/drawing/2014/main" id="{96974210-F354-A5E6-FFC8-1545E7E03FA8}"/>
                </a:ext>
              </a:extLst>
            </p:cNvPr>
            <p:cNvSpPr txBox="1"/>
            <p:nvPr/>
          </p:nvSpPr>
          <p:spPr>
            <a:xfrm>
              <a:off x="4427174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0" name="object 143">
              <a:extLst>
                <a:ext uri="{FF2B5EF4-FFF2-40B4-BE49-F238E27FC236}">
                  <a16:creationId xmlns:a16="http://schemas.microsoft.com/office/drawing/2014/main" id="{B46967E0-8FD9-C34E-D2C8-B3222A7194FF}"/>
                </a:ext>
              </a:extLst>
            </p:cNvPr>
            <p:cNvGrpSpPr/>
            <p:nvPr/>
          </p:nvGrpSpPr>
          <p:grpSpPr>
            <a:xfrm>
              <a:off x="1686738" y="2478660"/>
              <a:ext cx="3497446" cy="880399"/>
              <a:chOff x="796666" y="1172773"/>
              <a:chExt cx="1654810" cy="416559"/>
            </a:xfrm>
          </p:grpSpPr>
          <p:sp>
            <p:nvSpPr>
              <p:cNvPr id="301" name="object 144">
                <a:extLst>
                  <a:ext uri="{FF2B5EF4-FFF2-40B4-BE49-F238E27FC236}">
                    <a16:creationId xmlns:a16="http://schemas.microsoft.com/office/drawing/2014/main" id="{1F663744-2E3F-A678-2CB4-5DA3FEC74FD0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2" name="object 145">
                <a:extLst>
                  <a:ext uri="{FF2B5EF4-FFF2-40B4-BE49-F238E27FC236}">
                    <a16:creationId xmlns:a16="http://schemas.microsoft.com/office/drawing/2014/main" id="{EA52DABE-2B41-2169-6A1C-6995158AF916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3" name="object 146">
                <a:extLst>
                  <a:ext uri="{FF2B5EF4-FFF2-40B4-BE49-F238E27FC236}">
                    <a16:creationId xmlns:a16="http://schemas.microsoft.com/office/drawing/2014/main" id="{151E18B6-13F1-C3E1-9970-A3DFB27BE1D2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4" name="object 147">
                <a:extLst>
                  <a:ext uri="{FF2B5EF4-FFF2-40B4-BE49-F238E27FC236}">
                    <a16:creationId xmlns:a16="http://schemas.microsoft.com/office/drawing/2014/main" id="{B2C81537-B2A3-2CAC-86D9-CBE18E5DCD5C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5" name="object 148">
                <a:extLst>
                  <a:ext uri="{FF2B5EF4-FFF2-40B4-BE49-F238E27FC236}">
                    <a16:creationId xmlns:a16="http://schemas.microsoft.com/office/drawing/2014/main" id="{B9C6D70D-135E-E40E-4383-AB23EA6E747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6" name="object 149">
                <a:extLst>
                  <a:ext uri="{FF2B5EF4-FFF2-40B4-BE49-F238E27FC236}">
                    <a16:creationId xmlns:a16="http://schemas.microsoft.com/office/drawing/2014/main" id="{B7809078-922D-29DE-65F3-E1DAE36356F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7" name="object 150">
                <a:extLst>
                  <a:ext uri="{FF2B5EF4-FFF2-40B4-BE49-F238E27FC236}">
                    <a16:creationId xmlns:a16="http://schemas.microsoft.com/office/drawing/2014/main" id="{06D72D17-2F25-5884-2344-9DFB99EA928D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8" name="object 151">
                <a:extLst>
                  <a:ext uri="{FF2B5EF4-FFF2-40B4-BE49-F238E27FC236}">
                    <a16:creationId xmlns:a16="http://schemas.microsoft.com/office/drawing/2014/main" id="{AB93E0B1-39D1-3DA3-CB14-C708648CDBE4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9" name="object 152">
                <a:extLst>
                  <a:ext uri="{FF2B5EF4-FFF2-40B4-BE49-F238E27FC236}">
                    <a16:creationId xmlns:a16="http://schemas.microsoft.com/office/drawing/2014/main" id="{1FFC0560-D8B7-E482-175E-CA7A315D688C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3835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7009">
                    <a:moveTo>
                      <a:pt x="0" y="206410"/>
                    </a:moveTo>
                    <a:lnTo>
                      <a:pt x="203515" y="206410"/>
                    </a:lnTo>
                    <a:lnTo>
                      <a:pt x="203515" y="0"/>
                    </a:lnTo>
                    <a:lnTo>
                      <a:pt x="0" y="0"/>
                    </a:lnTo>
                    <a:lnTo>
                      <a:pt x="0" y="20641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0" name="object 153">
                <a:extLst>
                  <a:ext uri="{FF2B5EF4-FFF2-40B4-BE49-F238E27FC236}">
                    <a16:creationId xmlns:a16="http://schemas.microsoft.com/office/drawing/2014/main" id="{C296FFF0-AB0B-029D-AC14-0BC85E99406A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1" name="object 154">
              <a:extLst>
                <a:ext uri="{FF2B5EF4-FFF2-40B4-BE49-F238E27FC236}">
                  <a16:creationId xmlns:a16="http://schemas.microsoft.com/office/drawing/2014/main" id="{AFFAC886-79DB-06B3-40BD-E38151575D67}"/>
                </a:ext>
              </a:extLst>
            </p:cNvPr>
            <p:cNvSpPr txBox="1"/>
            <p:nvPr/>
          </p:nvSpPr>
          <p:spPr>
            <a:xfrm>
              <a:off x="2641200" y="3005150"/>
              <a:ext cx="70995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18</a:t>
              </a:r>
              <a:r>
                <a:rPr sz="1162" spc="571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2" name="object 155">
              <a:extLst>
                <a:ext uri="{FF2B5EF4-FFF2-40B4-BE49-F238E27FC236}">
                  <a16:creationId xmlns:a16="http://schemas.microsoft.com/office/drawing/2014/main" id="{37A92A0D-E699-ED31-C319-65DE58D8EA36}"/>
                </a:ext>
              </a:extLst>
            </p:cNvPr>
            <p:cNvGrpSpPr/>
            <p:nvPr/>
          </p:nvGrpSpPr>
          <p:grpSpPr>
            <a:xfrm>
              <a:off x="3431763" y="2914948"/>
              <a:ext cx="880399" cy="444227"/>
              <a:chOff x="1622321" y="1379202"/>
              <a:chExt cx="416559" cy="210185"/>
            </a:xfrm>
          </p:grpSpPr>
          <p:sp>
            <p:nvSpPr>
              <p:cNvPr id="297" name="object 156">
                <a:extLst>
                  <a:ext uri="{FF2B5EF4-FFF2-40B4-BE49-F238E27FC236}">
                    <a16:creationId xmlns:a16="http://schemas.microsoft.com/office/drawing/2014/main" id="{F0871273-DED5-CDA0-E4D4-F0917923E72F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8" name="object 157">
                <a:extLst>
                  <a:ext uri="{FF2B5EF4-FFF2-40B4-BE49-F238E27FC236}">
                    <a16:creationId xmlns:a16="http://schemas.microsoft.com/office/drawing/2014/main" id="{32CAE492-3B77-7C00-7966-34C8A85209FE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9" name="object 158">
                <a:extLst>
                  <a:ext uri="{FF2B5EF4-FFF2-40B4-BE49-F238E27FC236}">
                    <a16:creationId xmlns:a16="http://schemas.microsoft.com/office/drawing/2014/main" id="{6EC27960-AD9B-18FB-AD48-24A308B51C61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0" name="object 159">
                <a:extLst>
                  <a:ext uri="{FF2B5EF4-FFF2-40B4-BE49-F238E27FC236}">
                    <a16:creationId xmlns:a16="http://schemas.microsoft.com/office/drawing/2014/main" id="{C8CAB7C2-5AB2-7643-B9C3-85D89B9E1699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3" name="object 160">
              <a:extLst>
                <a:ext uri="{FF2B5EF4-FFF2-40B4-BE49-F238E27FC236}">
                  <a16:creationId xmlns:a16="http://schemas.microsoft.com/office/drawing/2014/main" id="{114039FC-40CC-C5C4-33CA-B854A6E63A89}"/>
                </a:ext>
              </a:extLst>
            </p:cNvPr>
            <p:cNvSpPr txBox="1"/>
            <p:nvPr/>
          </p:nvSpPr>
          <p:spPr>
            <a:xfrm>
              <a:off x="3990936" y="3005150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4" name="object 161">
              <a:extLst>
                <a:ext uri="{FF2B5EF4-FFF2-40B4-BE49-F238E27FC236}">
                  <a16:creationId xmlns:a16="http://schemas.microsoft.com/office/drawing/2014/main" id="{0CC35966-E4BE-1A67-E700-51A73FC49E87}"/>
                </a:ext>
              </a:extLst>
            </p:cNvPr>
            <p:cNvGrpSpPr/>
            <p:nvPr/>
          </p:nvGrpSpPr>
          <p:grpSpPr>
            <a:xfrm>
              <a:off x="1686738" y="2914948"/>
              <a:ext cx="3497446" cy="880399"/>
              <a:chOff x="796666" y="1379202"/>
              <a:chExt cx="1654810" cy="416559"/>
            </a:xfrm>
          </p:grpSpPr>
          <p:sp>
            <p:nvSpPr>
              <p:cNvPr id="289" name="object 162">
                <a:extLst>
                  <a:ext uri="{FF2B5EF4-FFF2-40B4-BE49-F238E27FC236}">
                    <a16:creationId xmlns:a16="http://schemas.microsoft.com/office/drawing/2014/main" id="{5ADC0425-434B-CEA5-3984-1338CA2F31B8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163">
                <a:extLst>
                  <a:ext uri="{FF2B5EF4-FFF2-40B4-BE49-F238E27FC236}">
                    <a16:creationId xmlns:a16="http://schemas.microsoft.com/office/drawing/2014/main" id="{483560A2-69EA-B676-F9C7-866003D3880E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164">
                <a:extLst>
                  <a:ext uri="{FF2B5EF4-FFF2-40B4-BE49-F238E27FC236}">
                    <a16:creationId xmlns:a16="http://schemas.microsoft.com/office/drawing/2014/main" id="{9F57B8CA-FBCF-F88F-CA90-97ED26EF3CAF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165">
                <a:extLst>
                  <a:ext uri="{FF2B5EF4-FFF2-40B4-BE49-F238E27FC236}">
                    <a16:creationId xmlns:a16="http://schemas.microsoft.com/office/drawing/2014/main" id="{0B66B56C-9927-0A13-2E32-D6753A8E79E7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166">
                <a:extLst>
                  <a:ext uri="{FF2B5EF4-FFF2-40B4-BE49-F238E27FC236}">
                    <a16:creationId xmlns:a16="http://schemas.microsoft.com/office/drawing/2014/main" id="{3640B1D9-F2F2-3AA6-A4FA-B18F41A43C99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167">
                <a:extLst>
                  <a:ext uri="{FF2B5EF4-FFF2-40B4-BE49-F238E27FC236}">
                    <a16:creationId xmlns:a16="http://schemas.microsoft.com/office/drawing/2014/main" id="{D2179F3C-918C-DFBD-8E8C-BBD1DC8421EA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5" name="object 168">
                <a:extLst>
                  <a:ext uri="{FF2B5EF4-FFF2-40B4-BE49-F238E27FC236}">
                    <a16:creationId xmlns:a16="http://schemas.microsoft.com/office/drawing/2014/main" id="{9F7C9703-AEC4-FF4B-BEF5-D93B80B5DDB0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6" name="object 169">
                <a:extLst>
                  <a:ext uri="{FF2B5EF4-FFF2-40B4-BE49-F238E27FC236}">
                    <a16:creationId xmlns:a16="http://schemas.microsoft.com/office/drawing/2014/main" id="{2B5F0CB0-6AED-3EE6-DF91-2FA5501888F2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5" name="object 170">
              <a:extLst>
                <a:ext uri="{FF2B5EF4-FFF2-40B4-BE49-F238E27FC236}">
                  <a16:creationId xmlns:a16="http://schemas.microsoft.com/office/drawing/2014/main" id="{EBCDCBEA-B88D-8389-D8CF-69882890DDDA}"/>
                </a:ext>
              </a:extLst>
            </p:cNvPr>
            <p:cNvSpPr txBox="1"/>
            <p:nvPr/>
          </p:nvSpPr>
          <p:spPr>
            <a:xfrm>
              <a:off x="2204925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6" name="object 171">
              <a:extLst>
                <a:ext uri="{FF2B5EF4-FFF2-40B4-BE49-F238E27FC236}">
                  <a16:creationId xmlns:a16="http://schemas.microsoft.com/office/drawing/2014/main" id="{EBC86EBB-CC7C-46A0-D691-56E8014D7737}"/>
                </a:ext>
              </a:extLst>
            </p:cNvPr>
            <p:cNvGrpSpPr/>
            <p:nvPr/>
          </p:nvGrpSpPr>
          <p:grpSpPr>
            <a:xfrm>
              <a:off x="2559252" y="3351173"/>
              <a:ext cx="880399" cy="444227"/>
              <a:chOff x="1209494" y="1585601"/>
              <a:chExt cx="416559" cy="210185"/>
            </a:xfrm>
          </p:grpSpPr>
          <p:sp>
            <p:nvSpPr>
              <p:cNvPr id="285" name="object 172">
                <a:extLst>
                  <a:ext uri="{FF2B5EF4-FFF2-40B4-BE49-F238E27FC236}">
                    <a16:creationId xmlns:a16="http://schemas.microsoft.com/office/drawing/2014/main" id="{78F21053-86CD-C47B-A29B-82BF9D58F43A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173">
                <a:extLst>
                  <a:ext uri="{FF2B5EF4-FFF2-40B4-BE49-F238E27FC236}">
                    <a16:creationId xmlns:a16="http://schemas.microsoft.com/office/drawing/2014/main" id="{7B5B6178-9AC0-90A1-992B-33E62E8F8149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174">
                <a:extLst>
                  <a:ext uri="{FF2B5EF4-FFF2-40B4-BE49-F238E27FC236}">
                    <a16:creationId xmlns:a16="http://schemas.microsoft.com/office/drawing/2014/main" id="{B13A27E0-D492-13FF-E2A0-4FCCD4393D1A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175">
                <a:extLst>
                  <a:ext uri="{FF2B5EF4-FFF2-40B4-BE49-F238E27FC236}">
                    <a16:creationId xmlns:a16="http://schemas.microsoft.com/office/drawing/2014/main" id="{B1CC0DE3-E9A2-AC8E-8C85-8D99AAC69346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7" name="object 176">
              <a:extLst>
                <a:ext uri="{FF2B5EF4-FFF2-40B4-BE49-F238E27FC236}">
                  <a16:creationId xmlns:a16="http://schemas.microsoft.com/office/drawing/2014/main" id="{54F34441-A5E6-3B0E-A2F0-09F9EF7612DA}"/>
                </a:ext>
              </a:extLst>
            </p:cNvPr>
            <p:cNvSpPr txBox="1"/>
            <p:nvPr/>
          </p:nvSpPr>
          <p:spPr>
            <a:xfrm>
              <a:off x="3077423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20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8" name="object 177">
              <a:extLst>
                <a:ext uri="{FF2B5EF4-FFF2-40B4-BE49-F238E27FC236}">
                  <a16:creationId xmlns:a16="http://schemas.microsoft.com/office/drawing/2014/main" id="{29A76D6E-A187-A55C-2920-0ADD7FF0B9D2}"/>
                </a:ext>
              </a:extLst>
            </p:cNvPr>
            <p:cNvGrpSpPr/>
            <p:nvPr/>
          </p:nvGrpSpPr>
          <p:grpSpPr>
            <a:xfrm>
              <a:off x="3431763" y="3351173"/>
              <a:ext cx="880399" cy="444227"/>
              <a:chOff x="1622321" y="1585601"/>
              <a:chExt cx="416559" cy="210185"/>
            </a:xfrm>
          </p:grpSpPr>
          <p:sp>
            <p:nvSpPr>
              <p:cNvPr id="281" name="object 178">
                <a:extLst>
                  <a:ext uri="{FF2B5EF4-FFF2-40B4-BE49-F238E27FC236}">
                    <a16:creationId xmlns:a16="http://schemas.microsoft.com/office/drawing/2014/main" id="{7D7EBDCF-4F18-DF40-0465-E72C118B0E01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179">
                <a:extLst>
                  <a:ext uri="{FF2B5EF4-FFF2-40B4-BE49-F238E27FC236}">
                    <a16:creationId xmlns:a16="http://schemas.microsoft.com/office/drawing/2014/main" id="{A79C8EF6-62E3-8544-CFFE-6F89EE4C881B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180">
                <a:extLst>
                  <a:ext uri="{FF2B5EF4-FFF2-40B4-BE49-F238E27FC236}">
                    <a16:creationId xmlns:a16="http://schemas.microsoft.com/office/drawing/2014/main" id="{95270FB3-9D17-B1F4-03C9-1E5DCBEC076D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181">
                <a:extLst>
                  <a:ext uri="{FF2B5EF4-FFF2-40B4-BE49-F238E27FC236}">
                    <a16:creationId xmlns:a16="http://schemas.microsoft.com/office/drawing/2014/main" id="{4D262247-AEA6-7BCD-CE73-74DDA6C681CC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9" name="object 182">
              <a:extLst>
                <a:ext uri="{FF2B5EF4-FFF2-40B4-BE49-F238E27FC236}">
                  <a16:creationId xmlns:a16="http://schemas.microsoft.com/office/drawing/2014/main" id="{410E6A79-5AEE-2069-AF4E-402F3D4D9282}"/>
                </a:ext>
              </a:extLst>
            </p:cNvPr>
            <p:cNvSpPr txBox="1"/>
            <p:nvPr/>
          </p:nvSpPr>
          <p:spPr>
            <a:xfrm>
              <a:off x="3990936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0" name="object 183">
              <a:extLst>
                <a:ext uri="{FF2B5EF4-FFF2-40B4-BE49-F238E27FC236}">
                  <a16:creationId xmlns:a16="http://schemas.microsoft.com/office/drawing/2014/main" id="{69A3E5FE-34C0-9266-E8F7-D958BD8591A4}"/>
                </a:ext>
              </a:extLst>
            </p:cNvPr>
            <p:cNvGrpSpPr/>
            <p:nvPr/>
          </p:nvGrpSpPr>
          <p:grpSpPr>
            <a:xfrm>
              <a:off x="4304226" y="3351173"/>
              <a:ext cx="444227" cy="444227"/>
              <a:chOff x="2035125" y="1585601"/>
              <a:chExt cx="210185" cy="210185"/>
            </a:xfrm>
          </p:grpSpPr>
          <p:sp>
            <p:nvSpPr>
              <p:cNvPr id="279" name="object 184">
                <a:extLst>
                  <a:ext uri="{FF2B5EF4-FFF2-40B4-BE49-F238E27FC236}">
                    <a16:creationId xmlns:a16="http://schemas.microsoft.com/office/drawing/2014/main" id="{C7E2A85C-2F10-5A4E-F2C5-17D5C0F05ED0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185">
                <a:extLst>
                  <a:ext uri="{FF2B5EF4-FFF2-40B4-BE49-F238E27FC236}">
                    <a16:creationId xmlns:a16="http://schemas.microsoft.com/office/drawing/2014/main" id="{01097093-EB6A-E02D-2E1A-3E42A3713029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1" name="object 186">
              <a:extLst>
                <a:ext uri="{FF2B5EF4-FFF2-40B4-BE49-F238E27FC236}">
                  <a16:creationId xmlns:a16="http://schemas.microsoft.com/office/drawing/2014/main" id="{BDF16AC1-6E0F-9FB9-7BED-C01E1892C585}"/>
                </a:ext>
              </a:extLst>
            </p:cNvPr>
            <p:cNvSpPr txBox="1"/>
            <p:nvPr/>
          </p:nvSpPr>
          <p:spPr>
            <a:xfrm>
              <a:off x="4427174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3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2" name="object 187">
              <a:extLst>
                <a:ext uri="{FF2B5EF4-FFF2-40B4-BE49-F238E27FC236}">
                  <a16:creationId xmlns:a16="http://schemas.microsoft.com/office/drawing/2014/main" id="{F7484E49-20BE-587C-582E-1033B8471588}"/>
                </a:ext>
              </a:extLst>
            </p:cNvPr>
            <p:cNvGrpSpPr/>
            <p:nvPr/>
          </p:nvGrpSpPr>
          <p:grpSpPr>
            <a:xfrm>
              <a:off x="1686738" y="3351173"/>
              <a:ext cx="3497446" cy="880399"/>
              <a:chOff x="796666" y="1585601"/>
              <a:chExt cx="1654810" cy="416559"/>
            </a:xfrm>
          </p:grpSpPr>
          <p:sp>
            <p:nvSpPr>
              <p:cNvPr id="267" name="object 188">
                <a:extLst>
                  <a:ext uri="{FF2B5EF4-FFF2-40B4-BE49-F238E27FC236}">
                    <a16:creationId xmlns:a16="http://schemas.microsoft.com/office/drawing/2014/main" id="{CFCEE6DB-BBEA-8AB2-AC2B-C064B0389271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189">
                <a:extLst>
                  <a:ext uri="{FF2B5EF4-FFF2-40B4-BE49-F238E27FC236}">
                    <a16:creationId xmlns:a16="http://schemas.microsoft.com/office/drawing/2014/main" id="{C22046D7-1A64-80FF-5A9E-3D5646B22D7D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190">
                <a:extLst>
                  <a:ext uri="{FF2B5EF4-FFF2-40B4-BE49-F238E27FC236}">
                    <a16:creationId xmlns:a16="http://schemas.microsoft.com/office/drawing/2014/main" id="{46DED749-3A23-AF04-9193-54A4B14C4A29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191">
                <a:extLst>
                  <a:ext uri="{FF2B5EF4-FFF2-40B4-BE49-F238E27FC236}">
                    <a16:creationId xmlns:a16="http://schemas.microsoft.com/office/drawing/2014/main" id="{ABA1A3AC-5A2E-6108-DCB4-AA3D1C94F35B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192">
                <a:extLst>
                  <a:ext uri="{FF2B5EF4-FFF2-40B4-BE49-F238E27FC236}">
                    <a16:creationId xmlns:a16="http://schemas.microsoft.com/office/drawing/2014/main" id="{F60F9F57-5C50-2E8C-1324-40C9A812FC23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193">
                <a:extLst>
                  <a:ext uri="{FF2B5EF4-FFF2-40B4-BE49-F238E27FC236}">
                    <a16:creationId xmlns:a16="http://schemas.microsoft.com/office/drawing/2014/main" id="{7DD5F9FC-7F5B-E76E-B5E8-E89DE095920C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194">
                <a:extLst>
                  <a:ext uri="{FF2B5EF4-FFF2-40B4-BE49-F238E27FC236}">
                    <a16:creationId xmlns:a16="http://schemas.microsoft.com/office/drawing/2014/main" id="{47E2E96D-1863-33C0-564E-161BB31F9A95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195">
                <a:extLst>
                  <a:ext uri="{FF2B5EF4-FFF2-40B4-BE49-F238E27FC236}">
                    <a16:creationId xmlns:a16="http://schemas.microsoft.com/office/drawing/2014/main" id="{584A4853-D356-C40C-B5B4-1A4B8EDD2589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196">
                <a:extLst>
                  <a:ext uri="{FF2B5EF4-FFF2-40B4-BE49-F238E27FC236}">
                    <a16:creationId xmlns:a16="http://schemas.microsoft.com/office/drawing/2014/main" id="{6436A8D1-169F-0398-A61B-97DE10F6C3C7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197">
                <a:extLst>
                  <a:ext uri="{FF2B5EF4-FFF2-40B4-BE49-F238E27FC236}">
                    <a16:creationId xmlns:a16="http://schemas.microsoft.com/office/drawing/2014/main" id="{18B058DC-8FA3-10FD-973B-CDCDE945EE5E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198">
                <a:extLst>
                  <a:ext uri="{FF2B5EF4-FFF2-40B4-BE49-F238E27FC236}">
                    <a16:creationId xmlns:a16="http://schemas.microsoft.com/office/drawing/2014/main" id="{94BE43B9-288A-6D88-A879-BFAE9BD18443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199">
                <a:extLst>
                  <a:ext uri="{FF2B5EF4-FFF2-40B4-BE49-F238E27FC236}">
                    <a16:creationId xmlns:a16="http://schemas.microsoft.com/office/drawing/2014/main" id="{00454B32-8912-57FC-1508-58B66FEB18A5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3" name="object 200">
              <a:extLst>
                <a:ext uri="{FF2B5EF4-FFF2-40B4-BE49-F238E27FC236}">
                  <a16:creationId xmlns:a16="http://schemas.microsoft.com/office/drawing/2014/main" id="{F77D8E3D-D76A-8075-9B5A-298B9146F8F8}"/>
                </a:ext>
              </a:extLst>
            </p:cNvPr>
            <p:cNvSpPr txBox="1"/>
            <p:nvPr/>
          </p:nvSpPr>
          <p:spPr>
            <a:xfrm>
              <a:off x="2204925" y="3877612"/>
              <a:ext cx="1575595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22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21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4" name="object 201">
              <a:extLst>
                <a:ext uri="{FF2B5EF4-FFF2-40B4-BE49-F238E27FC236}">
                  <a16:creationId xmlns:a16="http://schemas.microsoft.com/office/drawing/2014/main" id="{69FDCBCD-C5A2-C4E4-5DB7-D5F85F8F12CC}"/>
                </a:ext>
              </a:extLst>
            </p:cNvPr>
            <p:cNvGrpSpPr/>
            <p:nvPr/>
          </p:nvGrpSpPr>
          <p:grpSpPr>
            <a:xfrm>
              <a:off x="3867988" y="3787411"/>
              <a:ext cx="880399" cy="444227"/>
              <a:chOff x="1828720" y="1792006"/>
              <a:chExt cx="416559" cy="210185"/>
            </a:xfrm>
          </p:grpSpPr>
          <p:sp>
            <p:nvSpPr>
              <p:cNvPr id="263" name="object 202">
                <a:extLst>
                  <a:ext uri="{FF2B5EF4-FFF2-40B4-BE49-F238E27FC236}">
                    <a16:creationId xmlns:a16="http://schemas.microsoft.com/office/drawing/2014/main" id="{820940D1-992F-4015-90FF-CA1A2672538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03">
                <a:extLst>
                  <a:ext uri="{FF2B5EF4-FFF2-40B4-BE49-F238E27FC236}">
                    <a16:creationId xmlns:a16="http://schemas.microsoft.com/office/drawing/2014/main" id="{8B761F1A-1CF3-6077-C6F7-A261BEB7B61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04">
                <a:extLst>
                  <a:ext uri="{FF2B5EF4-FFF2-40B4-BE49-F238E27FC236}">
                    <a16:creationId xmlns:a16="http://schemas.microsoft.com/office/drawing/2014/main" id="{100734A8-0E5C-DD16-9F18-5BAFC9601013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05">
                <a:extLst>
                  <a:ext uri="{FF2B5EF4-FFF2-40B4-BE49-F238E27FC236}">
                    <a16:creationId xmlns:a16="http://schemas.microsoft.com/office/drawing/2014/main" id="{98DEC2FC-AA2E-3F90-71EE-454493814744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5" name="object 206">
              <a:extLst>
                <a:ext uri="{FF2B5EF4-FFF2-40B4-BE49-F238E27FC236}">
                  <a16:creationId xmlns:a16="http://schemas.microsoft.com/office/drawing/2014/main" id="{F5777792-B32F-E467-9FBA-1225BBA08185}"/>
                </a:ext>
              </a:extLst>
            </p:cNvPr>
            <p:cNvSpPr txBox="1"/>
            <p:nvPr/>
          </p:nvSpPr>
          <p:spPr>
            <a:xfrm>
              <a:off x="4427174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6" name="object 207">
              <a:extLst>
                <a:ext uri="{FF2B5EF4-FFF2-40B4-BE49-F238E27FC236}">
                  <a16:creationId xmlns:a16="http://schemas.microsoft.com/office/drawing/2014/main" id="{C51C294C-FD42-0462-1B60-70AAAA691E25}"/>
                </a:ext>
              </a:extLst>
            </p:cNvPr>
            <p:cNvGrpSpPr/>
            <p:nvPr/>
          </p:nvGrpSpPr>
          <p:grpSpPr>
            <a:xfrm>
              <a:off x="4740502" y="3787411"/>
              <a:ext cx="444227" cy="444227"/>
              <a:chOff x="2241548" y="1792006"/>
              <a:chExt cx="210185" cy="210185"/>
            </a:xfrm>
          </p:grpSpPr>
          <p:sp>
            <p:nvSpPr>
              <p:cNvPr id="261" name="object 208">
                <a:extLst>
                  <a:ext uri="{FF2B5EF4-FFF2-40B4-BE49-F238E27FC236}">
                    <a16:creationId xmlns:a16="http://schemas.microsoft.com/office/drawing/2014/main" id="{4C357E81-265C-17FC-5F67-D2D51E927181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09">
                <a:extLst>
                  <a:ext uri="{FF2B5EF4-FFF2-40B4-BE49-F238E27FC236}">
                    <a16:creationId xmlns:a16="http://schemas.microsoft.com/office/drawing/2014/main" id="{8F857BF3-729B-76F1-A05F-8E44C6C71A27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7" name="object 210">
              <a:extLst>
                <a:ext uri="{FF2B5EF4-FFF2-40B4-BE49-F238E27FC236}">
                  <a16:creationId xmlns:a16="http://schemas.microsoft.com/office/drawing/2014/main" id="{0B401C0E-956F-11C8-CB65-6B8D6A99F91E}"/>
                </a:ext>
              </a:extLst>
            </p:cNvPr>
            <p:cNvSpPr txBox="1"/>
            <p:nvPr/>
          </p:nvSpPr>
          <p:spPr>
            <a:xfrm>
              <a:off x="4863447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1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8" name="object 211">
              <a:extLst>
                <a:ext uri="{FF2B5EF4-FFF2-40B4-BE49-F238E27FC236}">
                  <a16:creationId xmlns:a16="http://schemas.microsoft.com/office/drawing/2014/main" id="{B614BC3B-092A-7A77-FEC8-6746F14D3DA2}"/>
                </a:ext>
              </a:extLst>
            </p:cNvPr>
            <p:cNvGrpSpPr/>
            <p:nvPr/>
          </p:nvGrpSpPr>
          <p:grpSpPr>
            <a:xfrm>
              <a:off x="1683951" y="1167133"/>
              <a:ext cx="3502814" cy="3502814"/>
              <a:chOff x="795347" y="552227"/>
              <a:chExt cx="1657350" cy="1657350"/>
            </a:xfrm>
          </p:grpSpPr>
          <p:sp>
            <p:nvSpPr>
              <p:cNvPr id="241" name="object 212">
                <a:extLst>
                  <a:ext uri="{FF2B5EF4-FFF2-40B4-BE49-F238E27FC236}">
                    <a16:creationId xmlns:a16="http://schemas.microsoft.com/office/drawing/2014/main" id="{35AED10B-A7A5-C81F-3FF0-B458ABAF4F01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13">
                <a:extLst>
                  <a:ext uri="{FF2B5EF4-FFF2-40B4-BE49-F238E27FC236}">
                    <a16:creationId xmlns:a16="http://schemas.microsoft.com/office/drawing/2014/main" id="{18B1BF91-C80F-4362-0226-8A6F1DDEEC89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14">
                <a:extLst>
                  <a:ext uri="{FF2B5EF4-FFF2-40B4-BE49-F238E27FC236}">
                    <a16:creationId xmlns:a16="http://schemas.microsoft.com/office/drawing/2014/main" id="{B2A6B51F-D781-70E0-6418-ED93964A6AAD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15">
                <a:extLst>
                  <a:ext uri="{FF2B5EF4-FFF2-40B4-BE49-F238E27FC236}">
                    <a16:creationId xmlns:a16="http://schemas.microsoft.com/office/drawing/2014/main" id="{33782803-99B6-9440-F1D6-4F428704BCE2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16">
                <a:extLst>
                  <a:ext uri="{FF2B5EF4-FFF2-40B4-BE49-F238E27FC236}">
                    <a16:creationId xmlns:a16="http://schemas.microsoft.com/office/drawing/2014/main" id="{6B034202-2094-E707-7EBE-5FFC863642A8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17">
                <a:extLst>
                  <a:ext uri="{FF2B5EF4-FFF2-40B4-BE49-F238E27FC236}">
                    <a16:creationId xmlns:a16="http://schemas.microsoft.com/office/drawing/2014/main" id="{FD428523-0E49-9EC8-B883-7A63284A7085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18">
                <a:extLst>
                  <a:ext uri="{FF2B5EF4-FFF2-40B4-BE49-F238E27FC236}">
                    <a16:creationId xmlns:a16="http://schemas.microsoft.com/office/drawing/2014/main" id="{94CC9693-8E68-7110-6DA7-991239F59EE7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19">
                <a:extLst>
                  <a:ext uri="{FF2B5EF4-FFF2-40B4-BE49-F238E27FC236}">
                    <a16:creationId xmlns:a16="http://schemas.microsoft.com/office/drawing/2014/main" id="{D975293D-CFAF-CDDF-EC72-C76AD7D8E105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20">
                <a:extLst>
                  <a:ext uri="{FF2B5EF4-FFF2-40B4-BE49-F238E27FC236}">
                    <a16:creationId xmlns:a16="http://schemas.microsoft.com/office/drawing/2014/main" id="{6FE7C87D-B646-61EC-09A9-8EA1EFC75D6B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21">
                <a:extLst>
                  <a:ext uri="{FF2B5EF4-FFF2-40B4-BE49-F238E27FC236}">
                    <a16:creationId xmlns:a16="http://schemas.microsoft.com/office/drawing/2014/main" id="{410E33C9-81A2-A8F0-3CDD-171487C45D1F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22">
                <a:extLst>
                  <a:ext uri="{FF2B5EF4-FFF2-40B4-BE49-F238E27FC236}">
                    <a16:creationId xmlns:a16="http://schemas.microsoft.com/office/drawing/2014/main" id="{73AF0C4D-D930-0770-4E8E-ACA23EB71F03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23">
                <a:extLst>
                  <a:ext uri="{FF2B5EF4-FFF2-40B4-BE49-F238E27FC236}">
                    <a16:creationId xmlns:a16="http://schemas.microsoft.com/office/drawing/2014/main" id="{028D940D-E7E8-B0C9-B930-408BA495F74A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24">
                <a:extLst>
                  <a:ext uri="{FF2B5EF4-FFF2-40B4-BE49-F238E27FC236}">
                    <a16:creationId xmlns:a16="http://schemas.microsoft.com/office/drawing/2014/main" id="{A53870E5-81C0-541F-04EB-C58A343EBF1E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25">
                <a:extLst>
                  <a:ext uri="{FF2B5EF4-FFF2-40B4-BE49-F238E27FC236}">
                    <a16:creationId xmlns:a16="http://schemas.microsoft.com/office/drawing/2014/main" id="{3FAC4A9A-9E7A-A416-068B-44C05558C46D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26">
                <a:extLst>
                  <a:ext uri="{FF2B5EF4-FFF2-40B4-BE49-F238E27FC236}">
                    <a16:creationId xmlns:a16="http://schemas.microsoft.com/office/drawing/2014/main" id="{E87AAF87-5E50-A05F-38B2-7EC0A1A05230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27">
                <a:extLst>
                  <a:ext uri="{FF2B5EF4-FFF2-40B4-BE49-F238E27FC236}">
                    <a16:creationId xmlns:a16="http://schemas.microsoft.com/office/drawing/2014/main" id="{82E88A1D-BBDD-C303-DD50-41233A319E0F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28">
                <a:extLst>
                  <a:ext uri="{FF2B5EF4-FFF2-40B4-BE49-F238E27FC236}">
                    <a16:creationId xmlns:a16="http://schemas.microsoft.com/office/drawing/2014/main" id="{87E8B89D-4643-22DE-59D8-A45D00C7FA14}"/>
                  </a:ext>
                </a:extLst>
              </p:cNvPr>
              <p:cNvSpPr/>
              <p:nvPr/>
            </p:nvSpPr>
            <p:spPr>
              <a:xfrm>
                <a:off x="2449541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29">
                <a:extLst>
                  <a:ext uri="{FF2B5EF4-FFF2-40B4-BE49-F238E27FC236}">
                    <a16:creationId xmlns:a16="http://schemas.microsoft.com/office/drawing/2014/main" id="{3022BE84-CCDA-46AC-1939-EF6E009B2912}"/>
                  </a:ext>
                </a:extLst>
              </p:cNvPr>
              <p:cNvSpPr/>
              <p:nvPr/>
            </p:nvSpPr>
            <p:spPr>
              <a:xfrm>
                <a:off x="798253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30">
                <a:extLst>
                  <a:ext uri="{FF2B5EF4-FFF2-40B4-BE49-F238E27FC236}">
                    <a16:creationId xmlns:a16="http://schemas.microsoft.com/office/drawing/2014/main" id="{10451DB1-82CB-B16F-267C-EAA28D71E6EC}"/>
                  </a:ext>
                </a:extLst>
              </p:cNvPr>
              <p:cNvSpPr/>
              <p:nvPr/>
            </p:nvSpPr>
            <p:spPr>
              <a:xfrm>
                <a:off x="798254" y="2206421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31">
                <a:extLst>
                  <a:ext uri="{FF2B5EF4-FFF2-40B4-BE49-F238E27FC236}">
                    <a16:creationId xmlns:a16="http://schemas.microsoft.com/office/drawing/2014/main" id="{D67C7263-19D7-1B95-4971-FAC273D45E1C}"/>
                  </a:ext>
                </a:extLst>
              </p:cNvPr>
              <p:cNvSpPr/>
              <p:nvPr/>
            </p:nvSpPr>
            <p:spPr>
              <a:xfrm>
                <a:off x="798254" y="555133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9" name="object 232">
              <a:extLst>
                <a:ext uri="{FF2B5EF4-FFF2-40B4-BE49-F238E27FC236}">
                  <a16:creationId xmlns:a16="http://schemas.microsoft.com/office/drawing/2014/main" id="{D9C47CBE-8492-884A-A1B0-8B5DA1A9CF0D}"/>
                </a:ext>
              </a:extLst>
            </p:cNvPr>
            <p:cNvSpPr txBox="1"/>
            <p:nvPr/>
          </p:nvSpPr>
          <p:spPr>
            <a:xfrm>
              <a:off x="1155316" y="2120352"/>
              <a:ext cx="444227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40" name="object 233">
              <a:extLst>
                <a:ext uri="{FF2B5EF4-FFF2-40B4-BE49-F238E27FC236}">
                  <a16:creationId xmlns:a16="http://schemas.microsoft.com/office/drawing/2014/main" id="{56FCC23F-FED5-7AB6-7095-7583911B75F0}"/>
                </a:ext>
              </a:extLst>
            </p:cNvPr>
            <p:cNvSpPr txBox="1"/>
            <p:nvPr/>
          </p:nvSpPr>
          <p:spPr>
            <a:xfrm>
              <a:off x="5246771" y="3889628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 dirty="0">
                <a:latin typeface="Arial"/>
                <a:cs typeface="Arial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/>
              <p:nvPr/>
            </p:nvSpPr>
            <p:spPr>
              <a:xfrm>
                <a:off x="6303695" y="1438422"/>
                <a:ext cx="4697026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 value function estimates the expected long-term reward in a state under a policy.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695" y="1438422"/>
                <a:ext cx="4697026" cy="1015663"/>
              </a:xfrm>
              <a:prstGeom prst="rect">
                <a:avLst/>
              </a:prstGeom>
              <a:blipFill>
                <a:blip r:embed="rId6"/>
                <a:stretch>
                  <a:fillRect l="-1038" t="-2994" b="-6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74000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4FB7BA-06A9-F015-8D3D-44DC08D9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405242-9EEF-39C2-0132-9DC13C2E8C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C02D389-CA74-21EA-9904-E138223B6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RL and Planning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937AC0-307B-D3AD-FEC1-D159E199D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Model-based vs. Model-free Methods</a:t>
            </a:r>
          </a:p>
        </p:txBody>
      </p:sp>
    </p:spTree>
    <p:extLst>
      <p:ext uri="{BB962C8B-B14F-4D97-AF65-F5344CB8AC3E}">
        <p14:creationId xmlns:p14="http://schemas.microsoft.com/office/powerpoint/2010/main" val="5968982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A3A54C-585D-36A8-052B-4B768723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Model-based vs. Model-free RL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643BFE-D28D-FF59-BA87-CA9FBFC05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62497"/>
            <a:ext cx="5157787" cy="82391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DAD3CC6-3A58-F682-5487-FADBCD214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386409"/>
            <a:ext cx="5157787" cy="3309392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r>
              <a:rPr lang="en-US" dirty="0"/>
              <a:t>Known Environment: The agent has a complete model of the environment.</a:t>
            </a:r>
          </a:p>
          <a:p>
            <a:pPr lvl="1"/>
            <a:r>
              <a:rPr lang="en-US" dirty="0"/>
              <a:t>Transition model</a:t>
            </a:r>
          </a:p>
          <a:p>
            <a:pPr lvl="1"/>
            <a:r>
              <a:rPr lang="en-US" dirty="0"/>
              <a:t>Reward model</a:t>
            </a:r>
          </a:p>
          <a:p>
            <a:pPr lvl="1"/>
            <a:endParaRPr lang="en-US" dirty="0"/>
          </a:p>
          <a:p>
            <a:r>
              <a:rPr lang="en-US" dirty="0"/>
              <a:t>The agent does not need to interact with the environment. </a:t>
            </a:r>
          </a:p>
          <a:p>
            <a:r>
              <a:rPr lang="en-US" dirty="0"/>
              <a:t>The agent can use the model to </a:t>
            </a:r>
            <a:r>
              <a:rPr lang="en-US" b="1" dirty="0"/>
              <a:t>plan</a:t>
            </a:r>
            <a:r>
              <a:rPr lang="en-US" dirty="0"/>
              <a:t> offline and find the optimal policy.</a:t>
            </a:r>
          </a:p>
          <a:p>
            <a:r>
              <a:rPr lang="en-US" dirty="0"/>
              <a:t>Issues:</a:t>
            </a:r>
          </a:p>
          <a:p>
            <a:pPr lvl="1"/>
            <a:r>
              <a:rPr lang="en-US" dirty="0"/>
              <a:t>Computational complexity</a:t>
            </a:r>
          </a:p>
          <a:p>
            <a:pPr lvl="1"/>
            <a:r>
              <a:rPr lang="en-US" dirty="0"/>
              <a:t>Model errors compound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DD75B29-83B9-A929-7830-2581F77378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562497"/>
            <a:ext cx="5183188" cy="823912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A807FD2-FC89-F51A-F1E7-29C2A7F431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386409"/>
            <a:ext cx="5183188" cy="3309392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endParaRPr lang="en-US" dirty="0"/>
          </a:p>
          <a:p>
            <a:r>
              <a:rPr lang="en-US" dirty="0"/>
              <a:t>Unknown environment: Model is unknown.</a:t>
            </a:r>
          </a:p>
          <a:p>
            <a:endParaRPr lang="en-US" dirty="0"/>
          </a:p>
          <a:p>
            <a:r>
              <a:rPr lang="en-US" dirty="0"/>
              <a:t>The agent needs to interact with the environment.</a:t>
            </a:r>
          </a:p>
          <a:p>
            <a:r>
              <a:rPr lang="en-US" dirty="0"/>
              <a:t>Agent uses online </a:t>
            </a:r>
            <a:r>
              <a:rPr lang="en-US" b="1" dirty="0"/>
              <a:t>trial &amp; error </a:t>
            </a:r>
            <a:r>
              <a:rPr lang="en-US" dirty="0"/>
              <a:t>by trying actions and updating its policy based on the received reward.</a:t>
            </a:r>
          </a:p>
          <a:p>
            <a:r>
              <a:rPr lang="en-US" dirty="0"/>
              <a:t>Issues: </a:t>
            </a:r>
          </a:p>
          <a:p>
            <a:pPr lvl="1"/>
            <a:r>
              <a:rPr lang="en-US" dirty="0"/>
              <a:t>Sample efficiency</a:t>
            </a:r>
          </a:p>
          <a:p>
            <a:pPr lvl="1"/>
            <a:r>
              <a:rPr lang="en-US" dirty="0"/>
              <a:t>Exploitation vs. exploration</a:t>
            </a:r>
          </a:p>
        </p:txBody>
      </p:sp>
    </p:spTree>
    <p:extLst>
      <p:ext uri="{BB962C8B-B14F-4D97-AF65-F5344CB8AC3E}">
        <p14:creationId xmlns:p14="http://schemas.microsoft.com/office/powerpoint/2010/main" val="635047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7232E-9C5C-173E-8A78-845409523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Side Note: Model Predictive Control (MPC)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969347" cy="4661443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 MPC are methods for optimal control of a dynamical system. They are</a:t>
                </a:r>
              </a:p>
              <a:p>
                <a:pPr lvl="1"/>
                <a:r>
                  <a:rPr lang="en-US" b="1" dirty="0"/>
                  <a:t>model-based</a:t>
                </a:r>
                <a:r>
                  <a:rPr lang="en-US" dirty="0"/>
                  <a:t>,</a:t>
                </a:r>
              </a:p>
              <a:p>
                <a:pPr lvl="1"/>
                <a:r>
                  <a:rPr lang="en-US" b="1" dirty="0"/>
                  <a:t>continuous</a:t>
                </a:r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solved </a:t>
                </a:r>
                <a:r>
                  <a:rPr lang="en-US" b="1" dirty="0"/>
                  <a:t>offline</a:t>
                </a:r>
                <a:r>
                  <a:rPr lang="en-US" dirty="0"/>
                  <a:t> (often with a closed-form solution), and</a:t>
                </a:r>
              </a:p>
              <a:p>
                <a:pPr lvl="1"/>
                <a:r>
                  <a:rPr lang="en-US" dirty="0"/>
                  <a:t>results in </a:t>
                </a:r>
                <a:r>
                  <a:rPr lang="en-US" b="1" dirty="0"/>
                  <a:t>stable</a:t>
                </a:r>
                <a:r>
                  <a:rPr lang="en-US" dirty="0"/>
                  <a:t> and robust solutions. </a:t>
                </a:r>
              </a:p>
              <a:p>
                <a:endParaRPr lang="en-US" dirty="0"/>
              </a:p>
              <a:p>
                <a:r>
                  <a:rPr lang="en-US" dirty="0"/>
                  <a:t>Example: </a:t>
                </a:r>
                <a:r>
                  <a:rPr lang="en-US" b="1" dirty="0"/>
                  <a:t>Linear Quadratic Regulator (LQR)</a:t>
                </a:r>
              </a:p>
              <a:p>
                <a:r>
                  <a:rPr lang="en-US" dirty="0"/>
                  <a:t>Minimize the infinite-horizon quadratic continuous-time cost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𝑸𝒙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𝑹𝒖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With linear time-invariant first-order dynamic constraints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𝑩𝒖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This can be solved to create a feedback control law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𝒖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𝑲𝒙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MPC is very popular in robotics (mechanical/electrical engineering).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969347" cy="4661443"/>
              </a:xfrm>
              <a:blipFill>
                <a:blip r:embed="rId2"/>
                <a:stretch>
                  <a:fillRect l="-476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/>
              <p:nvPr/>
            </p:nvSpPr>
            <p:spPr>
              <a:xfrm>
                <a:off x="9012482" y="3254440"/>
                <a:ext cx="2459979" cy="947221"/>
              </a:xfrm>
              <a:prstGeom prst="wedgeRoundRectCallout">
                <a:avLst>
                  <a:gd name="adj1" fmla="val -114024"/>
                  <a:gd name="adj2" fmla="val 1266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600" dirty="0"/>
                  <a:t> is the state (vector)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sz="1600" dirty="0"/>
                  <a:t> is the action.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dirty="0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en-US" sz="1600" dirty="0"/>
                  <a:t> and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sz="1600" dirty="0"/>
                  <a:t> are the reward (cost) model</a:t>
                </a:r>
              </a:p>
            </p:txBody>
          </p:sp>
        </mc:Choice>
        <mc:Fallback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2482" y="3254440"/>
                <a:ext cx="2459979" cy="947221"/>
              </a:xfrm>
              <a:prstGeom prst="wedgeRoundRectCallout">
                <a:avLst>
                  <a:gd name="adj1" fmla="val -114024"/>
                  <a:gd name="adj2" fmla="val 12665"/>
                  <a:gd name="adj3" fmla="val 16667"/>
                </a:avLst>
              </a:prstGeom>
              <a:blipFill>
                <a:blip r:embed="rId3"/>
                <a:stretch>
                  <a:fillRect t="-7595" b="-13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/>
              <p:nvPr/>
            </p:nvSpPr>
            <p:spPr>
              <a:xfrm>
                <a:off x="9048223" y="4528782"/>
                <a:ext cx="2388499" cy="610177"/>
              </a:xfrm>
              <a:prstGeom prst="wedgeRoundRectCallout">
                <a:avLst>
                  <a:gd name="adj1" fmla="val -141468"/>
                  <a:gd name="adj2" fmla="val -3413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1600" dirty="0"/>
                  <a:t> and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sz="1600" dirty="0"/>
                  <a:t> are the transition model.</a:t>
                </a:r>
              </a:p>
            </p:txBody>
          </p:sp>
        </mc:Choice>
        <mc:Fallback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223" y="4528782"/>
                <a:ext cx="2388499" cy="610177"/>
              </a:xfrm>
              <a:prstGeom prst="wedgeRoundRectCallout">
                <a:avLst>
                  <a:gd name="adj1" fmla="val -141468"/>
                  <a:gd name="adj2" fmla="val -34137"/>
                  <a:gd name="adj3" fmla="val 16667"/>
                </a:avLst>
              </a:prstGeom>
              <a:blipFill>
                <a:blip r:embed="rId4"/>
                <a:stretch>
                  <a:fillRect b="-7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D75028E-31D3-31AD-4ED5-F9485E9FD463}"/>
              </a:ext>
            </a:extLst>
          </p:cNvPr>
          <p:cNvSpPr txBox="1"/>
          <p:nvPr/>
        </p:nvSpPr>
        <p:spPr>
          <a:xfrm>
            <a:off x="4242769" y="6209154"/>
            <a:ext cx="3706461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This course will focus on RL</a:t>
            </a:r>
          </a:p>
        </p:txBody>
      </p:sp>
    </p:spTree>
    <p:extLst>
      <p:ext uri="{BB962C8B-B14F-4D97-AF65-F5344CB8AC3E}">
        <p14:creationId xmlns:p14="http://schemas.microsoft.com/office/powerpoint/2010/main" val="33777898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E5F57E-EB55-18EB-8A0A-FD81F7AD0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97FE76-5610-1FBD-7C73-0218D8ECF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Summary: 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7D188-7118-8FC6-2267-8A36A9B01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r>
              <a:rPr lang="en-US" sz="1700" dirty="0"/>
              <a:t>Understand the basic </a:t>
            </a:r>
            <a:r>
              <a:rPr lang="en-US" sz="1700" b="1" dirty="0"/>
              <a:t>RL interaction loop</a:t>
            </a:r>
            <a:r>
              <a:rPr lang="en-US" sz="1700" dirty="0"/>
              <a:t>: agent, environment, interpreter.</a:t>
            </a:r>
          </a:p>
          <a:p>
            <a:r>
              <a:rPr lang="en-US" sz="1700" b="1" dirty="0"/>
              <a:t>Basic RL vocabulary</a:t>
            </a:r>
            <a:r>
              <a:rPr lang="en-US" sz="1700" dirty="0"/>
              <a:t>: state, action, immediate reward, return, policy, value function.</a:t>
            </a:r>
          </a:p>
          <a:p>
            <a:r>
              <a:rPr lang="en-US" sz="1700" dirty="0"/>
              <a:t>Appreciate the significance of proper </a:t>
            </a:r>
            <a:r>
              <a:rPr lang="en-US" sz="1700" b="1" dirty="0"/>
              <a:t>reward formulation</a:t>
            </a:r>
            <a:r>
              <a:rPr lang="en-US" sz="1700" dirty="0"/>
              <a:t>.</a:t>
            </a:r>
          </a:p>
          <a:p>
            <a:r>
              <a:rPr lang="en-US" sz="1700" dirty="0"/>
              <a:t>Differentiate between </a:t>
            </a:r>
            <a:r>
              <a:rPr lang="en-US" sz="1700" b="1" dirty="0"/>
              <a:t>model-based </a:t>
            </a:r>
            <a:r>
              <a:rPr lang="en-US" sz="1700" dirty="0"/>
              <a:t>(planning) and</a:t>
            </a:r>
            <a:r>
              <a:rPr lang="en-US" sz="1700" b="1" dirty="0"/>
              <a:t> model-free </a:t>
            </a:r>
            <a:r>
              <a:rPr lang="en-US" sz="1700" dirty="0"/>
              <a:t>reinforcement learning methods.</a:t>
            </a:r>
          </a:p>
        </p:txBody>
      </p:sp>
    </p:spTree>
    <p:extLst>
      <p:ext uri="{BB962C8B-B14F-4D97-AF65-F5344CB8AC3E}">
        <p14:creationId xmlns:p14="http://schemas.microsoft.com/office/powerpoint/2010/main" val="3503228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5155</TotalTime>
  <Words>3276</Words>
  <Application>Microsoft Office PowerPoint</Application>
  <PresentationFormat>Widescreen</PresentationFormat>
  <Paragraphs>474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Aptos</vt:lpstr>
      <vt:lpstr>Aptos Display</vt:lpstr>
      <vt:lpstr>Arial</vt:lpstr>
      <vt:lpstr>Calibri</vt:lpstr>
      <vt:lpstr>Cambria Math</vt:lpstr>
      <vt:lpstr>Palatino Linotype</vt:lpstr>
      <vt:lpstr>Tahoma</vt:lpstr>
      <vt:lpstr>Office Theme</vt:lpstr>
      <vt:lpstr>Reinforcement Learning  Introduction Textbook Chapter 1</vt:lpstr>
      <vt:lpstr>How Do We Build Intelligent Systems?</vt:lpstr>
      <vt:lpstr>Topics of this Course</vt:lpstr>
      <vt:lpstr>Recommended Readings</vt:lpstr>
      <vt:lpstr>Table of Contents</vt:lpstr>
      <vt:lpstr>What is RL?</vt:lpstr>
      <vt:lpstr>The Basic Reinforcement Learning Structure</vt:lpstr>
      <vt:lpstr>Agent and Environment</vt:lpstr>
      <vt:lpstr>RL and Machine Learning</vt:lpstr>
      <vt:lpstr>Many Faces of Reinforcement Learning</vt:lpstr>
      <vt:lpstr>Contemporary application examples</vt:lpstr>
      <vt:lpstr>Elements of RL</vt:lpstr>
      <vt:lpstr>Summary of Notation</vt:lpstr>
      <vt:lpstr>State</vt:lpstr>
      <vt:lpstr>Degree of Observability</vt:lpstr>
      <vt:lpstr>Elements of RL</vt:lpstr>
      <vt:lpstr>Reward</vt:lpstr>
      <vt:lpstr>Reward Examples</vt:lpstr>
      <vt:lpstr>Reward Characteristics</vt:lpstr>
      <vt:lpstr>Issues With the Reward Function</vt:lpstr>
      <vt:lpstr>Return Definitions</vt:lpstr>
      <vt:lpstr>Elements of RL</vt:lpstr>
      <vt:lpstr>Action</vt:lpstr>
      <vt:lpstr>Elements of RL</vt:lpstr>
      <vt:lpstr>Deterministic Policy</vt:lpstr>
      <vt:lpstr>Stochastic Policy</vt:lpstr>
      <vt:lpstr>Policy: Exploration and Exploitation</vt:lpstr>
      <vt:lpstr>A Small Example</vt:lpstr>
      <vt:lpstr>Maze Example</vt:lpstr>
      <vt:lpstr>Maze Example: RL-Solution as a Policy</vt:lpstr>
      <vt:lpstr>Maze Example: RL-Solution as a Value Function</vt:lpstr>
      <vt:lpstr>RL and Planning</vt:lpstr>
      <vt:lpstr>Model-based vs. Model-free RL</vt:lpstr>
      <vt:lpstr>Side Note: Model Predictive Control (MPC)</vt:lpstr>
      <vt:lpstr>Summary: 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68</cp:revision>
  <dcterms:created xsi:type="dcterms:W3CDTF">2025-09-08T14:44:49Z</dcterms:created>
  <dcterms:modified xsi:type="dcterms:W3CDTF">2026-01-13T21:12:42Z</dcterms:modified>
</cp:coreProperties>
</file>