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392" r:id="rId11"/>
    <p:sldId id="391" r:id="rId12"/>
    <p:sldId id="394" r:id="rId13"/>
    <p:sldId id="393" r:id="rId14"/>
    <p:sldId id="389" r:id="rId15"/>
    <p:sldId id="390" r:id="rId16"/>
    <p:sldId id="395" r:id="rId17"/>
    <p:sldId id="39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949907"/>
                <a:ext cx="10515600" cy="239842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Explanation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Observed rewards have in expectation no error.</a:t>
                </a:r>
              </a:p>
              <a:p>
                <a:pPr lvl="1"/>
                <a:r>
                  <a:rPr lang="en-US" dirty="0"/>
                  <a:t>The error-prone bootstrap estimate is smaller because it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away and thus discounted.</a:t>
                </a:r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adds more observed rewards decreases the impact of the bootstrapping error.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This also means that every update is guaranteed to reduce the expected error and moves the estimate closer to the true value function.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	</a:t>
                </a:r>
                <a:r>
                  <a:rPr lang="en-US" b="1" dirty="0"/>
                  <a:t>All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methods (including 1-step and MC) converge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949907"/>
                <a:ext cx="10515600" cy="2398427"/>
              </a:xfrm>
              <a:blipFill>
                <a:blip r:embed="rId2"/>
                <a:stretch>
                  <a:fillRect l="-638" t="-4580" r="-928" b="-3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times the worst error of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  <a:blipFill>
                <a:blip r:embed="rId3"/>
                <a:stretch>
                  <a:fillRect l="-841" t="-890" r="-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Notes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Since the soft behavioral policy provides exploration, we can learn the optimal deterministic policy!</a:t>
                </a:r>
              </a:p>
              <a:p>
                <a:pPr lvl="1"/>
                <a:r>
                  <a:rPr lang="en-US" b="1" dirty="0"/>
                  <a:t>Sample efficiency</a:t>
                </a:r>
                <a:r>
                  <a:rPr lang="en-US" dirty="0"/>
                  <a:t>: Can only learn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Updating the behaviot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06" t="-1913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7" cy="5673149"/>
            <a:chOff x="5659709" y="1062757"/>
            <a:chExt cx="6430497" cy="567314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7" cy="5673149"/>
              <a:chOff x="5659709" y="1062757"/>
              <a:chExt cx="6430497" cy="567314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7" y="4418437"/>
                <a:ext cx="1724099" cy="543806"/>
              </a:xfrm>
              <a:prstGeom prst="wedgeRoundRectCallout">
                <a:avLst>
                  <a:gd name="adj1" fmla="val -109818"/>
                  <a:gd name="adj2" fmla="val 15813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AEA7A5-93F3-FE1D-2FF9-E7F3208BA93C}"/>
                  </a:ext>
                </a:extLst>
              </p:cNvPr>
              <p:cNvSpPr txBox="1"/>
              <p:nvPr/>
            </p:nvSpPr>
            <p:spPr>
              <a:xfrm>
                <a:off x="5942112" y="6151131"/>
                <a:ext cx="5458761" cy="584775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Off-Policy: The behavioral policy provides exploration so we can learn a deterministic policy!</a:t>
                </a:r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error.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 </a:t>
                </a:r>
                <a:r>
                  <a:rPr lang="en-US" sz="1800" dirty="0"/>
                  <a:t>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  <a:blipFill>
                <a:blip r:embed="rId3"/>
                <a:stretch>
                  <a:fillRect l="-775" t="-2860" r="-1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11067</TotalTime>
  <Words>1734</Words>
  <Application>Microsoft Office PowerPoint</Application>
  <PresentationFormat>Widescreen</PresentationFormat>
  <Paragraphs>198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157</cp:revision>
  <dcterms:created xsi:type="dcterms:W3CDTF">2025-09-08T14:44:49Z</dcterms:created>
  <dcterms:modified xsi:type="dcterms:W3CDTF">2026-02-23T21:55:51Z</dcterms:modified>
</cp:coreProperties>
</file>